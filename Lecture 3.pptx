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5" r:id="rId1"/>
  </p:sldMasterIdLst>
  <p:notesMasterIdLst>
    <p:notesMasterId r:id="rId14"/>
  </p:notesMasterIdLst>
  <p:handoutMasterIdLst>
    <p:handoutMasterId r:id="rId15"/>
  </p:handoutMasterIdLst>
  <p:sldIdLst>
    <p:sldId id="257" r:id="rId2"/>
    <p:sldId id="258" r:id="rId3"/>
    <p:sldId id="272" r:id="rId4"/>
    <p:sldId id="273" r:id="rId5"/>
    <p:sldId id="274" r:id="rId6"/>
    <p:sldId id="275" r:id="rId7"/>
    <p:sldId id="276" r:id="rId8"/>
    <p:sldId id="277" r:id="rId9"/>
    <p:sldId id="278" r:id="rId10"/>
    <p:sldId id="279" r:id="rId11"/>
    <p:sldId id="280" r:id="rId12"/>
    <p:sldId id="281" r:id="rId13"/>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51" autoAdjust="0"/>
    <p:restoredTop sz="85170"/>
  </p:normalViewPr>
  <p:slideViewPr>
    <p:cSldViewPr>
      <p:cViewPr varScale="1">
        <p:scale>
          <a:sx n="108" d="100"/>
          <a:sy n="108" d="100"/>
        </p:scale>
        <p:origin x="187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352"/>
    </p:cViewPr>
  </p:notesText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ương Quang Huy" userId="ef98056d-afe1-4479-938c-ee3e8785f179" providerId="ADAL" clId="{AE74AAA8-A14A-554B-BB9F-815864CF8615}"/>
    <pc:docChg chg="modSld">
      <pc:chgData name="Vương Quang Huy" userId="ef98056d-afe1-4479-938c-ee3e8785f179" providerId="ADAL" clId="{AE74AAA8-A14A-554B-BB9F-815864CF8615}" dt="2023-09-07T22:42:26.110" v="8" actId="20577"/>
      <pc:docMkLst>
        <pc:docMk/>
      </pc:docMkLst>
      <pc:sldChg chg="modNotesTx">
        <pc:chgData name="Vương Quang Huy" userId="ef98056d-afe1-4479-938c-ee3e8785f179" providerId="ADAL" clId="{AE74AAA8-A14A-554B-BB9F-815864CF8615}" dt="2023-09-07T22:41:45.504" v="0" actId="20577"/>
        <pc:sldMkLst>
          <pc:docMk/>
          <pc:sldMk cId="0" sldId="258"/>
        </pc:sldMkLst>
      </pc:sldChg>
      <pc:sldChg chg="modNotesTx">
        <pc:chgData name="Vương Quang Huy" userId="ef98056d-afe1-4479-938c-ee3e8785f179" providerId="ADAL" clId="{AE74AAA8-A14A-554B-BB9F-815864CF8615}" dt="2023-09-07T22:41:49.003" v="1" actId="20577"/>
        <pc:sldMkLst>
          <pc:docMk/>
          <pc:sldMk cId="1843248964" sldId="272"/>
        </pc:sldMkLst>
      </pc:sldChg>
      <pc:sldChg chg="modNotesTx">
        <pc:chgData name="Vương Quang Huy" userId="ef98056d-afe1-4479-938c-ee3e8785f179" providerId="ADAL" clId="{AE74AAA8-A14A-554B-BB9F-815864CF8615}" dt="2023-09-07T22:41:57.649" v="2" actId="20577"/>
        <pc:sldMkLst>
          <pc:docMk/>
          <pc:sldMk cId="4043214066" sldId="273"/>
        </pc:sldMkLst>
      </pc:sldChg>
      <pc:sldChg chg="modNotesTx">
        <pc:chgData name="Vương Quang Huy" userId="ef98056d-afe1-4479-938c-ee3e8785f179" providerId="ADAL" clId="{AE74AAA8-A14A-554B-BB9F-815864CF8615}" dt="2023-09-07T22:42:02.819" v="3" actId="20577"/>
        <pc:sldMkLst>
          <pc:docMk/>
          <pc:sldMk cId="3622314515" sldId="274"/>
        </pc:sldMkLst>
      </pc:sldChg>
      <pc:sldChg chg="modNotesTx">
        <pc:chgData name="Vương Quang Huy" userId="ef98056d-afe1-4479-938c-ee3e8785f179" providerId="ADAL" clId="{AE74AAA8-A14A-554B-BB9F-815864CF8615}" dt="2023-09-07T22:42:07.758" v="4" actId="20577"/>
        <pc:sldMkLst>
          <pc:docMk/>
          <pc:sldMk cId="1777686017" sldId="275"/>
        </pc:sldMkLst>
      </pc:sldChg>
      <pc:sldChg chg="modNotesTx">
        <pc:chgData name="Vương Quang Huy" userId="ef98056d-afe1-4479-938c-ee3e8785f179" providerId="ADAL" clId="{AE74AAA8-A14A-554B-BB9F-815864CF8615}" dt="2023-09-07T22:42:13.419" v="5" actId="20577"/>
        <pc:sldMkLst>
          <pc:docMk/>
          <pc:sldMk cId="1480234914" sldId="276"/>
        </pc:sldMkLst>
      </pc:sldChg>
      <pc:sldChg chg="modNotesTx">
        <pc:chgData name="Vương Quang Huy" userId="ef98056d-afe1-4479-938c-ee3e8785f179" providerId="ADAL" clId="{AE74AAA8-A14A-554B-BB9F-815864CF8615}" dt="2023-09-07T22:42:18.386" v="6" actId="20577"/>
        <pc:sldMkLst>
          <pc:docMk/>
          <pc:sldMk cId="3473181641" sldId="277"/>
        </pc:sldMkLst>
      </pc:sldChg>
      <pc:sldChg chg="modNotesTx">
        <pc:chgData name="Vương Quang Huy" userId="ef98056d-afe1-4479-938c-ee3e8785f179" providerId="ADAL" clId="{AE74AAA8-A14A-554B-BB9F-815864CF8615}" dt="2023-09-07T22:42:21.768" v="7" actId="20577"/>
        <pc:sldMkLst>
          <pc:docMk/>
          <pc:sldMk cId="4002664690" sldId="278"/>
        </pc:sldMkLst>
      </pc:sldChg>
      <pc:sldChg chg="modNotesTx">
        <pc:chgData name="Vương Quang Huy" userId="ef98056d-afe1-4479-938c-ee3e8785f179" providerId="ADAL" clId="{AE74AAA8-A14A-554B-BB9F-815864CF8615}" dt="2023-09-07T22:42:26.110" v="8" actId="20577"/>
        <pc:sldMkLst>
          <pc:docMk/>
          <pc:sldMk cId="93495763" sldId="279"/>
        </pc:sldMkLst>
      </pc:sldChg>
    </pc:docChg>
  </pc:docChgLst>
  <pc:docChgLst>
    <pc:chgData name="Vương Quang Huy" userId="ef98056d-afe1-4479-938c-ee3e8785f179" providerId="ADAL" clId="{7F845D8B-2188-3F44-B13B-D8B015BAC352}"/>
    <pc:docChg chg="undo custSel addSld delSld modSld">
      <pc:chgData name="Vương Quang Huy" userId="ef98056d-afe1-4479-938c-ee3e8785f179" providerId="ADAL" clId="{7F845D8B-2188-3F44-B13B-D8B015BAC352}" dt="2023-09-07T22:39:53.265" v="1660" actId="20577"/>
      <pc:docMkLst>
        <pc:docMk/>
      </pc:docMkLst>
      <pc:sldChg chg="modSp mod">
        <pc:chgData name="Vương Quang Huy" userId="ef98056d-afe1-4479-938c-ee3e8785f179" providerId="ADAL" clId="{7F845D8B-2188-3F44-B13B-D8B015BAC352}" dt="2023-09-07T21:47:32.966" v="639" actId="20577"/>
        <pc:sldMkLst>
          <pc:docMk/>
          <pc:sldMk cId="0" sldId="257"/>
        </pc:sldMkLst>
        <pc:spChg chg="mod">
          <ac:chgData name="Vương Quang Huy" userId="ef98056d-afe1-4479-938c-ee3e8785f179" providerId="ADAL" clId="{7F845D8B-2188-3F44-B13B-D8B015BAC352}" dt="2023-09-07T21:47:32.966" v="639" actId="20577"/>
          <ac:spMkLst>
            <pc:docMk/>
            <pc:sldMk cId="0" sldId="257"/>
            <ac:spMk id="4099" creationId="{00000000-0000-0000-0000-000000000000}"/>
          </ac:spMkLst>
        </pc:spChg>
      </pc:sldChg>
      <pc:sldChg chg="modSp mod modNotesTx">
        <pc:chgData name="Vương Quang Huy" userId="ef98056d-afe1-4479-938c-ee3e8785f179" providerId="ADAL" clId="{7F845D8B-2188-3F44-B13B-D8B015BAC352}" dt="2023-09-07T22:39:02.714" v="1659" actId="20577"/>
        <pc:sldMkLst>
          <pc:docMk/>
          <pc:sldMk cId="0" sldId="258"/>
        </pc:sldMkLst>
        <pc:spChg chg="mod">
          <ac:chgData name="Vương Quang Huy" userId="ef98056d-afe1-4479-938c-ee3e8785f179" providerId="ADAL" clId="{7F845D8B-2188-3F44-B13B-D8B015BAC352}" dt="2023-09-06T17:44:19.760" v="93" actId="2711"/>
          <ac:spMkLst>
            <pc:docMk/>
            <pc:sldMk cId="0" sldId="258"/>
            <ac:spMk id="5123" creationId="{00000000-0000-0000-0000-000000000000}"/>
          </ac:spMkLst>
        </pc:spChg>
        <pc:spChg chg="mod">
          <ac:chgData name="Vương Quang Huy" userId="ef98056d-afe1-4479-938c-ee3e8785f179" providerId="ADAL" clId="{7F845D8B-2188-3F44-B13B-D8B015BAC352}" dt="2023-09-07T22:39:02.714" v="1659" actId="20577"/>
          <ac:spMkLst>
            <pc:docMk/>
            <pc:sldMk cId="0" sldId="258"/>
            <ac:spMk id="5124" creationId="{00000000-0000-0000-0000-000000000000}"/>
          </ac:spMkLst>
        </pc:spChg>
      </pc:sldChg>
      <pc:sldChg chg="del">
        <pc:chgData name="Vương Quang Huy" userId="ef98056d-afe1-4479-938c-ee3e8785f179" providerId="ADAL" clId="{7F845D8B-2188-3F44-B13B-D8B015BAC352}" dt="2023-09-07T22:37:28.913" v="1557" actId="2696"/>
        <pc:sldMkLst>
          <pc:docMk/>
          <pc:sldMk cId="0" sldId="259"/>
        </pc:sldMkLst>
      </pc:sldChg>
      <pc:sldChg chg="del">
        <pc:chgData name="Vương Quang Huy" userId="ef98056d-afe1-4479-938c-ee3e8785f179" providerId="ADAL" clId="{7F845D8B-2188-3F44-B13B-D8B015BAC352}" dt="2023-09-07T22:37:28.913" v="1557" actId="2696"/>
        <pc:sldMkLst>
          <pc:docMk/>
          <pc:sldMk cId="0" sldId="260"/>
        </pc:sldMkLst>
      </pc:sldChg>
      <pc:sldChg chg="del">
        <pc:chgData name="Vương Quang Huy" userId="ef98056d-afe1-4479-938c-ee3e8785f179" providerId="ADAL" clId="{7F845D8B-2188-3F44-B13B-D8B015BAC352}" dt="2023-09-07T22:37:28.913" v="1557" actId="2696"/>
        <pc:sldMkLst>
          <pc:docMk/>
          <pc:sldMk cId="0" sldId="262"/>
        </pc:sldMkLst>
      </pc:sldChg>
      <pc:sldChg chg="del">
        <pc:chgData name="Vương Quang Huy" userId="ef98056d-afe1-4479-938c-ee3e8785f179" providerId="ADAL" clId="{7F845D8B-2188-3F44-B13B-D8B015BAC352}" dt="2023-09-07T22:37:28.913" v="1557" actId="2696"/>
        <pc:sldMkLst>
          <pc:docMk/>
          <pc:sldMk cId="0" sldId="263"/>
        </pc:sldMkLst>
      </pc:sldChg>
      <pc:sldChg chg="del">
        <pc:chgData name="Vương Quang Huy" userId="ef98056d-afe1-4479-938c-ee3e8785f179" providerId="ADAL" clId="{7F845D8B-2188-3F44-B13B-D8B015BAC352}" dt="2023-09-07T22:37:28.913" v="1557" actId="2696"/>
        <pc:sldMkLst>
          <pc:docMk/>
          <pc:sldMk cId="0" sldId="265"/>
        </pc:sldMkLst>
      </pc:sldChg>
      <pc:sldChg chg="del">
        <pc:chgData name="Vương Quang Huy" userId="ef98056d-afe1-4479-938c-ee3e8785f179" providerId="ADAL" clId="{7F845D8B-2188-3F44-B13B-D8B015BAC352}" dt="2023-09-07T22:37:28.913" v="1557" actId="2696"/>
        <pc:sldMkLst>
          <pc:docMk/>
          <pc:sldMk cId="0" sldId="266"/>
        </pc:sldMkLst>
      </pc:sldChg>
      <pc:sldChg chg="del">
        <pc:chgData name="Vương Quang Huy" userId="ef98056d-afe1-4479-938c-ee3e8785f179" providerId="ADAL" clId="{7F845D8B-2188-3F44-B13B-D8B015BAC352}" dt="2023-09-07T22:37:28.913" v="1557" actId="2696"/>
        <pc:sldMkLst>
          <pc:docMk/>
          <pc:sldMk cId="0" sldId="267"/>
        </pc:sldMkLst>
      </pc:sldChg>
      <pc:sldChg chg="del">
        <pc:chgData name="Vương Quang Huy" userId="ef98056d-afe1-4479-938c-ee3e8785f179" providerId="ADAL" clId="{7F845D8B-2188-3F44-B13B-D8B015BAC352}" dt="2023-09-07T22:37:28.913" v="1557" actId="2696"/>
        <pc:sldMkLst>
          <pc:docMk/>
          <pc:sldMk cId="0" sldId="268"/>
        </pc:sldMkLst>
      </pc:sldChg>
      <pc:sldChg chg="del">
        <pc:chgData name="Vương Quang Huy" userId="ef98056d-afe1-4479-938c-ee3e8785f179" providerId="ADAL" clId="{7F845D8B-2188-3F44-B13B-D8B015BAC352}" dt="2023-09-07T22:37:28.913" v="1557" actId="2696"/>
        <pc:sldMkLst>
          <pc:docMk/>
          <pc:sldMk cId="0" sldId="269"/>
        </pc:sldMkLst>
      </pc:sldChg>
      <pc:sldChg chg="del">
        <pc:chgData name="Vương Quang Huy" userId="ef98056d-afe1-4479-938c-ee3e8785f179" providerId="ADAL" clId="{7F845D8B-2188-3F44-B13B-D8B015BAC352}" dt="2023-09-07T22:37:28.913" v="1557" actId="2696"/>
        <pc:sldMkLst>
          <pc:docMk/>
          <pc:sldMk cId="0" sldId="270"/>
        </pc:sldMkLst>
      </pc:sldChg>
      <pc:sldChg chg="del">
        <pc:chgData name="Vương Quang Huy" userId="ef98056d-afe1-4479-938c-ee3e8785f179" providerId="ADAL" clId="{7F845D8B-2188-3F44-B13B-D8B015BAC352}" dt="2023-09-07T22:37:28.913" v="1557" actId="2696"/>
        <pc:sldMkLst>
          <pc:docMk/>
          <pc:sldMk cId="0" sldId="271"/>
        </pc:sldMkLst>
      </pc:sldChg>
      <pc:sldChg chg="modSp add mod modNotesTx">
        <pc:chgData name="Vương Quang Huy" userId="ef98056d-afe1-4479-938c-ee3e8785f179" providerId="ADAL" clId="{7F845D8B-2188-3F44-B13B-D8B015BAC352}" dt="2023-09-07T22:39:53.265" v="1660" actId="20577"/>
        <pc:sldMkLst>
          <pc:docMk/>
          <pc:sldMk cId="1843248964" sldId="272"/>
        </pc:sldMkLst>
        <pc:spChg chg="mod">
          <ac:chgData name="Vương Quang Huy" userId="ef98056d-afe1-4479-938c-ee3e8785f179" providerId="ADAL" clId="{7F845D8B-2188-3F44-B13B-D8B015BAC352}" dt="2023-09-06T17:44:13.521" v="92" actId="2711"/>
          <ac:spMkLst>
            <pc:docMk/>
            <pc:sldMk cId="1843248964" sldId="272"/>
            <ac:spMk id="5123" creationId="{00000000-0000-0000-0000-000000000000}"/>
          </ac:spMkLst>
        </pc:spChg>
        <pc:spChg chg="mod">
          <ac:chgData name="Vương Quang Huy" userId="ef98056d-afe1-4479-938c-ee3e8785f179" providerId="ADAL" clId="{7F845D8B-2188-3F44-B13B-D8B015BAC352}" dt="2023-09-06T17:47:36.189" v="115" actId="113"/>
          <ac:spMkLst>
            <pc:docMk/>
            <pc:sldMk cId="1843248964" sldId="272"/>
            <ac:spMk id="5124" creationId="{00000000-0000-0000-0000-000000000000}"/>
          </ac:spMkLst>
        </pc:spChg>
      </pc:sldChg>
      <pc:sldChg chg="modSp add mod modNotesTx">
        <pc:chgData name="Vương Quang Huy" userId="ef98056d-afe1-4479-938c-ee3e8785f179" providerId="ADAL" clId="{7F845D8B-2188-3F44-B13B-D8B015BAC352}" dt="2023-09-06T18:10:33.428" v="380"/>
        <pc:sldMkLst>
          <pc:docMk/>
          <pc:sldMk cId="4043214066" sldId="273"/>
        </pc:sldMkLst>
        <pc:spChg chg="mod">
          <ac:chgData name="Vương Quang Huy" userId="ef98056d-afe1-4479-938c-ee3e8785f179" providerId="ADAL" clId="{7F845D8B-2188-3F44-B13B-D8B015BAC352}" dt="2023-09-06T17:57:19.311" v="266" actId="2711"/>
          <ac:spMkLst>
            <pc:docMk/>
            <pc:sldMk cId="4043214066" sldId="273"/>
            <ac:spMk id="5123" creationId="{00000000-0000-0000-0000-000000000000}"/>
          </ac:spMkLst>
        </pc:spChg>
        <pc:spChg chg="mod">
          <ac:chgData name="Vương Quang Huy" userId="ef98056d-afe1-4479-938c-ee3e8785f179" providerId="ADAL" clId="{7F845D8B-2188-3F44-B13B-D8B015BAC352}" dt="2023-09-06T18:10:04.811" v="378" actId="1076"/>
          <ac:spMkLst>
            <pc:docMk/>
            <pc:sldMk cId="4043214066" sldId="273"/>
            <ac:spMk id="5124" creationId="{00000000-0000-0000-0000-000000000000}"/>
          </ac:spMkLst>
        </pc:spChg>
      </pc:sldChg>
      <pc:sldChg chg="modSp add mod modNotesTx">
        <pc:chgData name="Vương Quang Huy" userId="ef98056d-afe1-4479-938c-ee3e8785f179" providerId="ADAL" clId="{7F845D8B-2188-3F44-B13B-D8B015BAC352}" dt="2023-09-06T18:19:30.107" v="447" actId="20577"/>
        <pc:sldMkLst>
          <pc:docMk/>
          <pc:sldMk cId="3622314515" sldId="274"/>
        </pc:sldMkLst>
        <pc:spChg chg="mod">
          <ac:chgData name="Vương Quang Huy" userId="ef98056d-afe1-4479-938c-ee3e8785f179" providerId="ADAL" clId="{7F845D8B-2188-3F44-B13B-D8B015BAC352}" dt="2023-09-06T18:11:15.941" v="384" actId="2711"/>
          <ac:spMkLst>
            <pc:docMk/>
            <pc:sldMk cId="3622314515" sldId="274"/>
            <ac:spMk id="5123" creationId="{00000000-0000-0000-0000-000000000000}"/>
          </ac:spMkLst>
        </pc:spChg>
        <pc:spChg chg="mod">
          <ac:chgData name="Vương Quang Huy" userId="ef98056d-afe1-4479-938c-ee3e8785f179" providerId="ADAL" clId="{7F845D8B-2188-3F44-B13B-D8B015BAC352}" dt="2023-09-06T18:19:30.107" v="447" actId="20577"/>
          <ac:spMkLst>
            <pc:docMk/>
            <pc:sldMk cId="3622314515" sldId="274"/>
            <ac:spMk id="5124" creationId="{00000000-0000-0000-0000-000000000000}"/>
          </ac:spMkLst>
        </pc:spChg>
      </pc:sldChg>
      <pc:sldChg chg="modSp add mod modNotesTx">
        <pc:chgData name="Vương Quang Huy" userId="ef98056d-afe1-4479-938c-ee3e8785f179" providerId="ADAL" clId="{7F845D8B-2188-3F44-B13B-D8B015BAC352}" dt="2023-09-06T18:30:56.126" v="498" actId="20577"/>
        <pc:sldMkLst>
          <pc:docMk/>
          <pc:sldMk cId="1777686017" sldId="275"/>
        </pc:sldMkLst>
        <pc:spChg chg="mod">
          <ac:chgData name="Vương Quang Huy" userId="ef98056d-afe1-4479-938c-ee3e8785f179" providerId="ADAL" clId="{7F845D8B-2188-3F44-B13B-D8B015BAC352}" dt="2023-09-06T18:24:29.961" v="455" actId="1076"/>
          <ac:spMkLst>
            <pc:docMk/>
            <pc:sldMk cId="1777686017" sldId="275"/>
            <ac:spMk id="5123" creationId="{00000000-0000-0000-0000-000000000000}"/>
          </ac:spMkLst>
        </pc:spChg>
        <pc:spChg chg="mod">
          <ac:chgData name="Vương Quang Huy" userId="ef98056d-afe1-4479-938c-ee3e8785f179" providerId="ADAL" clId="{7F845D8B-2188-3F44-B13B-D8B015BAC352}" dt="2023-09-06T18:30:56.126" v="498" actId="20577"/>
          <ac:spMkLst>
            <pc:docMk/>
            <pc:sldMk cId="1777686017" sldId="275"/>
            <ac:spMk id="5124" creationId="{00000000-0000-0000-0000-000000000000}"/>
          </ac:spMkLst>
        </pc:spChg>
      </pc:sldChg>
      <pc:sldChg chg="modSp add mod modNotesTx">
        <pc:chgData name="Vương Quang Huy" userId="ef98056d-afe1-4479-938c-ee3e8785f179" providerId="ADAL" clId="{7F845D8B-2188-3F44-B13B-D8B015BAC352}" dt="2023-09-06T18:41:15.710" v="638" actId="403"/>
        <pc:sldMkLst>
          <pc:docMk/>
          <pc:sldMk cId="1480234914" sldId="276"/>
        </pc:sldMkLst>
        <pc:spChg chg="mod">
          <ac:chgData name="Vương Quang Huy" userId="ef98056d-afe1-4479-938c-ee3e8785f179" providerId="ADAL" clId="{7F845D8B-2188-3F44-B13B-D8B015BAC352}" dt="2023-09-06T18:31:38.392" v="501" actId="2711"/>
          <ac:spMkLst>
            <pc:docMk/>
            <pc:sldMk cId="1480234914" sldId="276"/>
            <ac:spMk id="5123" creationId="{00000000-0000-0000-0000-000000000000}"/>
          </ac:spMkLst>
        </pc:spChg>
        <pc:spChg chg="mod">
          <ac:chgData name="Vương Quang Huy" userId="ef98056d-afe1-4479-938c-ee3e8785f179" providerId="ADAL" clId="{7F845D8B-2188-3F44-B13B-D8B015BAC352}" dt="2023-09-06T18:41:15.710" v="638" actId="403"/>
          <ac:spMkLst>
            <pc:docMk/>
            <pc:sldMk cId="1480234914" sldId="276"/>
            <ac:spMk id="5124" creationId="{00000000-0000-0000-0000-000000000000}"/>
          </ac:spMkLst>
        </pc:spChg>
      </pc:sldChg>
      <pc:sldChg chg="modSp add mod modNotesTx">
        <pc:chgData name="Vương Quang Huy" userId="ef98056d-afe1-4479-938c-ee3e8785f179" providerId="ADAL" clId="{7F845D8B-2188-3F44-B13B-D8B015BAC352}" dt="2023-09-07T22:16:06.819" v="1274" actId="20577"/>
        <pc:sldMkLst>
          <pc:docMk/>
          <pc:sldMk cId="3473181641" sldId="277"/>
        </pc:sldMkLst>
        <pc:spChg chg="mod">
          <ac:chgData name="Vương Quang Huy" userId="ef98056d-afe1-4479-938c-ee3e8785f179" providerId="ADAL" clId="{7F845D8B-2188-3F44-B13B-D8B015BAC352}" dt="2023-09-07T22:09:04.794" v="1134" actId="20577"/>
          <ac:spMkLst>
            <pc:docMk/>
            <pc:sldMk cId="3473181641" sldId="277"/>
            <ac:spMk id="5123" creationId="{00000000-0000-0000-0000-000000000000}"/>
          </ac:spMkLst>
        </pc:spChg>
        <pc:spChg chg="mod">
          <ac:chgData name="Vương Quang Huy" userId="ef98056d-afe1-4479-938c-ee3e8785f179" providerId="ADAL" clId="{7F845D8B-2188-3F44-B13B-D8B015BAC352}" dt="2023-09-07T22:14:07.800" v="1217" actId="20577"/>
          <ac:spMkLst>
            <pc:docMk/>
            <pc:sldMk cId="3473181641" sldId="277"/>
            <ac:spMk id="5124" creationId="{00000000-0000-0000-0000-000000000000}"/>
          </ac:spMkLst>
        </pc:spChg>
      </pc:sldChg>
      <pc:sldChg chg="modSp add mod modNotesTx">
        <pc:chgData name="Vương Quang Huy" userId="ef98056d-afe1-4479-938c-ee3e8785f179" providerId="ADAL" clId="{7F845D8B-2188-3F44-B13B-D8B015BAC352}" dt="2023-09-07T22:32:28.794" v="1455" actId="20577"/>
        <pc:sldMkLst>
          <pc:docMk/>
          <pc:sldMk cId="4002664690" sldId="278"/>
        </pc:sldMkLst>
        <pc:spChg chg="mod">
          <ac:chgData name="Vương Quang Huy" userId="ef98056d-afe1-4479-938c-ee3e8785f179" providerId="ADAL" clId="{7F845D8B-2188-3F44-B13B-D8B015BAC352}" dt="2023-09-07T22:17:35.810" v="1278" actId="2711"/>
          <ac:spMkLst>
            <pc:docMk/>
            <pc:sldMk cId="4002664690" sldId="278"/>
            <ac:spMk id="5123" creationId="{00000000-0000-0000-0000-000000000000}"/>
          </ac:spMkLst>
        </pc:spChg>
        <pc:spChg chg="mod">
          <ac:chgData name="Vương Quang Huy" userId="ef98056d-afe1-4479-938c-ee3e8785f179" providerId="ADAL" clId="{7F845D8B-2188-3F44-B13B-D8B015BAC352}" dt="2023-09-07T22:32:28.794" v="1455" actId="20577"/>
          <ac:spMkLst>
            <pc:docMk/>
            <pc:sldMk cId="4002664690" sldId="278"/>
            <ac:spMk id="5124" creationId="{00000000-0000-0000-0000-000000000000}"/>
          </ac:spMkLst>
        </pc:spChg>
      </pc:sldChg>
      <pc:sldChg chg="modSp add mod">
        <pc:chgData name="Vương Quang Huy" userId="ef98056d-afe1-4479-938c-ee3e8785f179" providerId="ADAL" clId="{7F845D8B-2188-3F44-B13B-D8B015BAC352}" dt="2023-09-07T22:33:56.457" v="1469" actId="113"/>
        <pc:sldMkLst>
          <pc:docMk/>
          <pc:sldMk cId="93495763" sldId="279"/>
        </pc:sldMkLst>
        <pc:spChg chg="mod">
          <ac:chgData name="Vương Quang Huy" userId="ef98056d-afe1-4479-938c-ee3e8785f179" providerId="ADAL" clId="{7F845D8B-2188-3F44-B13B-D8B015BAC352}" dt="2023-09-07T22:33:56.457" v="1469" actId="113"/>
          <ac:spMkLst>
            <pc:docMk/>
            <pc:sldMk cId="93495763" sldId="279"/>
            <ac:spMk id="5124" creationId="{00000000-0000-0000-0000-000000000000}"/>
          </ac:spMkLst>
        </pc:spChg>
      </pc:sldChg>
      <pc:sldChg chg="modSp add mod modNotesTx">
        <pc:chgData name="Vương Quang Huy" userId="ef98056d-afe1-4479-938c-ee3e8785f179" providerId="ADAL" clId="{7F845D8B-2188-3F44-B13B-D8B015BAC352}" dt="2023-09-07T22:34:31.482" v="1474" actId="20577"/>
        <pc:sldMkLst>
          <pc:docMk/>
          <pc:sldMk cId="1624520408" sldId="280"/>
        </pc:sldMkLst>
        <pc:spChg chg="mod">
          <ac:chgData name="Vương Quang Huy" userId="ef98056d-afe1-4479-938c-ee3e8785f179" providerId="ADAL" clId="{7F845D8B-2188-3F44-B13B-D8B015BAC352}" dt="2023-09-07T22:34:13.911" v="1473" actId="113"/>
          <ac:spMkLst>
            <pc:docMk/>
            <pc:sldMk cId="1624520408" sldId="280"/>
            <ac:spMk id="5124" creationId="{00000000-0000-0000-0000-000000000000}"/>
          </ac:spMkLst>
        </pc:spChg>
      </pc:sldChg>
      <pc:sldChg chg="modSp add mod">
        <pc:chgData name="Vương Quang Huy" userId="ef98056d-afe1-4479-938c-ee3e8785f179" providerId="ADAL" clId="{7F845D8B-2188-3F44-B13B-D8B015BAC352}" dt="2023-09-07T22:37:03.794" v="1556" actId="20577"/>
        <pc:sldMkLst>
          <pc:docMk/>
          <pc:sldMk cId="1508739094" sldId="281"/>
        </pc:sldMkLst>
        <pc:spChg chg="mod">
          <ac:chgData name="Vương Quang Huy" userId="ef98056d-afe1-4479-938c-ee3e8785f179" providerId="ADAL" clId="{7F845D8B-2188-3F44-B13B-D8B015BAC352}" dt="2023-09-07T22:37:03.794" v="1556" actId="20577"/>
          <ac:spMkLst>
            <pc:docMk/>
            <pc:sldMk cId="1508739094" sldId="281"/>
            <ac:spMk id="5124" creationId="{00000000-0000-0000-0000-000000000000}"/>
          </ac:spMkLst>
        </pc:spChg>
      </pc:sldChg>
    </pc:docChg>
  </pc:docChgLst>
  <pc:docChgLst>
    <pc:chgData name="Vương Quang Huy" userId="ef98056d-afe1-4479-938c-ee3e8785f179" providerId="ADAL" clId="{16343DAC-B5ED-E84A-B3CF-9D247E5EDEBE}"/>
    <pc:docChg chg="custSel modSld">
      <pc:chgData name="Vương Quang Huy" userId="ef98056d-afe1-4479-938c-ee3e8785f179" providerId="ADAL" clId="{16343DAC-B5ED-E84A-B3CF-9D247E5EDEBE}" dt="2023-08-18T05:40:05.559" v="866" actId="14100"/>
      <pc:docMkLst>
        <pc:docMk/>
      </pc:docMkLst>
      <pc:sldChg chg="modSp mod">
        <pc:chgData name="Vương Quang Huy" userId="ef98056d-afe1-4479-938c-ee3e8785f179" providerId="ADAL" clId="{16343DAC-B5ED-E84A-B3CF-9D247E5EDEBE}" dt="2023-08-18T05:40:05.559" v="866" actId="14100"/>
        <pc:sldMkLst>
          <pc:docMk/>
          <pc:sldMk cId="0" sldId="257"/>
        </pc:sldMkLst>
        <pc:spChg chg="mod">
          <ac:chgData name="Vương Quang Huy" userId="ef98056d-afe1-4479-938c-ee3e8785f179" providerId="ADAL" clId="{16343DAC-B5ED-E84A-B3CF-9D247E5EDEBE}" dt="2023-08-18T05:40:05.559" v="866" actId="14100"/>
          <ac:spMkLst>
            <pc:docMk/>
            <pc:sldMk cId="0" sldId="257"/>
            <ac:spMk id="6" creationId="{00000000-0000-0000-0000-000000000000}"/>
          </ac:spMkLst>
        </pc:spChg>
      </pc:sldChg>
      <pc:sldChg chg="modNotesTx">
        <pc:chgData name="Vương Quang Huy" userId="ef98056d-afe1-4479-938c-ee3e8785f179" providerId="ADAL" clId="{16343DAC-B5ED-E84A-B3CF-9D247E5EDEBE}" dt="2023-08-17T09:55:47.980" v="180"/>
        <pc:sldMkLst>
          <pc:docMk/>
          <pc:sldMk cId="0" sldId="258"/>
        </pc:sldMkLst>
      </pc:sldChg>
      <pc:sldChg chg="modNotesTx">
        <pc:chgData name="Vương Quang Huy" userId="ef98056d-afe1-4479-938c-ee3e8785f179" providerId="ADAL" clId="{16343DAC-B5ED-E84A-B3CF-9D247E5EDEBE}" dt="2023-08-17T10:04:24.619" v="230" actId="20577"/>
        <pc:sldMkLst>
          <pc:docMk/>
          <pc:sldMk cId="0" sldId="259"/>
        </pc:sldMkLst>
      </pc:sldChg>
      <pc:sldChg chg="modNotesTx">
        <pc:chgData name="Vương Quang Huy" userId="ef98056d-afe1-4479-938c-ee3e8785f179" providerId="ADAL" clId="{16343DAC-B5ED-E84A-B3CF-9D247E5EDEBE}" dt="2023-08-17T10:09:40.317" v="236"/>
        <pc:sldMkLst>
          <pc:docMk/>
          <pc:sldMk cId="0" sldId="260"/>
        </pc:sldMkLst>
      </pc:sldChg>
      <pc:sldChg chg="modNotesTx">
        <pc:chgData name="Vương Quang Huy" userId="ef98056d-afe1-4479-938c-ee3e8785f179" providerId="ADAL" clId="{16343DAC-B5ED-E84A-B3CF-9D247E5EDEBE}" dt="2023-08-17T10:16:34.888" v="342" actId="20577"/>
        <pc:sldMkLst>
          <pc:docMk/>
          <pc:sldMk cId="0" sldId="262"/>
        </pc:sldMkLst>
      </pc:sldChg>
      <pc:sldChg chg="modSp mod modNotesTx">
        <pc:chgData name="Vương Quang Huy" userId="ef98056d-afe1-4479-938c-ee3e8785f179" providerId="ADAL" clId="{16343DAC-B5ED-E84A-B3CF-9D247E5EDEBE}" dt="2023-08-18T01:21:57.336" v="865" actId="20577"/>
        <pc:sldMkLst>
          <pc:docMk/>
          <pc:sldMk cId="0" sldId="263"/>
        </pc:sldMkLst>
        <pc:spChg chg="mod">
          <ac:chgData name="Vương Quang Huy" userId="ef98056d-afe1-4479-938c-ee3e8785f179" providerId="ADAL" clId="{16343DAC-B5ED-E84A-B3CF-9D247E5EDEBE}" dt="2023-08-18T01:21:57.336" v="865" actId="20577"/>
          <ac:spMkLst>
            <pc:docMk/>
            <pc:sldMk cId="0" sldId="263"/>
            <ac:spMk id="5124" creationId="{00000000-0000-0000-0000-000000000000}"/>
          </ac:spMkLst>
        </pc:spChg>
      </pc:sldChg>
      <pc:sldChg chg="modSp mod">
        <pc:chgData name="Vương Quang Huy" userId="ef98056d-afe1-4479-938c-ee3e8785f179" providerId="ADAL" clId="{16343DAC-B5ED-E84A-B3CF-9D247E5EDEBE}" dt="2023-08-17T10:27:28.410" v="618" actId="20577"/>
        <pc:sldMkLst>
          <pc:docMk/>
          <pc:sldMk cId="0" sldId="265"/>
        </pc:sldMkLst>
        <pc:spChg chg="mod">
          <ac:chgData name="Vương Quang Huy" userId="ef98056d-afe1-4479-938c-ee3e8785f179" providerId="ADAL" clId="{16343DAC-B5ED-E84A-B3CF-9D247E5EDEBE}" dt="2023-08-17T10:27:28.410" v="618" actId="20577"/>
          <ac:spMkLst>
            <pc:docMk/>
            <pc:sldMk cId="0" sldId="265"/>
            <ac:spMk id="5124" creationId="{00000000-0000-0000-0000-000000000000}"/>
          </ac:spMkLst>
        </pc:spChg>
      </pc:sldChg>
      <pc:sldChg chg="modNotesTx">
        <pc:chgData name="Vương Quang Huy" userId="ef98056d-afe1-4479-938c-ee3e8785f179" providerId="ADAL" clId="{16343DAC-B5ED-E84A-B3CF-9D247E5EDEBE}" dt="2023-08-17T10:33:17.933" v="659" actId="20577"/>
        <pc:sldMkLst>
          <pc:docMk/>
          <pc:sldMk cId="0" sldId="267"/>
        </pc:sldMkLst>
      </pc:sldChg>
      <pc:sldChg chg="modNotesTx">
        <pc:chgData name="Vương Quang Huy" userId="ef98056d-afe1-4479-938c-ee3e8785f179" providerId="ADAL" clId="{16343DAC-B5ED-E84A-B3CF-9D247E5EDEBE}" dt="2023-08-17T10:00:50.265" v="205"/>
        <pc:sldMkLst>
          <pc:docMk/>
          <pc:sldMk cId="0" sldId="270"/>
        </pc:sldMkLst>
      </pc:sldChg>
      <pc:sldChg chg="modNotesTx">
        <pc:chgData name="Vương Quang Huy" userId="ef98056d-afe1-4479-938c-ee3e8785f179" providerId="ADAL" clId="{16343DAC-B5ED-E84A-B3CF-9D247E5EDEBE}" dt="2023-08-17T10:41:07.698" v="847"/>
        <pc:sldMkLst>
          <pc:docMk/>
          <pc:sldMk cId="0" sldId="27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ms-MY"/>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0D627E0-4A5C-4A61-AFAF-9BE3202BE4A3}" type="datetimeFigureOut">
              <a:rPr lang="ms-MY" smtClean="0"/>
              <a:pPr/>
              <a:t>8/09/23</a:t>
            </a:fld>
            <a:endParaRPr lang="ms-MY"/>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ms-MY"/>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339ACA4-9E64-4F81-84ED-7F4034F59170}" type="slidenum">
              <a:rPr lang="ms-MY" smtClean="0"/>
              <a:pPr/>
              <a:t>‹#›</a:t>
            </a:fld>
            <a:endParaRPr lang="ms-MY"/>
          </a:p>
        </p:txBody>
      </p:sp>
    </p:spTree>
    <p:extLst>
      <p:ext uri="{BB962C8B-B14F-4D97-AF65-F5344CB8AC3E}">
        <p14:creationId xmlns:p14="http://schemas.microsoft.com/office/powerpoint/2010/main" val="29326230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eaLnBrk="0" hangingPunct="0">
              <a:defRPr sz="1200" dirty="0">
                <a:latin typeface="Times" pitchFamily="-111" charset="0"/>
              </a:defRPr>
            </a:lvl1pPr>
          </a:lstStyle>
          <a:p>
            <a:pPr>
              <a:defRPr/>
            </a:pPr>
            <a:endParaRPr lang="en-US"/>
          </a:p>
        </p:txBody>
      </p:sp>
      <p:sp>
        <p:nvSpPr>
          <p:cNvPr id="9219" name="Rectangle 3"/>
          <p:cNvSpPr>
            <a:spLocks noGrp="1" noChangeArrowheads="1"/>
          </p:cNvSpPr>
          <p:nvPr>
            <p:ph type="dt"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eaLnBrk="0" hangingPunct="0">
              <a:defRPr sz="1200" dirty="0">
                <a:latin typeface="Times" pitchFamily="-111"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9221" name="Rectangle 5"/>
          <p:cNvSpPr>
            <a:spLocks noGrp="1" noChangeArrowheads="1"/>
          </p:cNvSpPr>
          <p:nvPr>
            <p:ph type="body" sz="quarter" idx="3"/>
          </p:nvPr>
        </p:nvSpPr>
        <p:spPr bwMode="auto">
          <a:xfrm>
            <a:off x="914400" y="4343400"/>
            <a:ext cx="5029200" cy="41148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68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eaLnBrk="0" hangingPunct="0">
              <a:defRPr sz="1200" dirty="0">
                <a:latin typeface="Times" pitchFamily="-111" charset="0"/>
              </a:defRPr>
            </a:lvl1pPr>
          </a:lstStyle>
          <a:p>
            <a:pPr>
              <a:defRPr/>
            </a:pPr>
            <a:endParaRPr lang="en-US"/>
          </a:p>
        </p:txBody>
      </p:sp>
      <p:sp>
        <p:nvSpPr>
          <p:cNvPr id="9223" name="Rectangle 7"/>
          <p:cNvSpPr>
            <a:spLocks noGrp="1" noChangeArrowheads="1"/>
          </p:cNvSpPr>
          <p:nvPr>
            <p:ph type="sldNum" sz="quarter" idx="5"/>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eaLnBrk="0" hangingPunct="0">
              <a:defRPr sz="1200">
                <a:latin typeface="Times" pitchFamily="-111" charset="0"/>
              </a:defRPr>
            </a:lvl1pPr>
          </a:lstStyle>
          <a:p>
            <a:pPr>
              <a:defRPr/>
            </a:pPr>
            <a:fld id="{8A1BAB3D-3090-4F19-B461-852646594BCF}" type="slidenum">
              <a:rPr lang="en-US"/>
              <a:pPr>
                <a:defRPr/>
              </a:pPr>
              <a:t>‹#›</a:t>
            </a:fld>
            <a:endParaRPr lang="en-US" dirty="0"/>
          </a:p>
        </p:txBody>
      </p:sp>
    </p:spTree>
    <p:extLst>
      <p:ext uri="{BB962C8B-B14F-4D97-AF65-F5344CB8AC3E}">
        <p14:creationId xmlns:p14="http://schemas.microsoft.com/office/powerpoint/2010/main" val="2214923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11"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11" charset="0"/>
        <a:ea typeface="ＭＳ Ｐゴシック" pitchFamily="-111" charset="-128"/>
        <a:cs typeface="ＭＳ Ｐゴシック"/>
      </a:defRPr>
    </a:lvl2pPr>
    <a:lvl3pPr marL="914400" algn="l" rtl="0" eaLnBrk="0" fontAlgn="base" hangingPunct="0">
      <a:spcBef>
        <a:spcPct val="30000"/>
      </a:spcBef>
      <a:spcAft>
        <a:spcPct val="0"/>
      </a:spcAft>
      <a:defRPr kumimoji="1" sz="1200" kern="1200">
        <a:solidFill>
          <a:schemeClr val="tx1"/>
        </a:solidFill>
        <a:latin typeface="Times New Roman" pitchFamily="-111" charset="0"/>
        <a:ea typeface="ＭＳ Ｐゴシック" pitchFamily="-111" charset="-128"/>
        <a:cs typeface="ＭＳ Ｐゴシック"/>
      </a:defRPr>
    </a:lvl3pPr>
    <a:lvl4pPr marL="1371600" algn="l" rtl="0" eaLnBrk="0" fontAlgn="base" hangingPunct="0">
      <a:spcBef>
        <a:spcPct val="30000"/>
      </a:spcBef>
      <a:spcAft>
        <a:spcPct val="0"/>
      </a:spcAft>
      <a:defRPr kumimoji="1" sz="1200" kern="1200">
        <a:solidFill>
          <a:schemeClr val="tx1"/>
        </a:solidFill>
        <a:latin typeface="Times New Roman" pitchFamily="-111" charset="0"/>
        <a:ea typeface="ＭＳ Ｐゴシック" pitchFamily="-111" charset="-128"/>
        <a:cs typeface="ＭＳ Ｐゴシック"/>
      </a:defRPr>
    </a:lvl4pPr>
    <a:lvl5pPr marL="1828800" algn="l" rtl="0" eaLnBrk="0" fontAlgn="base" hangingPunct="0">
      <a:spcBef>
        <a:spcPct val="30000"/>
      </a:spcBef>
      <a:spcAft>
        <a:spcPct val="0"/>
      </a:spcAft>
      <a:defRPr kumimoji="1" sz="1200" kern="1200">
        <a:solidFill>
          <a:schemeClr val="tx1"/>
        </a:solidFill>
        <a:latin typeface="Times New Roman" pitchFamily="-111" charset="0"/>
        <a:ea typeface="ＭＳ Ｐゴシック" pitchFamily="-111"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2</a:t>
            </a:fld>
            <a:endParaRPr lang="en-US">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dirty="0">
              <a:latin typeface="Times New Roman" pitchFamily="18" charset="0"/>
            </a:endParaRPr>
          </a:p>
        </p:txBody>
      </p:sp>
    </p:spTree>
    <p:extLst>
      <p:ext uri="{BB962C8B-B14F-4D97-AF65-F5344CB8AC3E}">
        <p14:creationId xmlns:p14="http://schemas.microsoft.com/office/powerpoint/2010/main" val="2821791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3</a:t>
            </a:fld>
            <a:endParaRPr lang="en-US">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latin typeface="Times New Roman" pitchFamily="18" charset="0"/>
            </a:endParaRPr>
          </a:p>
        </p:txBody>
      </p:sp>
    </p:spTree>
    <p:extLst>
      <p:ext uri="{BB962C8B-B14F-4D97-AF65-F5344CB8AC3E}">
        <p14:creationId xmlns:p14="http://schemas.microsoft.com/office/powerpoint/2010/main" val="1069938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4</a:t>
            </a:fld>
            <a:endParaRPr lang="en-US">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dirty="0">
              <a:latin typeface="Times New Roman" pitchFamily="18" charset="0"/>
            </a:endParaRPr>
          </a:p>
        </p:txBody>
      </p:sp>
    </p:spTree>
    <p:extLst>
      <p:ext uri="{BB962C8B-B14F-4D97-AF65-F5344CB8AC3E}">
        <p14:creationId xmlns:p14="http://schemas.microsoft.com/office/powerpoint/2010/main" val="1259191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5</a:t>
            </a:fld>
            <a:endParaRPr lang="en-US">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endParaRPr lang="en-US" dirty="0">
              <a:latin typeface="Times New Roman" pitchFamily="18" charset="0"/>
            </a:endParaRPr>
          </a:p>
        </p:txBody>
      </p:sp>
    </p:spTree>
    <p:extLst>
      <p:ext uri="{BB962C8B-B14F-4D97-AF65-F5344CB8AC3E}">
        <p14:creationId xmlns:p14="http://schemas.microsoft.com/office/powerpoint/2010/main" val="4146499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6</a:t>
            </a:fld>
            <a:endParaRPr lang="en-US">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endParaRPr lang="en-US" dirty="0">
              <a:latin typeface="Times New Roman" pitchFamily="18" charset="0"/>
            </a:endParaRPr>
          </a:p>
        </p:txBody>
      </p:sp>
    </p:spTree>
    <p:extLst>
      <p:ext uri="{BB962C8B-B14F-4D97-AF65-F5344CB8AC3E}">
        <p14:creationId xmlns:p14="http://schemas.microsoft.com/office/powerpoint/2010/main" val="2306965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7</a:t>
            </a:fld>
            <a:endParaRPr lang="en-US">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endParaRPr lang="en-US" dirty="0">
              <a:latin typeface="Times New Roman" pitchFamily="18" charset="0"/>
            </a:endParaRPr>
          </a:p>
        </p:txBody>
      </p:sp>
    </p:spTree>
    <p:extLst>
      <p:ext uri="{BB962C8B-B14F-4D97-AF65-F5344CB8AC3E}">
        <p14:creationId xmlns:p14="http://schemas.microsoft.com/office/powerpoint/2010/main" val="16964991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8</a:t>
            </a:fld>
            <a:endParaRPr lang="en-US">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endParaRPr lang="en-US" dirty="0">
              <a:latin typeface="Times New Roman" pitchFamily="18" charset="0"/>
            </a:endParaRPr>
          </a:p>
        </p:txBody>
      </p:sp>
    </p:spTree>
    <p:extLst>
      <p:ext uri="{BB962C8B-B14F-4D97-AF65-F5344CB8AC3E}">
        <p14:creationId xmlns:p14="http://schemas.microsoft.com/office/powerpoint/2010/main" val="4194365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9</a:t>
            </a:fld>
            <a:endParaRPr lang="en-US">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endParaRPr lang="en-US" dirty="0">
              <a:latin typeface="Times New Roman" pitchFamily="18" charset="0"/>
            </a:endParaRPr>
          </a:p>
        </p:txBody>
      </p:sp>
    </p:spTree>
    <p:extLst>
      <p:ext uri="{BB962C8B-B14F-4D97-AF65-F5344CB8AC3E}">
        <p14:creationId xmlns:p14="http://schemas.microsoft.com/office/powerpoint/2010/main" val="2375229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10</a:t>
            </a:fld>
            <a:endParaRPr lang="en-US">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endParaRPr lang="en-US" dirty="0">
              <a:latin typeface="Times New Roman" pitchFamily="18" charset="0"/>
            </a:endParaRPr>
          </a:p>
        </p:txBody>
      </p:sp>
    </p:spTree>
    <p:extLst>
      <p:ext uri="{BB962C8B-B14F-4D97-AF65-F5344CB8AC3E}">
        <p14:creationId xmlns:p14="http://schemas.microsoft.com/office/powerpoint/2010/main" val="1981462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11</a:t>
            </a:fld>
            <a:endParaRPr lang="en-US">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endParaRPr lang="en-US" dirty="0">
              <a:latin typeface="Times New Roman" pitchFamily="18" charset="0"/>
            </a:endParaRPr>
          </a:p>
        </p:txBody>
      </p:sp>
    </p:spTree>
    <p:extLst>
      <p:ext uri="{BB962C8B-B14F-4D97-AF65-F5344CB8AC3E}">
        <p14:creationId xmlns:p14="http://schemas.microsoft.com/office/powerpoint/2010/main" val="2610128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p:spPr>
        <p:txBody>
          <a:bodyPr/>
          <a:lstStyle/>
          <a:p>
            <a:fld id="{31804C35-ADED-4972-98B8-E4A0A77016F4}" type="slidenum">
              <a:rPr lang="en-US" smtClean="0">
                <a:latin typeface="Times" pitchFamily="18" charset="0"/>
              </a:rPr>
              <a:pPr/>
              <a:t>12</a:t>
            </a:fld>
            <a:endParaRPr lang="en-US">
              <a:latin typeface="Times" pitchFamily="18" charset="0"/>
            </a:endParaRPr>
          </a:p>
        </p:txBody>
      </p:sp>
      <p:sp>
        <p:nvSpPr>
          <p:cNvPr id="6146" name="Rectangle 2"/>
          <p:cNvSpPr>
            <a:spLocks noGrp="1" noRot="1" noChangeAspect="1" noChangeArrowheads="1" noTextEdit="1"/>
          </p:cNvSpPr>
          <p:nvPr>
            <p:ph type="sldImg"/>
          </p:nvPr>
        </p:nvSpPr>
        <p:spPr>
          <a:ln w="12700" cap="flat">
            <a:solidFill>
              <a:schemeClr val="tx1"/>
            </a:solidFill>
          </a:ln>
        </p:spPr>
      </p:sp>
      <p:sp>
        <p:nvSpPr>
          <p:cNvPr id="6147" name="Rectangle 3"/>
          <p:cNvSpPr>
            <a:spLocks noGrp="1" noChangeArrowheads="1"/>
          </p:cNvSpPr>
          <p:nvPr>
            <p:ph type="body" idx="1"/>
          </p:nvPr>
        </p:nvSpPr>
        <p:spPr>
          <a:noFill/>
          <a:ln w="9525"/>
        </p:spPr>
        <p:txBody>
          <a:bodyPr lIns="92075" tIns="46038" rIns="92075" bIns="46038"/>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solidFill>
                <a:srgbClr val="1A1818"/>
              </a:solidFill>
              <a:effectLst/>
              <a:latin typeface="Helvetica" pitchFamily="2" charset="0"/>
            </a:endParaRPr>
          </a:p>
          <a:p>
            <a:endParaRPr lang="en-US" dirty="0">
              <a:solidFill>
                <a:srgbClr val="1A1818"/>
              </a:solidFill>
              <a:effectLst/>
              <a:latin typeface="Helvetica" pitchFamily="2" charset="0"/>
            </a:endParaRPr>
          </a:p>
          <a:p>
            <a:endParaRPr lang="en-US" dirty="0">
              <a:latin typeface="Times New Roman" pitchFamily="18" charset="0"/>
            </a:endParaRPr>
          </a:p>
        </p:txBody>
      </p:sp>
    </p:spTree>
    <p:extLst>
      <p:ext uri="{BB962C8B-B14F-4D97-AF65-F5344CB8AC3E}">
        <p14:creationId xmlns:p14="http://schemas.microsoft.com/office/powerpoint/2010/main" val="23789488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2" descr="Canvas"/>
          <p:cNvSpPr>
            <a:spLocks noChangeArrowheads="1"/>
          </p:cNvSpPr>
          <p:nvPr/>
        </p:nvSpPr>
        <p:spPr bwMode="white">
          <a:xfrm>
            <a:off x="528638" y="201613"/>
            <a:ext cx="8397875" cy="6467475"/>
          </a:xfrm>
          <a:prstGeom prst="rect">
            <a:avLst/>
          </a:prstGeom>
          <a:blipFill dpi="0" rotWithShape="0">
            <a:blip r:embed="rId2"/>
            <a:srcRect/>
            <a:tile tx="0" ty="0" sx="100000" sy="100000" flip="none" algn="tl"/>
          </a:blipFill>
          <a:ln w="9525">
            <a:noFill/>
            <a:miter lim="800000"/>
            <a:headEnd/>
            <a:tailEnd/>
          </a:ln>
        </p:spPr>
        <p:txBody>
          <a:bodyPr wrap="none" anchor="ctr"/>
          <a:lstStyle/>
          <a:p>
            <a:pPr algn="ctr">
              <a:defRPr/>
            </a:pPr>
            <a:endParaRPr kumimoji="1" lang="en-US" dirty="0">
              <a:latin typeface="Times New Roman" pitchFamily="-111" charset="0"/>
            </a:endParaRPr>
          </a:p>
        </p:txBody>
      </p:sp>
      <p:pic>
        <p:nvPicPr>
          <p:cNvPr id="5" name="Picture 3" descr="A:\minispir.GIF"/>
          <p:cNvPicPr>
            <a:picLocks noChangeAspect="1" noChangeArrowheads="1"/>
          </p:cNvPicPr>
          <p:nvPr/>
        </p:nvPicPr>
        <p:blipFill>
          <a:blip r:embed="rId3"/>
          <a:srcRect/>
          <a:stretch>
            <a:fillRect/>
          </a:stretch>
        </p:blipFill>
        <p:spPr bwMode="ltGray">
          <a:xfrm>
            <a:off x="0" y="50800"/>
            <a:ext cx="1181100" cy="4286250"/>
          </a:xfrm>
          <a:prstGeom prst="rect">
            <a:avLst/>
          </a:prstGeom>
          <a:noFill/>
          <a:ln w="9525">
            <a:noFill/>
            <a:miter lim="800000"/>
            <a:headEnd/>
            <a:tailEnd/>
          </a:ln>
        </p:spPr>
      </p:pic>
      <p:sp>
        <p:nvSpPr>
          <p:cNvPr id="6" name="Rectangle 4" descr="Canvas"/>
          <p:cNvSpPr>
            <a:spLocks noChangeArrowheads="1"/>
          </p:cNvSpPr>
          <p:nvPr/>
        </p:nvSpPr>
        <p:spPr bwMode="white">
          <a:xfrm>
            <a:off x="596900" y="4130675"/>
            <a:ext cx="1041400" cy="457200"/>
          </a:xfrm>
          <a:prstGeom prst="rect">
            <a:avLst/>
          </a:prstGeom>
          <a:blipFill dpi="0" rotWithShape="0">
            <a:blip r:embed="rId2"/>
            <a:srcRect/>
            <a:tile tx="0" ty="0" sx="100000" sy="100000" flip="none" algn="tl"/>
          </a:blipFill>
          <a:ln w="9525">
            <a:noFill/>
            <a:miter lim="800000"/>
            <a:headEnd/>
            <a:tailEnd/>
          </a:ln>
          <a:effectLst/>
        </p:spPr>
        <p:txBody>
          <a:bodyPr wrap="none" anchor="ctr"/>
          <a:lstStyle/>
          <a:p>
            <a:pPr algn="ctr">
              <a:defRPr/>
            </a:pPr>
            <a:endParaRPr kumimoji="1" lang="en-US" dirty="0">
              <a:latin typeface="Times New Roman" pitchFamily="-111" charset="0"/>
            </a:endParaRPr>
          </a:p>
        </p:txBody>
      </p:sp>
      <p:pic>
        <p:nvPicPr>
          <p:cNvPr id="7" name="Picture 5" descr="A:\minispir.GIF"/>
          <p:cNvPicPr>
            <a:picLocks noChangeAspect="1" noChangeArrowheads="1"/>
          </p:cNvPicPr>
          <p:nvPr/>
        </p:nvPicPr>
        <p:blipFill>
          <a:blip r:embed="rId3"/>
          <a:srcRect t="39999"/>
          <a:stretch>
            <a:fillRect/>
          </a:stretch>
        </p:blipFill>
        <p:spPr bwMode="ltGray">
          <a:xfrm>
            <a:off x="0" y="4222750"/>
            <a:ext cx="1181100" cy="2571750"/>
          </a:xfrm>
          <a:prstGeom prst="rect">
            <a:avLst/>
          </a:prstGeom>
          <a:noFill/>
          <a:ln w="9525">
            <a:noFill/>
            <a:miter lim="800000"/>
            <a:headEnd/>
            <a:tailEnd/>
          </a:ln>
        </p:spPr>
      </p:pic>
      <p:sp>
        <p:nvSpPr>
          <p:cNvPr id="56326" name="Rectangle 6"/>
          <p:cNvSpPr>
            <a:spLocks noGrp="1" noChangeArrowheads="1"/>
          </p:cNvSpPr>
          <p:nvPr>
            <p:ph type="ctrTitle"/>
          </p:nvPr>
        </p:nvSpPr>
        <p:spPr>
          <a:xfrm>
            <a:off x="914400" y="2057400"/>
            <a:ext cx="7721600" cy="1143000"/>
          </a:xfrm>
        </p:spPr>
        <p:txBody>
          <a:bodyPr/>
          <a:lstStyle>
            <a:lvl1pPr>
              <a:defRPr/>
            </a:lvl1pPr>
          </a:lstStyle>
          <a:p>
            <a:r>
              <a:rPr lang="en-US"/>
              <a:t>Click to edit Master title style</a:t>
            </a:r>
          </a:p>
        </p:txBody>
      </p:sp>
      <p:sp>
        <p:nvSpPr>
          <p:cNvPr id="56327" name="Rectangle 7"/>
          <p:cNvSpPr>
            <a:spLocks noGrp="1" noChangeArrowheads="1"/>
          </p:cNvSpPr>
          <p:nvPr>
            <p:ph type="subTitle" idx="1"/>
          </p:nvPr>
        </p:nvSpPr>
        <p:spPr>
          <a:xfrm>
            <a:off x="1625600" y="3886200"/>
            <a:ext cx="6400800" cy="1771650"/>
          </a:xfrm>
        </p:spPr>
        <p:txBody>
          <a:bodyPr/>
          <a:lstStyle>
            <a:lvl1pPr marL="0" indent="0" algn="ctr">
              <a:buFontTx/>
              <a:buNone/>
              <a:defRPr/>
            </a:lvl1pPr>
          </a:lstStyle>
          <a:p>
            <a:r>
              <a:rPr lang="en-US" dirty="0"/>
              <a:t>Click to edit Master subtitle style</a:t>
            </a:r>
          </a:p>
        </p:txBody>
      </p:sp>
      <p:sp>
        <p:nvSpPr>
          <p:cNvPr id="8" name="Rectangle 8"/>
          <p:cNvSpPr>
            <a:spLocks noGrp="1" noChangeArrowheads="1"/>
          </p:cNvSpPr>
          <p:nvPr>
            <p:ph type="dt" sz="quarter" idx="10"/>
          </p:nvPr>
        </p:nvSpPr>
        <p:spPr/>
        <p:txBody>
          <a:bodyPr/>
          <a:lstStyle>
            <a:lvl1pPr>
              <a:defRPr/>
            </a:lvl1pPr>
          </a:lstStyle>
          <a:p>
            <a:pPr>
              <a:defRPr/>
            </a:pPr>
            <a:fld id="{34F265E6-AE68-491F-B62B-DBF092005A08}" type="datetime1">
              <a:rPr lang="en-US" smtClean="0"/>
              <a:pPr>
                <a:defRPr/>
              </a:pPr>
              <a:t>9/8/23</a:t>
            </a:fld>
            <a:endParaRPr lang="en-US" dirty="0"/>
          </a:p>
        </p:txBody>
      </p:sp>
      <p:sp>
        <p:nvSpPr>
          <p:cNvPr id="9" name="Rectangle 9"/>
          <p:cNvSpPr>
            <a:spLocks noGrp="1" noChangeArrowheads="1"/>
          </p:cNvSpPr>
          <p:nvPr>
            <p:ph type="ftr" sz="quarter" idx="11"/>
          </p:nvPr>
        </p:nvSpPr>
        <p:spPr/>
        <p:txBody>
          <a:bodyPr/>
          <a:lstStyle>
            <a:lvl1pPr>
              <a:defRPr dirty="0"/>
            </a:lvl1pPr>
          </a:lstStyle>
          <a:p>
            <a:pPr>
              <a:defRPr/>
            </a:pPr>
            <a:r>
              <a:rPr lang="en-US"/>
              <a:t>Principles of Network &amp; System Administration</a:t>
            </a:r>
            <a:endParaRPr lang="en-US" dirty="0"/>
          </a:p>
        </p:txBody>
      </p:sp>
      <p:sp>
        <p:nvSpPr>
          <p:cNvPr id="10" name="Rectangle 10"/>
          <p:cNvSpPr>
            <a:spLocks noGrp="1" noChangeArrowheads="1"/>
          </p:cNvSpPr>
          <p:nvPr>
            <p:ph type="sldNum" sz="quarter" idx="12"/>
          </p:nvPr>
        </p:nvSpPr>
        <p:spPr/>
        <p:txBody>
          <a:bodyPr/>
          <a:lstStyle>
            <a:lvl1pPr>
              <a:defRPr/>
            </a:lvl1pPr>
          </a:lstStyle>
          <a:p>
            <a:pPr>
              <a:defRPr/>
            </a:pPr>
            <a:fld id="{7ACED997-C1EE-4CD7-B637-75AE2488A81B}"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rgbClr val="906D58"/>
        </a:solidFill>
        <a:effectLst>
          <a:outerShdw blurRad="63500" dist="107763" dir="2700000" algn="ctr" rotWithShape="0">
            <a:srgbClr val="000000">
              <a:alpha val="74998"/>
            </a:srgbClr>
          </a:outerShdw>
        </a:effectLst>
      </p:bgPr>
    </p:bg>
    <p:spTree>
      <p:nvGrpSpPr>
        <p:cNvPr id="1" name=""/>
        <p:cNvGrpSpPr/>
        <p:nvPr/>
      </p:nvGrpSpPr>
      <p:grpSpPr>
        <a:xfrm>
          <a:off x="0" y="0"/>
          <a:ext cx="0" cy="0"/>
          <a:chOff x="0" y="0"/>
          <a:chExt cx="0" cy="0"/>
        </a:xfrm>
      </p:grpSpPr>
      <p:sp>
        <p:nvSpPr>
          <p:cNvPr id="1026" name="Rectangle 6"/>
          <p:cNvSpPr>
            <a:spLocks noGrp="1" noChangeArrowheads="1"/>
          </p:cNvSpPr>
          <p:nvPr>
            <p:ph type="title"/>
          </p:nvPr>
        </p:nvSpPr>
        <p:spPr bwMode="auto">
          <a:xfrm>
            <a:off x="1066800" y="381000"/>
            <a:ext cx="7620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7"/>
          <p:cNvSpPr>
            <a:spLocks noGrp="1" noChangeArrowheads="1"/>
          </p:cNvSpPr>
          <p:nvPr>
            <p:ph type="body" idx="1"/>
          </p:nvPr>
        </p:nvSpPr>
        <p:spPr bwMode="auto">
          <a:xfrm>
            <a:off x="1066800" y="1752600"/>
            <a:ext cx="76200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8"/>
          <p:cNvSpPr>
            <a:spLocks noGrp="1" noChangeArrowheads="1"/>
          </p:cNvSpPr>
          <p:nvPr>
            <p:ph type="dt" sz="quarter" idx="2"/>
          </p:nvPr>
        </p:nvSpPr>
        <p:spPr bwMode="auto">
          <a:xfrm>
            <a:off x="1084263" y="60960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fld id="{84381AA1-0F77-4147-9AC5-5A8ACBC53297}" type="datetime1">
              <a:rPr lang="en-US" smtClean="0"/>
              <a:pPr>
                <a:defRPr/>
              </a:pPr>
              <a:t>9/8/23</a:t>
            </a:fld>
            <a:endParaRPr lang="en-US" dirty="0"/>
          </a:p>
        </p:txBody>
      </p:sp>
      <p:sp>
        <p:nvSpPr>
          <p:cNvPr id="16" name="Rectangle 9"/>
          <p:cNvSpPr>
            <a:spLocks noGrp="1" noChangeArrowheads="1"/>
          </p:cNvSpPr>
          <p:nvPr>
            <p:ph type="ftr" sz="quarter" idx="3"/>
          </p:nvPr>
        </p:nvSpPr>
        <p:spPr bwMode="auto">
          <a:xfrm>
            <a:off x="3522663" y="6096000"/>
            <a:ext cx="2895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defRPr sz="1400" dirty="0"/>
            </a:lvl1pPr>
          </a:lstStyle>
          <a:p>
            <a:pPr>
              <a:defRPr/>
            </a:pPr>
            <a:r>
              <a:rPr lang="en-US"/>
              <a:t>Principles of Network &amp; System Administration</a:t>
            </a:r>
            <a:endParaRPr lang="en-US" dirty="0"/>
          </a:p>
        </p:txBody>
      </p:sp>
      <p:sp>
        <p:nvSpPr>
          <p:cNvPr id="17" name="Rectangle 10"/>
          <p:cNvSpPr>
            <a:spLocks noGrp="1" noChangeArrowheads="1"/>
          </p:cNvSpPr>
          <p:nvPr>
            <p:ph type="sldNum" sz="quarter" idx="4"/>
          </p:nvPr>
        </p:nvSpPr>
        <p:spPr bwMode="auto">
          <a:xfrm>
            <a:off x="6951663" y="60960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a:latin typeface="Times New Roman" pitchFamily="-111" charset="0"/>
              </a:defRPr>
            </a:lvl1pPr>
          </a:lstStyle>
          <a:p>
            <a:pPr>
              <a:defRPr/>
            </a:pPr>
            <a:fld id="{213464E6-451B-4C51-980D-0288596E0189}"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57" r:id="rId1"/>
  </p:sldLayoutIdLst>
  <p:hf hdr="0" dt="0"/>
  <p:txStyles>
    <p:titleStyle>
      <a:lvl1pPr algn="ctr" rtl="0" eaLnBrk="0" fontAlgn="base" hangingPunct="0">
        <a:spcBef>
          <a:spcPct val="0"/>
        </a:spcBef>
        <a:spcAft>
          <a:spcPct val="0"/>
        </a:spcAft>
        <a:defRPr sz="4400">
          <a:solidFill>
            <a:schemeClr val="tx2"/>
          </a:solidFill>
          <a:latin typeface="Arial" charset="0"/>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Times New Roman" pitchFamily="-111" charset="0"/>
        </a:defRPr>
      </a:lvl6pPr>
      <a:lvl7pPr marL="914400" algn="ctr" rtl="0" fontAlgn="base">
        <a:spcBef>
          <a:spcPct val="0"/>
        </a:spcBef>
        <a:spcAft>
          <a:spcPct val="0"/>
        </a:spcAft>
        <a:defRPr sz="4400">
          <a:solidFill>
            <a:schemeClr val="tx2"/>
          </a:solidFill>
          <a:latin typeface="Times New Roman" pitchFamily="-111" charset="0"/>
        </a:defRPr>
      </a:lvl7pPr>
      <a:lvl8pPr marL="1371600" algn="ctr" rtl="0" fontAlgn="base">
        <a:spcBef>
          <a:spcPct val="0"/>
        </a:spcBef>
        <a:spcAft>
          <a:spcPct val="0"/>
        </a:spcAft>
        <a:defRPr sz="4400">
          <a:solidFill>
            <a:schemeClr val="tx2"/>
          </a:solidFill>
          <a:latin typeface="Times New Roman" pitchFamily="-111" charset="0"/>
        </a:defRPr>
      </a:lvl8pPr>
      <a:lvl9pPr marL="1828800" algn="ctr" rtl="0" fontAlgn="base">
        <a:spcBef>
          <a:spcPct val="0"/>
        </a:spcBef>
        <a:spcAft>
          <a:spcPct val="0"/>
        </a:spcAft>
        <a:defRPr sz="4400">
          <a:solidFill>
            <a:schemeClr val="tx2"/>
          </a:solidFill>
          <a:latin typeface="Times New Roman" pitchFamily="-111" charset="0"/>
        </a:defRPr>
      </a:lvl9pPr>
    </p:titleStyle>
    <p:bodyStyle>
      <a:lvl1pPr marL="342900" indent="-342900" algn="l" rtl="0" eaLnBrk="0" fontAlgn="base" hangingPunct="0">
        <a:spcBef>
          <a:spcPct val="20000"/>
        </a:spcBef>
        <a:spcAft>
          <a:spcPct val="0"/>
        </a:spcAft>
        <a:buChar char="•"/>
        <a:defRPr sz="3200">
          <a:solidFill>
            <a:schemeClr val="tx1"/>
          </a:solidFill>
          <a:latin typeface="Arial"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Arial" charset="0"/>
          <a:ea typeface="ＭＳ Ｐゴシック" pitchFamily="-111" charset="-128"/>
          <a:cs typeface="ＭＳ Ｐゴシック"/>
        </a:defRPr>
      </a:lvl2pPr>
      <a:lvl3pPr marL="1143000" indent="-228600" algn="l" rtl="0" eaLnBrk="0" fontAlgn="base" hangingPunct="0">
        <a:spcBef>
          <a:spcPct val="20000"/>
        </a:spcBef>
        <a:spcAft>
          <a:spcPct val="0"/>
        </a:spcAft>
        <a:buChar char="•"/>
        <a:defRPr sz="2400">
          <a:solidFill>
            <a:schemeClr val="tx1"/>
          </a:solidFill>
          <a:latin typeface="Arial" charset="0"/>
          <a:ea typeface="ＭＳ Ｐゴシック" pitchFamily="-111" charset="-128"/>
          <a:cs typeface="ＭＳ Ｐゴシック"/>
        </a:defRPr>
      </a:lvl3pPr>
      <a:lvl4pPr marL="1600200" indent="-228600" algn="l" rtl="0" eaLnBrk="0" fontAlgn="base" hangingPunct="0">
        <a:spcBef>
          <a:spcPct val="20000"/>
        </a:spcBef>
        <a:spcAft>
          <a:spcPct val="0"/>
        </a:spcAft>
        <a:buChar char="–"/>
        <a:defRPr sz="2000">
          <a:solidFill>
            <a:schemeClr val="tx1"/>
          </a:solidFill>
          <a:latin typeface="Arial" charset="0"/>
          <a:ea typeface="ＭＳ Ｐゴシック" pitchFamily="-111" charset="-128"/>
          <a:cs typeface="ＭＳ Ｐゴシック"/>
        </a:defRPr>
      </a:lvl4pPr>
      <a:lvl5pPr marL="2057400" indent="-228600" algn="l" rtl="0" eaLnBrk="0" fontAlgn="base" hangingPunct="0">
        <a:spcBef>
          <a:spcPct val="20000"/>
        </a:spcBef>
        <a:spcAft>
          <a:spcPct val="0"/>
        </a:spcAft>
        <a:buChar char="»"/>
        <a:defRPr sz="2000">
          <a:solidFill>
            <a:schemeClr val="tx1"/>
          </a:solidFill>
          <a:latin typeface="Arial" charset="0"/>
          <a:ea typeface="ＭＳ Ｐゴシック" pitchFamily="-111" charset="-128"/>
          <a:cs typeface="ＭＳ Ｐゴシック"/>
        </a:defRPr>
      </a:lvl5pPr>
      <a:lvl6pPr marL="2514600" indent="-228600" algn="l" rtl="0" fontAlgn="base">
        <a:spcBef>
          <a:spcPct val="20000"/>
        </a:spcBef>
        <a:spcAft>
          <a:spcPct val="0"/>
        </a:spcAft>
        <a:buChar char="»"/>
        <a:defRPr sz="2000">
          <a:solidFill>
            <a:schemeClr val="tx1"/>
          </a:solidFill>
          <a:latin typeface="+mn-lt"/>
          <a:ea typeface="ＭＳ Ｐゴシック" pitchFamily="-111"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11"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11"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11" charset="-128"/>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huyvq@hanu.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www.domain.country/"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ftp://ftp.domain.country/"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
          <p:cNvSpPr>
            <a:spLocks noGrp="1" noChangeArrowheads="1"/>
          </p:cNvSpPr>
          <p:nvPr>
            <p:ph type="sldNum" sz="quarter" idx="12"/>
          </p:nvPr>
        </p:nvSpPr>
        <p:spPr>
          <a:noFill/>
        </p:spPr>
        <p:txBody>
          <a:bodyPr/>
          <a:lstStyle/>
          <a:p>
            <a:fld id="{162DDB82-6020-4CB8-B26C-0C1F34BD6477}" type="slidenum">
              <a:rPr lang="en-US" smtClean="0">
                <a:latin typeface="Times New Roman" pitchFamily="18" charset="0"/>
              </a:rPr>
              <a:pPr/>
              <a:t>1</a:t>
            </a:fld>
            <a:endParaRPr lang="en-US">
              <a:latin typeface="Times New Roman" pitchFamily="18" charset="0"/>
            </a:endParaRPr>
          </a:p>
        </p:txBody>
      </p:sp>
      <p:sp>
        <p:nvSpPr>
          <p:cNvPr id="4099" name="Rectangle 2"/>
          <p:cNvSpPr>
            <a:spLocks noGrp="1" noChangeArrowheads="1"/>
          </p:cNvSpPr>
          <p:nvPr>
            <p:ph type="ctrTitle"/>
          </p:nvPr>
        </p:nvSpPr>
        <p:spPr>
          <a:xfrm>
            <a:off x="990600" y="3295650"/>
            <a:ext cx="7721600" cy="1143000"/>
          </a:xfrm>
        </p:spPr>
        <p:txBody>
          <a:bodyPr/>
          <a:lstStyle/>
          <a:p>
            <a:pPr eaLnBrk="1" hangingPunct="1"/>
            <a:r>
              <a:rPr kumimoji="1" lang="en-US" dirty="0">
                <a:latin typeface="Times New Roman" pitchFamily="18" charset="0"/>
              </a:rPr>
              <a:t>Chapter 3: </a:t>
            </a:r>
            <a:br>
              <a:rPr kumimoji="1" lang="en-US" dirty="0">
                <a:latin typeface="Times New Roman" pitchFamily="18" charset="0"/>
              </a:rPr>
            </a:br>
            <a:r>
              <a:rPr kumimoji="1" lang="en-US" dirty="0">
                <a:latin typeface="Times New Roman" pitchFamily="18" charset="0"/>
              </a:rPr>
              <a:t>Networked Communities</a:t>
            </a:r>
          </a:p>
        </p:txBody>
      </p:sp>
      <p:sp>
        <p:nvSpPr>
          <p:cNvPr id="4100" name="Rectangle 3"/>
          <p:cNvSpPr>
            <a:spLocks noGrp="1" noChangeArrowheads="1"/>
          </p:cNvSpPr>
          <p:nvPr>
            <p:ph type="subTitle" idx="1"/>
          </p:nvPr>
        </p:nvSpPr>
        <p:spPr>
          <a:xfrm>
            <a:off x="1752600" y="1524000"/>
            <a:ext cx="6400800" cy="1771650"/>
          </a:xfrm>
        </p:spPr>
        <p:txBody>
          <a:bodyPr/>
          <a:lstStyle/>
          <a:p>
            <a:pPr eaLnBrk="1" hangingPunct="1"/>
            <a:r>
              <a:rPr lang="en-US" dirty="0">
                <a:latin typeface="Times New Roman" pitchFamily="18" charset="0"/>
              </a:rPr>
              <a:t>Network Administration</a:t>
            </a:r>
            <a:endParaRPr kumimoji="1" lang="en-US" dirty="0">
              <a:latin typeface="Times New Roman" pitchFamily="18" charset="0"/>
            </a:endParaRPr>
          </a:p>
          <a:p>
            <a:pPr eaLnBrk="1" hangingPunct="1"/>
            <a:endParaRPr kumimoji="1" lang="en-US" dirty="0">
              <a:latin typeface="Times New Roman" pitchFamily="18" charset="0"/>
            </a:endParaRPr>
          </a:p>
          <a:p>
            <a:pPr eaLnBrk="1" hangingPunct="1"/>
            <a:endParaRPr kumimoji="1" lang="en-US" dirty="0">
              <a:latin typeface="Times New Roman" pitchFamily="18" charset="0"/>
            </a:endParaRPr>
          </a:p>
        </p:txBody>
      </p:sp>
      <p:sp>
        <p:nvSpPr>
          <p:cNvPr id="6" name="Footer Placeholder 5"/>
          <p:cNvSpPr>
            <a:spLocks noGrp="1"/>
          </p:cNvSpPr>
          <p:nvPr>
            <p:ph type="ftr" sz="quarter" idx="11"/>
          </p:nvPr>
        </p:nvSpPr>
        <p:spPr>
          <a:xfrm>
            <a:off x="3522663" y="5943600"/>
            <a:ext cx="2344737" cy="609600"/>
          </a:xfrm>
        </p:spPr>
        <p:txBody>
          <a:bodyPr/>
          <a:lstStyle/>
          <a:p>
            <a:pPr>
              <a:defRPr/>
            </a:pPr>
            <a:r>
              <a:rPr lang="en-US" dirty="0">
                <a:hlinkClick r:id="rId2"/>
              </a:rPr>
              <a:t>huyvq@hanu.edu.vn</a:t>
            </a:r>
            <a:endParaRPr lang="en-US" dirty="0"/>
          </a:p>
          <a:p>
            <a:pPr>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2</a:t>
            </a:fld>
            <a:endParaRPr lang="en-US">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r>
              <a:rPr lang="en-US" dirty="0">
                <a:solidFill>
                  <a:srgbClr val="1A1818"/>
                </a:solidFill>
                <a:effectLst/>
                <a:latin typeface="Times New Roman" panose="02020603050405020304" pitchFamily="18" charset="0"/>
                <a:cs typeface="Times New Roman" panose="02020603050405020304" pitchFamily="18" charset="0"/>
              </a:rPr>
              <a:t>Networked communities</a:t>
            </a:r>
          </a:p>
        </p:txBody>
      </p:sp>
      <p:sp>
        <p:nvSpPr>
          <p:cNvPr id="5124" name="Rectangle 3"/>
          <p:cNvSpPr>
            <a:spLocks noGrp="1" noChangeArrowheads="1"/>
          </p:cNvSpPr>
          <p:nvPr>
            <p:ph type="body" idx="4294967295"/>
          </p:nvPr>
        </p:nvSpPr>
        <p:spPr>
          <a:xfrm>
            <a:off x="1066800" y="1752600"/>
            <a:ext cx="7620000" cy="4572000"/>
          </a:xfrm>
        </p:spPr>
        <p:txBody>
          <a:bodyPr lIns="92075" tIns="46038" rIns="92075" bIns="46038"/>
          <a:lstStyle/>
          <a:p>
            <a:r>
              <a:rPr lang="en-US" sz="2400" dirty="0">
                <a:solidFill>
                  <a:srgbClr val="1A1818"/>
                </a:solidFill>
                <a:effectLst/>
                <a:latin typeface="Times New Roman" panose="02020603050405020304" pitchFamily="18" charset="0"/>
                <a:cs typeface="Times New Roman" panose="02020603050405020304" pitchFamily="18" charset="0"/>
              </a:rPr>
              <a:t>System administration is not just about machines and individuals, it is about communities.</a:t>
            </a:r>
          </a:p>
          <a:p>
            <a:r>
              <a:rPr lang="en-US" sz="2400" dirty="0">
                <a:solidFill>
                  <a:srgbClr val="1A1818"/>
                </a:solidFill>
                <a:latin typeface="Times New Roman" panose="02020603050405020304" pitchFamily="18" charset="0"/>
                <a:cs typeface="Times New Roman" panose="02020603050405020304" pitchFamily="18" charset="0"/>
              </a:rPr>
              <a:t>Local community of users on multi-user machines</a:t>
            </a:r>
          </a:p>
          <a:p>
            <a:pPr>
              <a:buFont typeface="Wingdings" pitchFamily="2" charset="2"/>
              <a:buChar char="è"/>
            </a:pPr>
            <a:r>
              <a:rPr lang="en-US" sz="2400" dirty="0">
                <a:solidFill>
                  <a:srgbClr val="1A1818"/>
                </a:solidFill>
                <a:latin typeface="Times New Roman" panose="02020603050405020304" pitchFamily="18" charset="0"/>
                <a:cs typeface="Times New Roman" panose="02020603050405020304" pitchFamily="18" charset="0"/>
              </a:rPr>
              <a:t>the local area network community of machines at a site</a:t>
            </a:r>
          </a:p>
          <a:p>
            <a:pPr>
              <a:buFont typeface="Wingdings" pitchFamily="2" charset="2"/>
              <a:buChar char="è"/>
            </a:pPr>
            <a:r>
              <a:rPr lang="en-US" sz="2400" dirty="0">
                <a:solidFill>
                  <a:srgbClr val="1A1818"/>
                </a:solidFill>
                <a:latin typeface="Times New Roman" panose="02020603050405020304" pitchFamily="18" charset="0"/>
                <a:cs typeface="Times New Roman" panose="02020603050405020304" pitchFamily="18" charset="0"/>
              </a:rPr>
              <a:t>the global community of all machines and networks in the world</a:t>
            </a:r>
          </a:p>
          <a:p>
            <a:r>
              <a:rPr lang="en-US" sz="2400" dirty="0">
                <a:solidFill>
                  <a:srgbClr val="1A1818"/>
                </a:solidFill>
                <a:latin typeface="Times New Roman" panose="02020603050405020304" pitchFamily="18" charset="0"/>
                <a:cs typeface="Times New Roman" panose="02020603050405020304" pitchFamily="18" charset="0"/>
              </a:rPr>
              <a:t>Inherit an existing network.</a:t>
            </a: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1000" dirty="0">
              <a:solidFill>
                <a:srgbClr val="1A1818"/>
              </a:solidFill>
              <a:effectLst/>
              <a:latin typeface="Helvetica" pitchFamily="2" charset="0"/>
            </a:endParaRPr>
          </a:p>
          <a:p>
            <a:endParaRPr lang="en-US" sz="1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pPr eaLnBrk="1" hangingPunct="1">
              <a:lnSpc>
                <a:spcPct val="80000"/>
              </a:lnSpc>
            </a:pPr>
            <a:endParaRPr kumimoji="1" lang="en-US" sz="2400" dirty="0">
              <a:latin typeface="Times New Roman" panose="02020603050405020304" pitchFamily="18" charset="0"/>
              <a:ea typeface="ＭＳ Ｐゴシック"/>
              <a:cs typeface="Times New Roman" panose="02020603050405020304" pitchFamily="18" charset="0"/>
            </a:endParaRPr>
          </a:p>
        </p:txBody>
      </p:sp>
      <p:sp>
        <p:nvSpPr>
          <p:cNvPr id="6" name="Footer Placeholder 5"/>
          <p:cNvSpPr>
            <a:spLocks noGrp="1"/>
          </p:cNvSpPr>
          <p:nvPr>
            <p:ph type="ftr" sz="quarter" idx="11"/>
          </p:nvPr>
        </p:nvSpPr>
        <p:spPr/>
        <p:txBody>
          <a:bodyPr/>
          <a:lstStyle/>
          <a:p>
            <a:pPr>
              <a:defRPr/>
            </a:pPr>
            <a:r>
              <a:rPr lang="en-US"/>
              <a:t>Principles of Network &amp; System Administration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3</a:t>
            </a:fld>
            <a:endParaRPr lang="en-US">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r>
              <a:rPr lang="en-US" dirty="0">
                <a:solidFill>
                  <a:srgbClr val="1A1818"/>
                </a:solidFill>
                <a:effectLst/>
                <a:latin typeface="Times New Roman" panose="02020603050405020304" pitchFamily="18" charset="0"/>
                <a:cs typeface="Times New Roman" panose="02020603050405020304" pitchFamily="18" charset="0"/>
              </a:rPr>
              <a:t>Communities and enterprises</a:t>
            </a:r>
          </a:p>
        </p:txBody>
      </p:sp>
      <p:sp>
        <p:nvSpPr>
          <p:cNvPr id="5124" name="Rectangle 3"/>
          <p:cNvSpPr>
            <a:spLocks noGrp="1" noChangeArrowheads="1"/>
          </p:cNvSpPr>
          <p:nvPr>
            <p:ph type="body" idx="4294967295"/>
          </p:nvPr>
        </p:nvSpPr>
        <p:spPr>
          <a:xfrm>
            <a:off x="1066800" y="1752600"/>
            <a:ext cx="7620000" cy="4572000"/>
          </a:xfrm>
        </p:spPr>
        <p:txBody>
          <a:bodyPr lIns="92075" tIns="46038" rIns="92075" bIns="46038"/>
          <a:lstStyle/>
          <a:p>
            <a:r>
              <a:rPr lang="en-US" sz="2400" b="1" dirty="0">
                <a:solidFill>
                  <a:srgbClr val="1A1818"/>
                </a:solidFill>
                <a:latin typeface="Times New Roman" panose="02020603050405020304" pitchFamily="18" charset="0"/>
                <a:cs typeface="Times New Roman" panose="02020603050405020304" pitchFamily="18" charset="0"/>
              </a:rPr>
              <a:t>B</a:t>
            </a:r>
            <a:r>
              <a:rPr lang="en-US" sz="2400" b="1" dirty="0">
                <a:solidFill>
                  <a:srgbClr val="1A1818"/>
                </a:solidFill>
                <a:effectLst/>
                <a:latin typeface="Times New Roman" panose="02020603050405020304" pitchFamily="18" charset="0"/>
                <a:cs typeface="Times New Roman" panose="02020603050405020304" pitchFamily="18" charset="0"/>
              </a:rPr>
              <a:t>asic principle of communities: </a:t>
            </a:r>
            <a:r>
              <a:rPr lang="en-US" sz="2400" dirty="0">
                <a:solidFill>
                  <a:srgbClr val="1A1818"/>
                </a:solidFill>
                <a:effectLst/>
                <a:latin typeface="Times New Roman" panose="02020603050405020304" pitchFamily="18" charset="0"/>
                <a:cs typeface="Times New Roman" panose="02020603050405020304" pitchFamily="18" charset="0"/>
              </a:rPr>
              <a:t>What one member of a cooperative community does affects every other member and vice versa. Each member of the community therefore has a responsibility to consider the well-being of the other members of the community.</a:t>
            </a:r>
          </a:p>
          <a:p>
            <a:r>
              <a:rPr lang="en-US" sz="2400" dirty="0">
                <a:solidFill>
                  <a:srgbClr val="1A1818"/>
                </a:solidFill>
                <a:latin typeface="Times New Roman" panose="02020603050405020304" pitchFamily="18" charset="0"/>
                <a:cs typeface="Times New Roman" panose="02020603050405020304" pitchFamily="18" charset="0"/>
              </a:rPr>
              <a:t>P</a:t>
            </a:r>
            <a:r>
              <a:rPr lang="en-US" sz="2400" dirty="0">
                <a:solidFill>
                  <a:srgbClr val="1A1818"/>
                </a:solidFill>
                <a:effectLst/>
                <a:latin typeface="Times New Roman" panose="02020603050405020304" pitchFamily="18" charset="0"/>
                <a:cs typeface="Times New Roman" panose="02020603050405020304" pitchFamily="18" charset="0"/>
              </a:rPr>
              <a:t>reserve the stability of a community by making </a:t>
            </a:r>
            <a:r>
              <a:rPr lang="en-US" sz="2400" b="1" dirty="0">
                <a:solidFill>
                  <a:srgbClr val="1A1818"/>
                </a:solidFill>
                <a:effectLst/>
                <a:latin typeface="Times New Roman" panose="02020603050405020304" pitchFamily="18" charset="0"/>
                <a:cs typeface="Times New Roman" panose="02020603050405020304" pitchFamily="18" charset="0"/>
              </a:rPr>
              <a:t>rules, laws </a:t>
            </a:r>
            <a:r>
              <a:rPr lang="en-US" sz="2400" dirty="0">
                <a:solidFill>
                  <a:srgbClr val="1A1818"/>
                </a:solidFill>
                <a:effectLst/>
                <a:latin typeface="Times New Roman" panose="02020603050405020304" pitchFamily="18" charset="0"/>
                <a:cs typeface="Times New Roman" panose="02020603050405020304" pitchFamily="18" charset="0"/>
              </a:rPr>
              <a:t>or</a:t>
            </a:r>
            <a:r>
              <a:rPr lang="en-US" sz="2400" b="1" dirty="0">
                <a:solidFill>
                  <a:srgbClr val="1A1818"/>
                </a:solidFill>
                <a:effectLst/>
                <a:latin typeface="Times New Roman" panose="02020603050405020304" pitchFamily="18" charset="0"/>
                <a:cs typeface="Times New Roman" panose="02020603050405020304" pitchFamily="18" charset="0"/>
              </a:rPr>
              <a:t> policies.</a:t>
            </a: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pPr eaLnBrk="1" hangingPunct="1">
              <a:lnSpc>
                <a:spcPct val="80000"/>
              </a:lnSpc>
            </a:pPr>
            <a:endParaRPr kumimoji="1" lang="en-US" sz="2400" dirty="0">
              <a:latin typeface="Times New Roman" panose="02020603050405020304" pitchFamily="18" charset="0"/>
              <a:ea typeface="ＭＳ Ｐゴシック"/>
              <a:cs typeface="Times New Roman" panose="02020603050405020304" pitchFamily="18" charset="0"/>
            </a:endParaRPr>
          </a:p>
        </p:txBody>
      </p:sp>
      <p:sp>
        <p:nvSpPr>
          <p:cNvPr id="6" name="Footer Placeholder 5"/>
          <p:cNvSpPr>
            <a:spLocks noGrp="1"/>
          </p:cNvSpPr>
          <p:nvPr>
            <p:ph type="ftr" sz="quarter" idx="11"/>
          </p:nvPr>
        </p:nvSpPr>
        <p:spPr/>
        <p:txBody>
          <a:bodyPr/>
          <a:lstStyle/>
          <a:p>
            <a:pPr>
              <a:defRPr/>
            </a:pPr>
            <a:r>
              <a:rPr lang="en-US"/>
              <a:t>Principles of Network &amp; System Administration</a:t>
            </a:r>
            <a:endParaRPr lang="en-US" dirty="0"/>
          </a:p>
        </p:txBody>
      </p:sp>
    </p:spTree>
    <p:extLst>
      <p:ext uri="{BB962C8B-B14F-4D97-AF65-F5344CB8AC3E}">
        <p14:creationId xmlns:p14="http://schemas.microsoft.com/office/powerpoint/2010/main" val="1843248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4</a:t>
            </a:fld>
            <a:endParaRPr lang="en-US">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r>
              <a:rPr lang="en-US" dirty="0">
                <a:solidFill>
                  <a:srgbClr val="1A1818"/>
                </a:solidFill>
                <a:effectLst/>
                <a:latin typeface="Times New Roman" panose="02020603050405020304" pitchFamily="18" charset="0"/>
                <a:cs typeface="Times New Roman" panose="02020603050405020304" pitchFamily="18" charset="0"/>
              </a:rPr>
              <a:t>Policy blueprints</a:t>
            </a:r>
          </a:p>
        </p:txBody>
      </p:sp>
      <p:sp>
        <p:nvSpPr>
          <p:cNvPr id="5124" name="Rectangle 3"/>
          <p:cNvSpPr>
            <a:spLocks noGrp="1" noChangeArrowheads="1"/>
          </p:cNvSpPr>
          <p:nvPr>
            <p:ph type="body" idx="4294967295"/>
          </p:nvPr>
        </p:nvSpPr>
        <p:spPr>
          <a:xfrm>
            <a:off x="1066800" y="1519052"/>
            <a:ext cx="7620000" cy="4572000"/>
          </a:xfrm>
        </p:spPr>
        <p:txBody>
          <a:bodyPr lIns="92075" tIns="46038" rIns="92075" bIns="46038"/>
          <a:lstStyle/>
          <a:p>
            <a:r>
              <a:rPr lang="en-US" sz="2400" b="1" dirty="0">
                <a:solidFill>
                  <a:srgbClr val="1A1818"/>
                </a:solidFill>
                <a:latin typeface="Times New Roman" panose="02020603050405020304" pitchFamily="18" charset="0"/>
                <a:cs typeface="Times New Roman" panose="02020603050405020304" pitchFamily="18" charset="0"/>
              </a:rPr>
              <a:t>P</a:t>
            </a:r>
            <a:r>
              <a:rPr lang="en-US" sz="2400" b="1" dirty="0">
                <a:solidFill>
                  <a:srgbClr val="1A1818"/>
                </a:solidFill>
                <a:effectLst/>
                <a:latin typeface="Times New Roman" panose="02020603050405020304" pitchFamily="18" charset="0"/>
                <a:cs typeface="Times New Roman" panose="02020603050405020304" pitchFamily="18" charset="0"/>
              </a:rPr>
              <a:t>redictable system: </a:t>
            </a:r>
            <a:r>
              <a:rPr lang="en-US" sz="2400" dirty="0">
                <a:solidFill>
                  <a:srgbClr val="1A1818"/>
                </a:solidFill>
                <a:effectLst/>
                <a:latin typeface="Times New Roman" panose="02020603050405020304" pitchFamily="18" charset="0"/>
                <a:cs typeface="Times New Roman" panose="02020603050405020304" pitchFamily="18" charset="0"/>
              </a:rPr>
              <a:t>what should the system look like and how should it behave?  =&gt; </a:t>
            </a:r>
            <a:r>
              <a:rPr lang="en-US" sz="2400" b="1" dirty="0">
                <a:solidFill>
                  <a:srgbClr val="1A1818"/>
                </a:solidFill>
                <a:effectLst/>
                <a:latin typeface="Times New Roman" panose="02020603050405020304" pitchFamily="18" charset="0"/>
                <a:cs typeface="Times New Roman" panose="02020603050405020304" pitchFamily="18" charset="0"/>
              </a:rPr>
              <a:t>policy</a:t>
            </a:r>
          </a:p>
          <a:p>
            <a:r>
              <a:rPr lang="en-US" sz="2400" b="1" dirty="0">
                <a:solidFill>
                  <a:srgbClr val="1A1818"/>
                </a:solidFill>
                <a:latin typeface="Times New Roman" panose="02020603050405020304" pitchFamily="18" charset="0"/>
                <a:cs typeface="Times New Roman" panose="02020603050405020304" pitchFamily="18" charset="0"/>
              </a:rPr>
              <a:t>Def</a:t>
            </a:r>
            <a:r>
              <a:rPr lang="en-US" sz="2400" dirty="0">
                <a:solidFill>
                  <a:srgbClr val="1A1818"/>
                </a:solidFill>
                <a:latin typeface="Times New Roman" panose="02020603050405020304" pitchFamily="18" charset="0"/>
                <a:cs typeface="Times New Roman" panose="02020603050405020304" pitchFamily="18" charset="0"/>
              </a:rPr>
              <a:t>: Policy is a statement of aims and wishes that is codified, as far as possible, into a formal blueprint for infrastructure and a schema of responses (contingencies) for possible events.</a:t>
            </a:r>
          </a:p>
          <a:p>
            <a:r>
              <a:rPr lang="en-US" sz="2400" dirty="0">
                <a:solidFill>
                  <a:srgbClr val="1A1818"/>
                </a:solidFill>
                <a:latin typeface="Times New Roman" panose="02020603050405020304" pitchFamily="18" charset="0"/>
                <a:cs typeface="Times New Roman" panose="02020603050405020304" pitchFamily="18" charset="0"/>
              </a:rPr>
              <a:t>Predictable system should look like:</a:t>
            </a:r>
          </a:p>
          <a:p>
            <a:pPr lvl="1"/>
            <a:r>
              <a:rPr lang="en-US" sz="2400" dirty="0">
                <a:solidFill>
                  <a:srgbClr val="1A1818"/>
                </a:solidFill>
                <a:latin typeface="Times New Roman" panose="02020603050405020304" pitchFamily="18" charset="0"/>
                <a:ea typeface="+mn-ea"/>
                <a:cs typeface="Times New Roman" panose="02020603050405020304" pitchFamily="18" charset="0"/>
              </a:rPr>
              <a:t>A blueprint of infrastructure.</a:t>
            </a:r>
          </a:p>
          <a:p>
            <a:pPr lvl="1"/>
            <a:r>
              <a:rPr lang="en-US" sz="2400" dirty="0">
                <a:solidFill>
                  <a:srgbClr val="1A1818"/>
                </a:solidFill>
                <a:latin typeface="Times New Roman" panose="02020603050405020304" pitchFamily="18" charset="0"/>
                <a:ea typeface="+mn-ea"/>
                <a:cs typeface="Times New Roman" panose="02020603050405020304" pitchFamily="18" charset="0"/>
              </a:rPr>
              <a:t>Production targets (resource availability).</a:t>
            </a:r>
          </a:p>
          <a:p>
            <a:pPr lvl="1"/>
            <a:r>
              <a:rPr lang="en-US" sz="2400" dirty="0">
                <a:solidFill>
                  <a:srgbClr val="1A1818"/>
                </a:solidFill>
                <a:latin typeface="Times New Roman" panose="02020603050405020304" pitchFamily="18" charset="0"/>
                <a:ea typeface="+mn-ea"/>
                <a:cs typeface="Times New Roman" panose="02020603050405020304" pitchFamily="18" charset="0"/>
              </a:rPr>
              <a:t>Restriction of behavior (limiting authority, access).</a:t>
            </a:r>
          </a:p>
          <a:p>
            <a:pPr lvl="1"/>
            <a:r>
              <a:rPr lang="en-US" sz="2400" dirty="0">
                <a:solidFill>
                  <a:srgbClr val="1A1818"/>
                </a:solidFill>
                <a:latin typeface="Times New Roman" panose="02020603050405020304" pitchFamily="18" charset="0"/>
                <a:ea typeface="+mn-ea"/>
                <a:cs typeface="Times New Roman" panose="02020603050405020304" pitchFamily="18" charset="0"/>
              </a:rPr>
              <a:t>Stimulus–response checklists (maintenance).</a:t>
            </a:r>
          </a:p>
          <a:p>
            <a:pPr lvl="1"/>
            <a:endParaRPr lang="en-US" sz="10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pPr eaLnBrk="1" hangingPunct="1">
              <a:lnSpc>
                <a:spcPct val="80000"/>
              </a:lnSpc>
            </a:pPr>
            <a:endParaRPr kumimoji="1" lang="en-US" sz="2400" dirty="0">
              <a:latin typeface="Times New Roman" panose="02020603050405020304" pitchFamily="18" charset="0"/>
              <a:ea typeface="ＭＳ Ｐゴシック"/>
              <a:cs typeface="Times New Roman" panose="02020603050405020304" pitchFamily="18" charset="0"/>
            </a:endParaRPr>
          </a:p>
        </p:txBody>
      </p:sp>
      <p:sp>
        <p:nvSpPr>
          <p:cNvPr id="6" name="Footer Placeholder 5"/>
          <p:cNvSpPr>
            <a:spLocks noGrp="1"/>
          </p:cNvSpPr>
          <p:nvPr>
            <p:ph type="ftr" sz="quarter" idx="11"/>
          </p:nvPr>
        </p:nvSpPr>
        <p:spPr/>
        <p:txBody>
          <a:bodyPr/>
          <a:lstStyle/>
          <a:p>
            <a:pPr>
              <a:defRPr/>
            </a:pPr>
            <a:r>
              <a:rPr lang="en-US"/>
              <a:t>Principles of Network &amp; System Administration</a:t>
            </a:r>
            <a:endParaRPr lang="en-US" dirty="0"/>
          </a:p>
        </p:txBody>
      </p:sp>
    </p:spTree>
    <p:extLst>
      <p:ext uri="{BB962C8B-B14F-4D97-AF65-F5344CB8AC3E}">
        <p14:creationId xmlns:p14="http://schemas.microsoft.com/office/powerpoint/2010/main" val="4043214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5</a:t>
            </a:fld>
            <a:endParaRPr lang="en-US">
              <a:latin typeface="Times New Roman" pitchFamily="18" charset="0"/>
            </a:endParaRPr>
          </a:p>
        </p:txBody>
      </p:sp>
      <p:sp>
        <p:nvSpPr>
          <p:cNvPr id="5123" name="Rectangle 2"/>
          <p:cNvSpPr>
            <a:spLocks noGrp="1" noChangeArrowheads="1"/>
          </p:cNvSpPr>
          <p:nvPr>
            <p:ph type="title" idx="4294967295"/>
          </p:nvPr>
        </p:nvSpPr>
        <p:spPr/>
        <p:txBody>
          <a:bodyPr lIns="92075" tIns="46038" rIns="92075" bIns="46038"/>
          <a:lstStyle/>
          <a:p>
            <a:r>
              <a:rPr lang="en-US" dirty="0">
                <a:solidFill>
                  <a:srgbClr val="1A1818"/>
                </a:solidFill>
                <a:effectLst/>
                <a:latin typeface="Times New Roman" panose="02020603050405020304" pitchFamily="18" charset="0"/>
                <a:cs typeface="Times New Roman" panose="02020603050405020304" pitchFamily="18" charset="0"/>
              </a:rPr>
              <a:t>System uniformity</a:t>
            </a:r>
          </a:p>
        </p:txBody>
      </p:sp>
      <p:sp>
        <p:nvSpPr>
          <p:cNvPr id="5124" name="Rectangle 3"/>
          <p:cNvSpPr>
            <a:spLocks noGrp="1" noChangeArrowheads="1"/>
          </p:cNvSpPr>
          <p:nvPr>
            <p:ph type="body" idx="4294967295"/>
          </p:nvPr>
        </p:nvSpPr>
        <p:spPr>
          <a:xfrm>
            <a:off x="1032164" y="1295400"/>
            <a:ext cx="7620000" cy="4572000"/>
          </a:xfrm>
        </p:spPr>
        <p:txBody>
          <a:bodyPr lIns="92075" tIns="46038" rIns="92075" bIns="46038"/>
          <a:lstStyle/>
          <a:p>
            <a:r>
              <a:rPr lang="en-US" sz="2400" dirty="0">
                <a:solidFill>
                  <a:srgbClr val="1A1818"/>
                </a:solidFill>
                <a:effectLst/>
                <a:latin typeface="Times New Roman" panose="02020603050405020304" pitchFamily="18" charset="0"/>
                <a:cs typeface="Times New Roman" panose="02020603050405020304" pitchFamily="18" charset="0"/>
              </a:rPr>
              <a:t>Given the chance to choose the hardware and software at a site: to standardize as far as possible, or to vary as much as possible.</a:t>
            </a:r>
            <a:endParaRPr lang="en-US" sz="1000" dirty="0">
              <a:solidFill>
                <a:srgbClr val="1A1818"/>
              </a:solidFill>
              <a:effectLst/>
              <a:latin typeface="Helvetica" pitchFamily="2" charset="0"/>
            </a:endParaRPr>
          </a:p>
          <a:p>
            <a:r>
              <a:rPr lang="en-US" sz="2400" b="1" dirty="0">
                <a:solidFill>
                  <a:srgbClr val="1A1818"/>
                </a:solidFill>
                <a:effectLst/>
                <a:latin typeface="Times New Roman" panose="02020603050405020304" pitchFamily="18" charset="0"/>
                <a:cs typeface="Times New Roman" panose="02020603050405020304" pitchFamily="18" charset="0"/>
              </a:rPr>
              <a:t>Principle(Uniformity). </a:t>
            </a:r>
            <a:r>
              <a:rPr lang="en-US" sz="2400" dirty="0">
                <a:solidFill>
                  <a:srgbClr val="1A1818"/>
                </a:solidFill>
                <a:effectLst/>
                <a:latin typeface="Times New Roman" panose="02020603050405020304" pitchFamily="18" charset="0"/>
                <a:cs typeface="Times New Roman" panose="02020603050405020304" pitchFamily="18" charset="0"/>
              </a:rPr>
              <a:t>A uniform configuration minimizes the number of differences and exceptions one has to take into account later, and increases the static predictability of the system. This applies to hardware and software alike.</a:t>
            </a:r>
          </a:p>
          <a:p>
            <a:r>
              <a:rPr lang="en-US" sz="2400" b="1" dirty="0">
                <a:solidFill>
                  <a:srgbClr val="1A1818"/>
                </a:solidFill>
                <a:effectLst/>
                <a:latin typeface="Times New Roman" panose="02020603050405020304" pitchFamily="18" charset="0"/>
                <a:cs typeface="Times New Roman" panose="02020603050405020304" pitchFamily="18" charset="0"/>
              </a:rPr>
              <a:t>Principle (Variety). </a:t>
            </a:r>
            <a:r>
              <a:rPr lang="en-US" sz="2400" dirty="0">
                <a:solidFill>
                  <a:srgbClr val="1A1818"/>
                </a:solidFill>
                <a:effectLst/>
                <a:latin typeface="Times New Roman" panose="02020603050405020304" pitchFamily="18" charset="0"/>
                <a:cs typeface="Times New Roman" panose="02020603050405020304" pitchFamily="18" charset="0"/>
              </a:rPr>
              <a:t>A variety of configurations avoids ‘putting all eggs in one basket’. If some components are poor, then at least not all will be poor. A strategy of variation is a way of minimizing possible loss.</a:t>
            </a:r>
          </a:p>
          <a:p>
            <a:endParaRPr lang="en-US" sz="1400" dirty="0">
              <a:solidFill>
                <a:srgbClr val="1A1818"/>
              </a:solidFill>
              <a:effectLst/>
              <a:latin typeface="Helvetica" pitchFamily="2" charset="0"/>
            </a:endParaRPr>
          </a:p>
          <a:p>
            <a:pPr marL="0" indent="0">
              <a:buNone/>
            </a:pPr>
            <a:endParaRPr lang="en-US" sz="1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pPr eaLnBrk="1" hangingPunct="1">
              <a:lnSpc>
                <a:spcPct val="80000"/>
              </a:lnSpc>
            </a:pPr>
            <a:endParaRPr kumimoji="1" lang="en-US" sz="2400" dirty="0">
              <a:latin typeface="Times New Roman" panose="02020603050405020304" pitchFamily="18" charset="0"/>
              <a:ea typeface="ＭＳ Ｐゴシック"/>
              <a:cs typeface="Times New Roman" panose="02020603050405020304" pitchFamily="18" charset="0"/>
            </a:endParaRPr>
          </a:p>
        </p:txBody>
      </p:sp>
      <p:sp>
        <p:nvSpPr>
          <p:cNvPr id="6" name="Footer Placeholder 5"/>
          <p:cNvSpPr>
            <a:spLocks noGrp="1"/>
          </p:cNvSpPr>
          <p:nvPr>
            <p:ph type="ftr" sz="quarter" idx="11"/>
          </p:nvPr>
        </p:nvSpPr>
        <p:spPr/>
        <p:txBody>
          <a:bodyPr/>
          <a:lstStyle/>
          <a:p>
            <a:pPr>
              <a:defRPr/>
            </a:pPr>
            <a:r>
              <a:rPr lang="en-US"/>
              <a:t>Principles of Network &amp; System Administration</a:t>
            </a:r>
            <a:endParaRPr lang="en-US" dirty="0"/>
          </a:p>
        </p:txBody>
      </p:sp>
    </p:spTree>
    <p:extLst>
      <p:ext uri="{BB962C8B-B14F-4D97-AF65-F5344CB8AC3E}">
        <p14:creationId xmlns:p14="http://schemas.microsoft.com/office/powerpoint/2010/main" val="3622314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6</a:t>
            </a:fld>
            <a:endParaRPr lang="en-US">
              <a:latin typeface="Times New Roman" pitchFamily="18" charset="0"/>
            </a:endParaRPr>
          </a:p>
        </p:txBody>
      </p:sp>
      <p:sp>
        <p:nvSpPr>
          <p:cNvPr id="5123" name="Rectangle 2"/>
          <p:cNvSpPr>
            <a:spLocks noGrp="1" noChangeArrowheads="1"/>
          </p:cNvSpPr>
          <p:nvPr>
            <p:ph type="title" idx="4294967295"/>
          </p:nvPr>
        </p:nvSpPr>
        <p:spPr>
          <a:xfrm>
            <a:off x="803564" y="282039"/>
            <a:ext cx="8077200" cy="1143000"/>
          </a:xfrm>
        </p:spPr>
        <p:txBody>
          <a:bodyPr lIns="92075" tIns="46038" rIns="92075" bIns="46038"/>
          <a:lstStyle/>
          <a:p>
            <a:pPr algn="l"/>
            <a:r>
              <a:rPr lang="en-US" dirty="0">
                <a:solidFill>
                  <a:srgbClr val="1A1818"/>
                </a:solidFill>
                <a:effectLst/>
                <a:latin typeface="Times New Roman" panose="02020603050405020304" pitchFamily="18" charset="0"/>
                <a:cs typeface="Times New Roman" panose="02020603050405020304" pitchFamily="18" charset="0"/>
              </a:rPr>
              <a:t>User behavior: socio-anthropology</a:t>
            </a:r>
          </a:p>
        </p:txBody>
      </p:sp>
      <p:sp>
        <p:nvSpPr>
          <p:cNvPr id="5124" name="Rectangle 3"/>
          <p:cNvSpPr>
            <a:spLocks noGrp="1" noChangeArrowheads="1"/>
          </p:cNvSpPr>
          <p:nvPr>
            <p:ph type="body" idx="4294967295"/>
          </p:nvPr>
        </p:nvSpPr>
        <p:spPr>
          <a:xfrm>
            <a:off x="1032164" y="1295400"/>
            <a:ext cx="7620000" cy="4572000"/>
          </a:xfrm>
        </p:spPr>
        <p:txBody>
          <a:bodyPr lIns="92075" tIns="46038" rIns="92075" bIns="46038"/>
          <a:lstStyle/>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r>
              <a:rPr lang="en-US" sz="2400" dirty="0">
                <a:solidFill>
                  <a:srgbClr val="1A1818"/>
                </a:solidFill>
                <a:effectLst/>
                <a:latin typeface="Times New Roman" panose="02020603050405020304" pitchFamily="18" charset="0"/>
                <a:cs typeface="Times New Roman" panose="02020603050405020304" pitchFamily="18" charset="0"/>
              </a:rPr>
              <a:t>System administration is made more difficult by the fact that it deals with communities: </a:t>
            </a:r>
            <a:r>
              <a:rPr lang="en-US" sz="2400" b="1" dirty="0">
                <a:solidFill>
                  <a:srgbClr val="1A1818"/>
                </a:solidFill>
                <a:effectLst/>
                <a:latin typeface="Times New Roman" panose="02020603050405020304" pitchFamily="18" charset="0"/>
                <a:cs typeface="Times New Roman" panose="02020603050405020304" pitchFamily="18" charset="0"/>
              </a:rPr>
              <a:t>humans.</a:t>
            </a:r>
          </a:p>
          <a:p>
            <a:r>
              <a:rPr lang="en-US" sz="2400" dirty="0">
                <a:solidFill>
                  <a:srgbClr val="1A1818"/>
                </a:solidFill>
                <a:latin typeface="Times New Roman" panose="02020603050405020304" pitchFamily="18" charset="0"/>
                <a:cs typeface="Times New Roman" panose="02020603050405020304" pitchFamily="18" charset="0"/>
              </a:rPr>
              <a:t>T</a:t>
            </a:r>
            <a:r>
              <a:rPr lang="en-US" sz="2400" dirty="0">
                <a:solidFill>
                  <a:srgbClr val="1A1818"/>
                </a:solidFill>
                <a:effectLst/>
                <a:latin typeface="Times New Roman" panose="02020603050405020304" pitchFamily="18" charset="0"/>
                <a:cs typeface="Times New Roman" panose="02020603050405020304" pitchFamily="18" charset="0"/>
              </a:rPr>
              <a:t>ake into account the users’ patterns of behavior</a:t>
            </a:r>
          </a:p>
          <a:p>
            <a:r>
              <a:rPr lang="en-US" sz="2400" b="1" dirty="0" err="1">
                <a:solidFill>
                  <a:srgbClr val="1A1818"/>
                </a:solidFill>
                <a:effectLst/>
                <a:latin typeface="Times New Roman" panose="02020603050405020304" pitchFamily="18" charset="0"/>
                <a:cs typeface="Times New Roman" panose="02020603050405020304" pitchFamily="18" charset="0"/>
              </a:rPr>
              <a:t>E.g</a:t>
            </a:r>
            <a:r>
              <a:rPr lang="en-US" sz="2400" b="1" dirty="0">
                <a:solidFill>
                  <a:srgbClr val="1A1818"/>
                </a:solidFill>
                <a:effectLst/>
                <a:latin typeface="Times New Roman" panose="02020603050405020304" pitchFamily="18" charset="0"/>
                <a:cs typeface="Times New Roman" panose="02020603050405020304" pitchFamily="18" charset="0"/>
              </a:rPr>
              <a:t>: </a:t>
            </a:r>
            <a:r>
              <a:rPr lang="en-US" sz="1400" dirty="0">
                <a:solidFill>
                  <a:srgbClr val="1A1818"/>
                </a:solidFill>
                <a:effectLst/>
                <a:latin typeface="Helvetica" pitchFamily="2" charset="0"/>
              </a:rPr>
              <a:t> </a:t>
            </a:r>
            <a:r>
              <a:rPr lang="en-US" sz="2400" dirty="0">
                <a:solidFill>
                  <a:srgbClr val="1A1818"/>
                </a:solidFill>
                <a:latin typeface="Times New Roman" panose="02020603050405020304" pitchFamily="18" charset="0"/>
                <a:cs typeface="Times New Roman" panose="02020603050405020304" pitchFamily="18" charset="0"/>
              </a:rPr>
              <a:t>A</a:t>
            </a:r>
            <a:r>
              <a:rPr lang="en-US" sz="2400" dirty="0">
                <a:solidFill>
                  <a:srgbClr val="1A1818"/>
                </a:solidFill>
                <a:effectLst/>
                <a:latin typeface="Times New Roman" panose="02020603050405020304" pitchFamily="18" charset="0"/>
                <a:cs typeface="Times New Roman" panose="02020603050405020304" pitchFamily="18" charset="0"/>
              </a:rPr>
              <a:t>t universities and colleges network traffic usually peaks during lunch breaks</a:t>
            </a: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pPr marL="0" indent="0">
              <a:buNone/>
            </a:pPr>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pPr eaLnBrk="1" hangingPunct="1">
              <a:lnSpc>
                <a:spcPct val="80000"/>
              </a:lnSpc>
            </a:pPr>
            <a:endParaRPr kumimoji="1" lang="en-US" sz="2400" dirty="0">
              <a:latin typeface="Times New Roman" panose="02020603050405020304" pitchFamily="18" charset="0"/>
              <a:ea typeface="ＭＳ Ｐゴシック"/>
              <a:cs typeface="Times New Roman" panose="02020603050405020304" pitchFamily="18" charset="0"/>
            </a:endParaRPr>
          </a:p>
        </p:txBody>
      </p:sp>
      <p:sp>
        <p:nvSpPr>
          <p:cNvPr id="6" name="Footer Placeholder 5"/>
          <p:cNvSpPr>
            <a:spLocks noGrp="1"/>
          </p:cNvSpPr>
          <p:nvPr>
            <p:ph type="ftr" sz="quarter" idx="11"/>
          </p:nvPr>
        </p:nvSpPr>
        <p:spPr/>
        <p:txBody>
          <a:bodyPr/>
          <a:lstStyle/>
          <a:p>
            <a:pPr>
              <a:defRPr/>
            </a:pPr>
            <a:r>
              <a:rPr lang="en-US"/>
              <a:t>Principles of Network &amp; System Administration</a:t>
            </a:r>
            <a:endParaRPr lang="en-US" dirty="0"/>
          </a:p>
        </p:txBody>
      </p:sp>
    </p:spTree>
    <p:extLst>
      <p:ext uri="{BB962C8B-B14F-4D97-AF65-F5344CB8AC3E}">
        <p14:creationId xmlns:p14="http://schemas.microsoft.com/office/powerpoint/2010/main" val="1777686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7</a:t>
            </a:fld>
            <a:endParaRPr lang="en-US">
              <a:latin typeface="Times New Roman" pitchFamily="18" charset="0"/>
            </a:endParaRPr>
          </a:p>
        </p:txBody>
      </p:sp>
      <p:sp>
        <p:nvSpPr>
          <p:cNvPr id="5123" name="Rectangle 2"/>
          <p:cNvSpPr>
            <a:spLocks noGrp="1" noChangeArrowheads="1"/>
          </p:cNvSpPr>
          <p:nvPr>
            <p:ph type="title" idx="4294967295"/>
          </p:nvPr>
        </p:nvSpPr>
        <p:spPr>
          <a:xfrm>
            <a:off x="803564" y="282039"/>
            <a:ext cx="8077200" cy="1143000"/>
          </a:xfrm>
        </p:spPr>
        <p:txBody>
          <a:bodyPr lIns="92075" tIns="46038" rIns="92075" bIns="46038"/>
          <a:lstStyle/>
          <a:p>
            <a:r>
              <a:rPr lang="en-US" dirty="0">
                <a:solidFill>
                  <a:srgbClr val="1A1818"/>
                </a:solidFill>
                <a:effectLst/>
                <a:latin typeface="Times New Roman" panose="02020603050405020304" pitchFamily="18" charset="0"/>
                <a:cs typeface="Times New Roman" panose="02020603050405020304" pitchFamily="18" charset="0"/>
              </a:rPr>
              <a:t>Clients, servers and delegation</a:t>
            </a:r>
          </a:p>
        </p:txBody>
      </p:sp>
      <p:sp>
        <p:nvSpPr>
          <p:cNvPr id="5124" name="Rectangle 3"/>
          <p:cNvSpPr>
            <a:spLocks noGrp="1" noChangeArrowheads="1"/>
          </p:cNvSpPr>
          <p:nvPr>
            <p:ph type="body" idx="4294967295"/>
          </p:nvPr>
        </p:nvSpPr>
        <p:spPr>
          <a:xfrm>
            <a:off x="1032164" y="1295400"/>
            <a:ext cx="7620000" cy="4572000"/>
          </a:xfrm>
        </p:spPr>
        <p:txBody>
          <a:bodyPr lIns="92075" tIns="46038" rIns="92075" bIns="46038"/>
          <a:lstStyle/>
          <a:p>
            <a:r>
              <a:rPr lang="en-US" sz="2400" b="1" dirty="0">
                <a:solidFill>
                  <a:srgbClr val="1A1818"/>
                </a:solidFill>
                <a:effectLst/>
                <a:latin typeface="Times New Roman" panose="02020603050405020304" pitchFamily="18" charset="0"/>
                <a:cs typeface="Times New Roman" panose="02020603050405020304" pitchFamily="18" charset="0"/>
              </a:rPr>
              <a:t>A server </a:t>
            </a:r>
            <a:r>
              <a:rPr lang="en-US" sz="2400" dirty="0">
                <a:solidFill>
                  <a:srgbClr val="1A1818"/>
                </a:solidFill>
                <a:effectLst/>
                <a:latin typeface="Times New Roman" panose="02020603050405020304" pitchFamily="18" charset="0"/>
                <a:cs typeface="Times New Roman" panose="02020603050405020304" pitchFamily="18" charset="0"/>
              </a:rPr>
              <a:t>is not a host, but a program or process which runs on a host.</a:t>
            </a:r>
          </a:p>
          <a:p>
            <a:r>
              <a:rPr lang="en-US" sz="2400" b="1" dirty="0">
                <a:solidFill>
                  <a:srgbClr val="1A1818"/>
                </a:solidFill>
                <a:latin typeface="Times New Roman" panose="02020603050405020304" pitchFamily="18" charset="0"/>
                <a:cs typeface="Times New Roman" panose="02020603050405020304" pitchFamily="18" charset="0"/>
              </a:rPr>
              <a:t>A client </a:t>
            </a:r>
            <a:r>
              <a:rPr lang="en-US" sz="2400" dirty="0">
                <a:solidFill>
                  <a:srgbClr val="1A1818"/>
                </a:solidFill>
                <a:latin typeface="Times New Roman" panose="02020603050405020304" pitchFamily="18" charset="0"/>
                <a:cs typeface="Times New Roman" panose="02020603050405020304" pitchFamily="18" charset="0"/>
              </a:rPr>
              <a:t>is any process which requires the services of a server.</a:t>
            </a:r>
          </a:p>
          <a:p>
            <a:r>
              <a:rPr lang="en-US" sz="2400" dirty="0">
                <a:solidFill>
                  <a:srgbClr val="1A1818"/>
                </a:solidFill>
                <a:latin typeface="Times New Roman" panose="02020603050405020304" pitchFamily="18" charset="0"/>
                <a:cs typeface="Times New Roman" panose="02020603050405020304" pitchFamily="18" charset="0"/>
              </a:rPr>
              <a:t>T</a:t>
            </a:r>
            <a:r>
              <a:rPr lang="en-US" sz="2400" dirty="0">
                <a:solidFill>
                  <a:srgbClr val="1A1818"/>
                </a:solidFill>
                <a:effectLst/>
                <a:latin typeface="Times New Roman" panose="02020603050405020304" pitchFamily="18" charset="0"/>
                <a:cs typeface="Times New Roman" panose="02020603050405020304" pitchFamily="18" charset="0"/>
              </a:rPr>
              <a:t>he client-server model is an extended way of sharing resources.</a:t>
            </a:r>
            <a:endParaRPr lang="en-US" sz="4000" dirty="0">
              <a:solidFill>
                <a:srgbClr val="1A1818"/>
              </a:solidFill>
              <a:latin typeface="Times New Roman" panose="02020603050405020304" pitchFamily="18" charset="0"/>
              <a:cs typeface="Times New Roman" panose="02020603050405020304" pitchFamily="18" charset="0"/>
            </a:endParaRPr>
          </a:p>
          <a:p>
            <a:r>
              <a:rPr lang="en-US" sz="2400" dirty="0">
                <a:solidFill>
                  <a:srgbClr val="1A1818"/>
                </a:solidFill>
                <a:effectLst/>
                <a:latin typeface="Times New Roman" panose="02020603050405020304" pitchFamily="18" charset="0"/>
                <a:cs typeface="Times New Roman" panose="02020603050405020304" pitchFamily="18" charset="0"/>
              </a:rPr>
              <a:t>No program or entity can do everything alone</a:t>
            </a:r>
          </a:p>
          <a:p>
            <a:r>
              <a:rPr lang="en-US" sz="2400" b="1" dirty="0">
                <a:solidFill>
                  <a:srgbClr val="1A1818"/>
                </a:solidFill>
                <a:effectLst/>
                <a:latin typeface="Times New Roman" panose="02020603050405020304" pitchFamily="18" charset="0"/>
                <a:cs typeface="Times New Roman" panose="02020603050405020304" pitchFamily="18" charset="0"/>
              </a:rPr>
              <a:t>Principle (Delegation I). </a:t>
            </a:r>
            <a:r>
              <a:rPr lang="en-US" sz="2400" dirty="0">
                <a:solidFill>
                  <a:srgbClr val="1A1818"/>
                </a:solidFill>
                <a:effectLst/>
                <a:latin typeface="Times New Roman" panose="02020603050405020304" pitchFamily="18" charset="0"/>
                <a:cs typeface="Times New Roman" panose="02020603050405020304" pitchFamily="18" charset="0"/>
              </a:rPr>
              <a:t>Leave experts to do their jobs. Assigning responsibility for a task to a body which specializes in that task is a more efficient use of resources.</a:t>
            </a: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pPr marL="0" indent="0">
              <a:buNone/>
            </a:pPr>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pPr eaLnBrk="1" hangingPunct="1">
              <a:lnSpc>
                <a:spcPct val="80000"/>
              </a:lnSpc>
            </a:pPr>
            <a:endParaRPr kumimoji="1" lang="en-US" sz="2400" dirty="0">
              <a:latin typeface="Times New Roman" panose="02020603050405020304" pitchFamily="18" charset="0"/>
              <a:ea typeface="ＭＳ Ｐゴシック"/>
              <a:cs typeface="Times New Roman" panose="02020603050405020304" pitchFamily="18" charset="0"/>
            </a:endParaRPr>
          </a:p>
        </p:txBody>
      </p:sp>
      <p:sp>
        <p:nvSpPr>
          <p:cNvPr id="6" name="Footer Placeholder 5"/>
          <p:cNvSpPr>
            <a:spLocks noGrp="1"/>
          </p:cNvSpPr>
          <p:nvPr>
            <p:ph type="ftr" sz="quarter" idx="11"/>
          </p:nvPr>
        </p:nvSpPr>
        <p:spPr/>
        <p:txBody>
          <a:bodyPr/>
          <a:lstStyle/>
          <a:p>
            <a:pPr>
              <a:defRPr/>
            </a:pPr>
            <a:r>
              <a:rPr lang="en-US"/>
              <a:t>Principles of Network &amp; System Administration</a:t>
            </a:r>
            <a:endParaRPr lang="en-US" dirty="0"/>
          </a:p>
        </p:txBody>
      </p:sp>
    </p:spTree>
    <p:extLst>
      <p:ext uri="{BB962C8B-B14F-4D97-AF65-F5344CB8AC3E}">
        <p14:creationId xmlns:p14="http://schemas.microsoft.com/office/powerpoint/2010/main" val="1480234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8</a:t>
            </a:fld>
            <a:endParaRPr lang="en-US">
              <a:latin typeface="Times New Roman" pitchFamily="18" charset="0"/>
            </a:endParaRPr>
          </a:p>
        </p:txBody>
      </p:sp>
      <p:sp>
        <p:nvSpPr>
          <p:cNvPr id="5123" name="Rectangle 2"/>
          <p:cNvSpPr>
            <a:spLocks noGrp="1" noChangeArrowheads="1"/>
          </p:cNvSpPr>
          <p:nvPr>
            <p:ph type="title" idx="4294967295"/>
          </p:nvPr>
        </p:nvSpPr>
        <p:spPr>
          <a:xfrm>
            <a:off x="803564" y="282039"/>
            <a:ext cx="8077200" cy="1143000"/>
          </a:xfrm>
        </p:spPr>
        <p:txBody>
          <a:bodyPr lIns="92075" tIns="46038" rIns="92075" bIns="46038"/>
          <a:lstStyle/>
          <a:p>
            <a:r>
              <a:rPr lang="en-US" dirty="0">
                <a:solidFill>
                  <a:srgbClr val="1A1818"/>
                </a:solidFill>
                <a:effectLst/>
                <a:latin typeface="Times New Roman" panose="02020603050405020304" pitchFamily="18" charset="0"/>
                <a:cs typeface="Times New Roman" panose="02020603050405020304" pitchFamily="18" charset="0"/>
              </a:rPr>
              <a:t>Host identities and name services</a:t>
            </a:r>
          </a:p>
        </p:txBody>
      </p:sp>
      <p:sp>
        <p:nvSpPr>
          <p:cNvPr id="5124" name="Rectangle 3"/>
          <p:cNvSpPr>
            <a:spLocks noGrp="1" noChangeArrowheads="1"/>
          </p:cNvSpPr>
          <p:nvPr>
            <p:ph type="body" idx="4294967295"/>
          </p:nvPr>
        </p:nvSpPr>
        <p:spPr>
          <a:xfrm>
            <a:off x="1032164" y="1295400"/>
            <a:ext cx="7620000" cy="4800600"/>
          </a:xfrm>
        </p:spPr>
        <p:txBody>
          <a:bodyPr lIns="92075" tIns="46038" rIns="92075" bIns="46038"/>
          <a:lstStyle/>
          <a:p>
            <a:r>
              <a:rPr lang="en-US" sz="2400" b="0" i="0" dirty="0">
                <a:effectLst/>
                <a:latin typeface="Times New Roman" panose="02020603050405020304" pitchFamily="18" charset="0"/>
                <a:cs typeface="Times New Roman" panose="02020603050405020304" pitchFamily="18" charset="0"/>
              </a:rPr>
              <a:t>When computers are connected, each must have a unique identity.</a:t>
            </a:r>
          </a:p>
          <a:p>
            <a:r>
              <a:rPr lang="en-US" sz="2400" b="0" i="0" dirty="0">
                <a:solidFill>
                  <a:srgbClr val="231F20"/>
                </a:solidFill>
                <a:effectLst/>
                <a:latin typeface="Times New Roman" panose="02020603050405020304" pitchFamily="18" charset="0"/>
                <a:cs typeface="Times New Roman" panose="02020603050405020304" pitchFamily="18" charset="0"/>
              </a:rPr>
              <a:t>A host can have all of the following: </a:t>
            </a:r>
            <a:r>
              <a:rPr lang="en-US" sz="2400" b="0" i="1" dirty="0">
                <a:solidFill>
                  <a:srgbClr val="231F20"/>
                </a:solidFill>
                <a:effectLst/>
                <a:latin typeface="Times New Roman" panose="02020603050405020304" pitchFamily="18" charset="0"/>
                <a:cs typeface="Times New Roman" panose="02020603050405020304" pitchFamily="18" charset="0"/>
              </a:rPr>
              <a:t>Host ID, Install name, Application level name, Local File Mapping, Network Information Service, Network level addresses, Link level addresses, DNS names, WINS name </a:t>
            </a:r>
            <a:r>
              <a:rPr lang="en-US" sz="2400" b="0" dirty="0">
                <a:solidFill>
                  <a:srgbClr val="231F20"/>
                </a:solidFill>
                <a:effectLst/>
                <a:latin typeface="Times New Roman" panose="02020603050405020304" pitchFamily="18" charset="0"/>
                <a:cs typeface="Times New Roman" panose="02020603050405020304" pitchFamily="18" charset="0"/>
              </a:rPr>
              <a:t>(textbook Chapter 3.7)</a:t>
            </a:r>
          </a:p>
          <a:p>
            <a:r>
              <a:rPr lang="en-US" sz="2400" b="0" i="0" dirty="0">
                <a:solidFill>
                  <a:srgbClr val="231F20"/>
                </a:solidFill>
                <a:effectLst/>
                <a:latin typeface="Times New Roman" panose="02020603050405020304" pitchFamily="18" charset="0"/>
                <a:cs typeface="Times New Roman" panose="02020603050405020304" pitchFamily="18" charset="0"/>
              </a:rPr>
              <a:t>The only world-wide service in common use today is DNS (the Domain Name Service). This associates IP addresses with a list of names.</a:t>
            </a:r>
          </a:p>
          <a:p>
            <a:pPr algn="l"/>
            <a:r>
              <a:rPr lang="en-US" sz="1800" b="0" dirty="0" err="1">
                <a:solidFill>
                  <a:srgbClr val="231F20"/>
                </a:solidFill>
                <a:effectLst/>
                <a:latin typeface="Courier New" panose="02070309020205020404" pitchFamily="49" charset="0"/>
              </a:rPr>
              <a:t>mother.domain.country</a:t>
            </a:r>
            <a:r>
              <a:rPr lang="en-US" sz="1800" b="0" dirty="0">
                <a:solidFill>
                  <a:srgbClr val="231F20"/>
                </a:solidFill>
                <a:effectLst/>
                <a:latin typeface="Courier New" panose="02070309020205020404" pitchFamily="49" charset="0"/>
              </a:rPr>
              <a:t> (canonical name)</a:t>
            </a:r>
            <a:endParaRPr lang="en-US" sz="1800" b="0" dirty="0">
              <a:solidFill>
                <a:srgbClr val="231F20"/>
              </a:solidFill>
              <a:effectLst/>
              <a:latin typeface="Arial" panose="020B0604020202020204" pitchFamily="34" charset="0"/>
            </a:endParaRPr>
          </a:p>
          <a:p>
            <a:pPr algn="l"/>
            <a:r>
              <a:rPr lang="en-US" sz="1800" b="0" dirty="0">
                <a:solidFill>
                  <a:srgbClr val="231F20"/>
                </a:solidFill>
                <a:effectLst/>
                <a:latin typeface="Courier New" panose="02070309020205020404" pitchFamily="49" charset="0"/>
                <a:hlinkClick r:id="rId3"/>
              </a:rPr>
              <a:t>www.domain.country</a:t>
            </a:r>
            <a:r>
              <a:rPr lang="en-US" sz="1800" b="0" dirty="0">
                <a:solidFill>
                  <a:srgbClr val="231F20"/>
                </a:solidFill>
                <a:effectLst/>
                <a:latin typeface="Courier New" panose="02070309020205020404" pitchFamily="49" charset="0"/>
              </a:rPr>
              <a:t>, </a:t>
            </a:r>
            <a:r>
              <a:rPr lang="en-US" sz="1800" b="0" dirty="0">
                <a:solidFill>
                  <a:srgbClr val="231F20"/>
                </a:solidFill>
                <a:effectLst/>
                <a:latin typeface="Courier New" panose="02070309020205020404" pitchFamily="49" charset="0"/>
                <a:hlinkClick r:id="rId4"/>
              </a:rPr>
              <a:t>ftp.domain.country</a:t>
            </a:r>
            <a:r>
              <a:rPr lang="en-US" sz="1800" b="0" dirty="0">
                <a:solidFill>
                  <a:srgbClr val="231F20"/>
                </a:solidFill>
                <a:effectLst/>
                <a:latin typeface="Courier New" panose="02070309020205020404" pitchFamily="49" charset="0"/>
              </a:rPr>
              <a:t> (aliases)</a:t>
            </a:r>
          </a:p>
          <a:p>
            <a:endParaRPr lang="en-US" sz="2400" b="0" dirty="0">
              <a:solidFill>
                <a:srgbClr val="231F20"/>
              </a:solidFill>
              <a:latin typeface="Times New Roman" panose="02020603050405020304" pitchFamily="18" charset="0"/>
              <a:cs typeface="Times New Roman" panose="02020603050405020304" pitchFamily="18" charset="0"/>
            </a:endParaRPr>
          </a:p>
          <a:p>
            <a:pPr marL="0" indent="0">
              <a:buNone/>
            </a:pPr>
            <a:endParaRPr lang="en-US" sz="2000" dirty="0">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pPr marL="0" indent="0">
              <a:buNone/>
            </a:pPr>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pPr eaLnBrk="1" hangingPunct="1">
              <a:lnSpc>
                <a:spcPct val="80000"/>
              </a:lnSpc>
            </a:pPr>
            <a:endParaRPr kumimoji="1" lang="en-US" sz="2400" dirty="0">
              <a:latin typeface="Times New Roman" panose="02020603050405020304" pitchFamily="18" charset="0"/>
              <a:ea typeface="ＭＳ Ｐゴシック"/>
              <a:cs typeface="Times New Roman" panose="02020603050405020304" pitchFamily="18" charset="0"/>
            </a:endParaRPr>
          </a:p>
        </p:txBody>
      </p:sp>
      <p:sp>
        <p:nvSpPr>
          <p:cNvPr id="6" name="Footer Placeholder 5"/>
          <p:cNvSpPr>
            <a:spLocks noGrp="1"/>
          </p:cNvSpPr>
          <p:nvPr>
            <p:ph type="ftr" sz="quarter" idx="11"/>
          </p:nvPr>
        </p:nvSpPr>
        <p:spPr/>
        <p:txBody>
          <a:bodyPr/>
          <a:lstStyle/>
          <a:p>
            <a:pPr>
              <a:defRPr/>
            </a:pPr>
            <a:r>
              <a:rPr lang="en-US"/>
              <a:t>Principles of Network &amp; System Administration</a:t>
            </a:r>
            <a:endParaRPr lang="en-US" dirty="0"/>
          </a:p>
        </p:txBody>
      </p:sp>
    </p:spTree>
    <p:extLst>
      <p:ext uri="{BB962C8B-B14F-4D97-AF65-F5344CB8AC3E}">
        <p14:creationId xmlns:p14="http://schemas.microsoft.com/office/powerpoint/2010/main" val="3473181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9</a:t>
            </a:fld>
            <a:endParaRPr lang="en-US">
              <a:latin typeface="Times New Roman" pitchFamily="18" charset="0"/>
            </a:endParaRPr>
          </a:p>
        </p:txBody>
      </p:sp>
      <p:sp>
        <p:nvSpPr>
          <p:cNvPr id="5123" name="Rectangle 2"/>
          <p:cNvSpPr>
            <a:spLocks noGrp="1" noChangeArrowheads="1"/>
          </p:cNvSpPr>
          <p:nvPr>
            <p:ph type="title" idx="4294967295"/>
          </p:nvPr>
        </p:nvSpPr>
        <p:spPr>
          <a:xfrm>
            <a:off x="803564" y="282039"/>
            <a:ext cx="8077200" cy="1143000"/>
          </a:xfrm>
        </p:spPr>
        <p:txBody>
          <a:bodyPr lIns="92075" tIns="46038" rIns="92075" bIns="46038"/>
          <a:lstStyle/>
          <a:p>
            <a:r>
              <a:rPr lang="en-US" b="1" i="0" dirty="0">
                <a:solidFill>
                  <a:srgbClr val="231F20"/>
                </a:solidFill>
                <a:effectLst/>
                <a:latin typeface="Times New Roman" panose="02020603050405020304" pitchFamily="18" charset="0"/>
                <a:cs typeface="Times New Roman" panose="02020603050405020304" pitchFamily="18" charset="0"/>
              </a:rPr>
              <a:t>Common network sharing models</a:t>
            </a:r>
            <a:endParaRPr lang="en-US" dirty="0">
              <a:solidFill>
                <a:srgbClr val="1A1818"/>
              </a:solidFill>
              <a:effectLst/>
              <a:latin typeface="Times New Roman" panose="02020603050405020304" pitchFamily="18" charset="0"/>
              <a:cs typeface="Times New Roman" panose="02020603050405020304" pitchFamily="18" charset="0"/>
            </a:endParaRPr>
          </a:p>
        </p:txBody>
      </p:sp>
      <p:sp>
        <p:nvSpPr>
          <p:cNvPr id="5124" name="Rectangle 3"/>
          <p:cNvSpPr>
            <a:spLocks noGrp="1" noChangeArrowheads="1"/>
          </p:cNvSpPr>
          <p:nvPr>
            <p:ph type="body" idx="4294967295"/>
          </p:nvPr>
        </p:nvSpPr>
        <p:spPr>
          <a:xfrm>
            <a:off x="1032164" y="1295400"/>
            <a:ext cx="7620000" cy="4800600"/>
          </a:xfrm>
        </p:spPr>
        <p:txBody>
          <a:bodyPr lIns="92075" tIns="46038" rIns="92075" bIns="46038"/>
          <a:lstStyle/>
          <a:p>
            <a:pPr marL="0" indent="0">
              <a:buNone/>
            </a:pPr>
            <a:endParaRPr lang="en-US" sz="1400" dirty="0">
              <a:solidFill>
                <a:srgbClr val="1A1818"/>
              </a:solidFill>
              <a:effectLst/>
              <a:latin typeface="Helvetica" pitchFamily="2" charset="0"/>
            </a:endParaRPr>
          </a:p>
          <a:p>
            <a:r>
              <a:rPr lang="en-US" sz="2400" dirty="0">
                <a:solidFill>
                  <a:srgbClr val="1A1818"/>
                </a:solidFill>
                <a:effectLst/>
                <a:latin typeface="Times New Roman" panose="02020603050405020304" pitchFamily="18" charset="0"/>
                <a:cs typeface="Times New Roman" panose="02020603050405020304" pitchFamily="18" charset="0"/>
              </a:rPr>
              <a:t>Expensive computer hardware could be used most cost-efficiently (by the maximum number of people) if it was available remotely.</a:t>
            </a:r>
          </a:p>
          <a:p>
            <a:r>
              <a:rPr lang="en-US" sz="2400" dirty="0">
                <a:solidFill>
                  <a:srgbClr val="1A1818"/>
                </a:solidFill>
                <a:latin typeface="Times New Roman" panose="02020603050405020304" pitchFamily="18" charset="0"/>
                <a:cs typeface="Times New Roman" panose="02020603050405020304" pitchFamily="18" charset="0"/>
              </a:rPr>
              <a:t>M</a:t>
            </a:r>
            <a:r>
              <a:rPr lang="en-US" sz="2400" dirty="0">
                <a:solidFill>
                  <a:srgbClr val="1A1818"/>
                </a:solidFill>
                <a:effectLst/>
                <a:latin typeface="Times New Roman" panose="02020603050405020304" pitchFamily="18" charset="0"/>
                <a:cs typeface="Times New Roman" panose="02020603050405020304" pitchFamily="18" charset="0"/>
              </a:rPr>
              <a:t>ainframe computers are very much alive for computationally intensive tasks.</a:t>
            </a:r>
          </a:p>
          <a:p>
            <a:r>
              <a:rPr lang="en-US" sz="2400" dirty="0">
                <a:solidFill>
                  <a:srgbClr val="1A1818"/>
                </a:solidFill>
                <a:latin typeface="Times New Roman" panose="02020603050405020304" pitchFamily="18" charset="0"/>
                <a:cs typeface="Times New Roman" panose="02020603050405020304" pitchFamily="18" charset="0"/>
              </a:rPr>
              <a:t>S</a:t>
            </a:r>
            <a:r>
              <a:rPr lang="en-US" sz="2400" dirty="0">
                <a:solidFill>
                  <a:srgbClr val="1A1818"/>
                </a:solidFill>
                <a:effectLst/>
                <a:latin typeface="Times New Roman" panose="02020603050405020304" pitchFamily="18" charset="0"/>
                <a:cs typeface="Times New Roman" panose="02020603050405020304" pitchFamily="18" charset="0"/>
              </a:rPr>
              <a:t>mall networked workstation provides access to a world of resources via the Internet.</a:t>
            </a:r>
          </a:p>
          <a:p>
            <a:r>
              <a:rPr lang="en-US" sz="2400" dirty="0">
                <a:solidFill>
                  <a:srgbClr val="1A1818"/>
                </a:solidFill>
                <a:latin typeface="Times New Roman" panose="02020603050405020304" pitchFamily="18" charset="0"/>
                <a:cs typeface="Times New Roman" panose="02020603050405020304" pitchFamily="18" charset="0"/>
              </a:rPr>
              <a:t>T</a:t>
            </a:r>
            <a:r>
              <a:rPr lang="en-US" sz="2400" dirty="0">
                <a:solidFill>
                  <a:srgbClr val="1A1818"/>
                </a:solidFill>
                <a:effectLst/>
                <a:latin typeface="Times New Roman" panose="02020603050405020304" pitchFamily="18" charset="0"/>
                <a:cs typeface="Times New Roman" panose="02020603050405020304" pitchFamily="18" charset="0"/>
              </a:rPr>
              <a:t>he kind of infrastructures:  </a:t>
            </a:r>
            <a:r>
              <a:rPr lang="en-US" sz="2400" dirty="0">
                <a:solidFill>
                  <a:srgbClr val="1A1818"/>
                </a:solidFill>
                <a:latin typeface="Times New Roman" panose="02020603050405020304" pitchFamily="18" charset="0"/>
                <a:cs typeface="Times New Roman" panose="02020603050405020304" pitchFamily="18" charset="0"/>
              </a:rPr>
              <a:t>r</a:t>
            </a:r>
            <a:r>
              <a:rPr lang="en-US" sz="2400" dirty="0">
                <a:solidFill>
                  <a:srgbClr val="1A1818"/>
                </a:solidFill>
                <a:effectLst/>
                <a:latin typeface="Times New Roman" panose="02020603050405020304" pitchFamily="18" charset="0"/>
                <a:cs typeface="Times New Roman" panose="02020603050405020304" pitchFamily="18" charset="0"/>
              </a:rPr>
              <a:t>estricted by the OS (Unix, </a:t>
            </a:r>
            <a:r>
              <a:rPr lang="en-US" sz="2400" dirty="0">
                <a:solidFill>
                  <a:srgbClr val="1A1818"/>
                </a:solidFill>
                <a:latin typeface="Times New Roman" panose="02020603050405020304" pitchFamily="18" charset="0"/>
                <a:cs typeface="Times New Roman" panose="02020603050405020304" pitchFamily="18" charset="0"/>
              </a:rPr>
              <a:t>Windows, </a:t>
            </a:r>
            <a:r>
              <a:rPr lang="en-US" sz="2400" dirty="0" err="1">
                <a:solidFill>
                  <a:srgbClr val="1A1818"/>
                </a:solidFill>
                <a:latin typeface="Times New Roman" panose="02020603050405020304" pitchFamily="18" charset="0"/>
                <a:cs typeface="Times New Roman" panose="02020603050405020304" pitchFamily="18" charset="0"/>
              </a:rPr>
              <a:t>Macnintosh</a:t>
            </a:r>
            <a:r>
              <a:rPr lang="en-US" sz="2400" dirty="0">
                <a:solidFill>
                  <a:srgbClr val="1A1818"/>
                </a:solidFill>
                <a:latin typeface="Times New Roman" panose="02020603050405020304" pitchFamily="18" charset="0"/>
                <a:cs typeface="Times New Roman" panose="02020603050405020304" pitchFamily="18" charset="0"/>
              </a:rPr>
              <a:t>,…</a:t>
            </a:r>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1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b="0" dirty="0">
              <a:solidFill>
                <a:srgbClr val="231F20"/>
              </a:solidFill>
              <a:latin typeface="Times New Roman" panose="02020603050405020304" pitchFamily="18" charset="0"/>
              <a:cs typeface="Times New Roman" panose="02020603050405020304" pitchFamily="18" charset="0"/>
            </a:endParaRPr>
          </a:p>
          <a:p>
            <a:pPr marL="0" indent="0">
              <a:buNone/>
            </a:pPr>
            <a:endParaRPr lang="en-US" sz="2000" dirty="0">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pPr marL="0" indent="0">
              <a:buNone/>
            </a:pPr>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pPr eaLnBrk="1" hangingPunct="1">
              <a:lnSpc>
                <a:spcPct val="80000"/>
              </a:lnSpc>
            </a:pPr>
            <a:endParaRPr kumimoji="1" lang="en-US" sz="2400" dirty="0">
              <a:latin typeface="Times New Roman" panose="02020603050405020304" pitchFamily="18" charset="0"/>
              <a:ea typeface="ＭＳ Ｐゴシック"/>
              <a:cs typeface="Times New Roman" panose="02020603050405020304" pitchFamily="18" charset="0"/>
            </a:endParaRPr>
          </a:p>
        </p:txBody>
      </p:sp>
      <p:sp>
        <p:nvSpPr>
          <p:cNvPr id="6" name="Footer Placeholder 5"/>
          <p:cNvSpPr>
            <a:spLocks noGrp="1"/>
          </p:cNvSpPr>
          <p:nvPr>
            <p:ph type="ftr" sz="quarter" idx="11"/>
          </p:nvPr>
        </p:nvSpPr>
        <p:spPr/>
        <p:txBody>
          <a:bodyPr/>
          <a:lstStyle/>
          <a:p>
            <a:pPr>
              <a:defRPr/>
            </a:pPr>
            <a:r>
              <a:rPr lang="en-US"/>
              <a:t>Principles of Network &amp; System Administration</a:t>
            </a:r>
            <a:endParaRPr lang="en-US" dirty="0"/>
          </a:p>
        </p:txBody>
      </p:sp>
    </p:spTree>
    <p:extLst>
      <p:ext uri="{BB962C8B-B14F-4D97-AF65-F5344CB8AC3E}">
        <p14:creationId xmlns:p14="http://schemas.microsoft.com/office/powerpoint/2010/main" val="4002664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10</a:t>
            </a:fld>
            <a:endParaRPr lang="en-US">
              <a:latin typeface="Times New Roman" pitchFamily="18" charset="0"/>
            </a:endParaRPr>
          </a:p>
        </p:txBody>
      </p:sp>
      <p:sp>
        <p:nvSpPr>
          <p:cNvPr id="5123" name="Rectangle 2"/>
          <p:cNvSpPr>
            <a:spLocks noGrp="1" noChangeArrowheads="1"/>
          </p:cNvSpPr>
          <p:nvPr>
            <p:ph type="title" idx="4294967295"/>
          </p:nvPr>
        </p:nvSpPr>
        <p:spPr>
          <a:xfrm>
            <a:off x="803564" y="282039"/>
            <a:ext cx="8077200" cy="1143000"/>
          </a:xfrm>
        </p:spPr>
        <p:txBody>
          <a:bodyPr lIns="92075" tIns="46038" rIns="92075" bIns="46038"/>
          <a:lstStyle/>
          <a:p>
            <a:r>
              <a:rPr lang="en-US" b="1" i="0" dirty="0">
                <a:solidFill>
                  <a:srgbClr val="231F20"/>
                </a:solidFill>
                <a:effectLst/>
                <a:latin typeface="Times New Roman" panose="02020603050405020304" pitchFamily="18" charset="0"/>
                <a:cs typeface="Times New Roman" panose="02020603050405020304" pitchFamily="18" charset="0"/>
              </a:rPr>
              <a:t>Common network sharing models</a:t>
            </a:r>
            <a:endParaRPr lang="en-US" dirty="0">
              <a:solidFill>
                <a:srgbClr val="1A1818"/>
              </a:solidFill>
              <a:effectLst/>
              <a:latin typeface="Times New Roman" panose="02020603050405020304" pitchFamily="18" charset="0"/>
              <a:cs typeface="Times New Roman" panose="02020603050405020304" pitchFamily="18" charset="0"/>
            </a:endParaRPr>
          </a:p>
        </p:txBody>
      </p:sp>
      <p:sp>
        <p:nvSpPr>
          <p:cNvPr id="5124" name="Rectangle 3"/>
          <p:cNvSpPr>
            <a:spLocks noGrp="1" noChangeArrowheads="1"/>
          </p:cNvSpPr>
          <p:nvPr>
            <p:ph type="body" idx="4294967295"/>
          </p:nvPr>
        </p:nvSpPr>
        <p:spPr>
          <a:xfrm>
            <a:off x="1032164" y="1295400"/>
            <a:ext cx="7620000" cy="4800600"/>
          </a:xfrm>
        </p:spPr>
        <p:txBody>
          <a:bodyPr lIns="92075" tIns="46038" rIns="92075" bIns="46038"/>
          <a:lstStyle/>
          <a:p>
            <a:pPr marL="0" indent="0">
              <a:buNone/>
            </a:pPr>
            <a:endParaRPr lang="en-US" sz="1400" dirty="0">
              <a:solidFill>
                <a:srgbClr val="1A1818"/>
              </a:solidFill>
              <a:effectLst/>
              <a:latin typeface="Helvetica" pitchFamily="2" charset="0"/>
            </a:endParaRPr>
          </a:p>
          <a:p>
            <a:r>
              <a:rPr lang="en-US" sz="2400" b="1" dirty="0">
                <a:solidFill>
                  <a:srgbClr val="1A1818"/>
                </a:solidFill>
                <a:effectLst/>
                <a:latin typeface="Times New Roman" panose="02020603050405020304" pitchFamily="18" charset="0"/>
                <a:cs typeface="Times New Roman" panose="02020603050405020304" pitchFamily="18" charset="0"/>
              </a:rPr>
              <a:t>Peer-to-Peer (P2P): </a:t>
            </a:r>
            <a:r>
              <a:rPr lang="en-US" sz="2400" dirty="0">
                <a:solidFill>
                  <a:srgbClr val="1A1818"/>
                </a:solidFill>
                <a:effectLst/>
                <a:latin typeface="Times New Roman" panose="02020603050405020304" pitchFamily="18" charset="0"/>
                <a:cs typeface="Times New Roman" panose="02020603050405020304" pitchFamily="18" charset="0"/>
              </a:rPr>
              <a:t>In a P2P network, each device can act as both a client and a server, sharing resources directly with other devices without a central server. This is often used for file sharing.</a:t>
            </a:r>
          </a:p>
          <a:p>
            <a:endParaRPr lang="en-US" sz="2400" dirty="0">
              <a:solidFill>
                <a:srgbClr val="1A1818"/>
              </a:solidFill>
              <a:effectLst/>
              <a:latin typeface="Times New Roman" panose="02020603050405020304" pitchFamily="18" charset="0"/>
              <a:cs typeface="Times New Roman" panose="02020603050405020304" pitchFamily="18" charset="0"/>
            </a:endParaRPr>
          </a:p>
          <a:p>
            <a:r>
              <a:rPr lang="en-US" sz="2400" b="1" dirty="0">
                <a:solidFill>
                  <a:srgbClr val="1A1818"/>
                </a:solidFill>
                <a:effectLst/>
                <a:latin typeface="Times New Roman" panose="02020603050405020304" pitchFamily="18" charset="0"/>
                <a:cs typeface="Times New Roman" panose="02020603050405020304" pitchFamily="18" charset="0"/>
              </a:rPr>
              <a:t>Client-Server Model: </a:t>
            </a:r>
            <a:r>
              <a:rPr lang="en-US" sz="2400" dirty="0">
                <a:solidFill>
                  <a:srgbClr val="1A1818"/>
                </a:solidFill>
                <a:effectLst/>
                <a:latin typeface="Times New Roman" panose="02020603050405020304" pitchFamily="18" charset="0"/>
                <a:cs typeface="Times New Roman" panose="02020603050405020304" pitchFamily="18" charset="0"/>
              </a:rPr>
              <a:t>This is the most common model where clients request services or resources from a central server. Common examples include web servers, email servers, and database servers.</a:t>
            </a:r>
          </a:p>
          <a:p>
            <a:pPr marL="0" indent="0">
              <a:buNone/>
            </a:pPr>
            <a:endParaRPr lang="en-US" sz="1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b="0" dirty="0">
              <a:solidFill>
                <a:srgbClr val="231F20"/>
              </a:solidFill>
              <a:latin typeface="Times New Roman" panose="02020603050405020304" pitchFamily="18" charset="0"/>
              <a:cs typeface="Times New Roman" panose="02020603050405020304" pitchFamily="18" charset="0"/>
            </a:endParaRPr>
          </a:p>
          <a:p>
            <a:pPr marL="0" indent="0">
              <a:buNone/>
            </a:pPr>
            <a:endParaRPr lang="en-US" sz="2000" dirty="0">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pPr marL="0" indent="0">
              <a:buNone/>
            </a:pPr>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pPr eaLnBrk="1" hangingPunct="1">
              <a:lnSpc>
                <a:spcPct val="80000"/>
              </a:lnSpc>
            </a:pPr>
            <a:endParaRPr kumimoji="1" lang="en-US" sz="2400" dirty="0">
              <a:latin typeface="Times New Roman" panose="02020603050405020304" pitchFamily="18" charset="0"/>
              <a:ea typeface="ＭＳ Ｐゴシック"/>
              <a:cs typeface="Times New Roman" panose="02020603050405020304" pitchFamily="18" charset="0"/>
            </a:endParaRPr>
          </a:p>
        </p:txBody>
      </p:sp>
      <p:sp>
        <p:nvSpPr>
          <p:cNvPr id="6" name="Footer Placeholder 5"/>
          <p:cNvSpPr>
            <a:spLocks noGrp="1"/>
          </p:cNvSpPr>
          <p:nvPr>
            <p:ph type="ftr" sz="quarter" idx="11"/>
          </p:nvPr>
        </p:nvSpPr>
        <p:spPr/>
        <p:txBody>
          <a:bodyPr/>
          <a:lstStyle/>
          <a:p>
            <a:pPr>
              <a:defRPr/>
            </a:pPr>
            <a:r>
              <a:rPr lang="en-US"/>
              <a:t>Principles of Network &amp; System Administration</a:t>
            </a:r>
            <a:endParaRPr lang="en-US" dirty="0"/>
          </a:p>
        </p:txBody>
      </p:sp>
    </p:spTree>
    <p:extLst>
      <p:ext uri="{BB962C8B-B14F-4D97-AF65-F5344CB8AC3E}">
        <p14:creationId xmlns:p14="http://schemas.microsoft.com/office/powerpoint/2010/main" val="93495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11</a:t>
            </a:fld>
            <a:endParaRPr lang="en-US">
              <a:latin typeface="Times New Roman" pitchFamily="18" charset="0"/>
            </a:endParaRPr>
          </a:p>
        </p:txBody>
      </p:sp>
      <p:sp>
        <p:nvSpPr>
          <p:cNvPr id="5123" name="Rectangle 2"/>
          <p:cNvSpPr>
            <a:spLocks noGrp="1" noChangeArrowheads="1"/>
          </p:cNvSpPr>
          <p:nvPr>
            <p:ph type="title" idx="4294967295"/>
          </p:nvPr>
        </p:nvSpPr>
        <p:spPr>
          <a:xfrm>
            <a:off x="803564" y="282039"/>
            <a:ext cx="8077200" cy="1143000"/>
          </a:xfrm>
        </p:spPr>
        <p:txBody>
          <a:bodyPr lIns="92075" tIns="46038" rIns="92075" bIns="46038"/>
          <a:lstStyle/>
          <a:p>
            <a:r>
              <a:rPr lang="en-US" b="1" i="0" dirty="0">
                <a:solidFill>
                  <a:srgbClr val="231F20"/>
                </a:solidFill>
                <a:effectLst/>
                <a:latin typeface="Times New Roman" panose="02020603050405020304" pitchFamily="18" charset="0"/>
                <a:cs typeface="Times New Roman" panose="02020603050405020304" pitchFamily="18" charset="0"/>
              </a:rPr>
              <a:t>Common network sharing models</a:t>
            </a:r>
            <a:endParaRPr lang="en-US" dirty="0">
              <a:solidFill>
                <a:srgbClr val="1A1818"/>
              </a:solidFill>
              <a:effectLst/>
              <a:latin typeface="Times New Roman" panose="02020603050405020304" pitchFamily="18" charset="0"/>
              <a:cs typeface="Times New Roman" panose="02020603050405020304" pitchFamily="18" charset="0"/>
            </a:endParaRPr>
          </a:p>
        </p:txBody>
      </p:sp>
      <p:sp>
        <p:nvSpPr>
          <p:cNvPr id="5124" name="Rectangle 3"/>
          <p:cNvSpPr>
            <a:spLocks noGrp="1" noChangeArrowheads="1"/>
          </p:cNvSpPr>
          <p:nvPr>
            <p:ph type="body" idx="4294967295"/>
          </p:nvPr>
        </p:nvSpPr>
        <p:spPr>
          <a:xfrm>
            <a:off x="1032164" y="1295400"/>
            <a:ext cx="7620000" cy="4800600"/>
          </a:xfrm>
        </p:spPr>
        <p:txBody>
          <a:bodyPr lIns="92075" tIns="46038" rIns="92075" bIns="46038"/>
          <a:lstStyle/>
          <a:p>
            <a:pPr marL="0" indent="0">
              <a:buNone/>
            </a:pPr>
            <a:endParaRPr lang="en-US" sz="1400" dirty="0">
              <a:solidFill>
                <a:srgbClr val="1A1818"/>
              </a:solidFill>
              <a:effectLst/>
              <a:latin typeface="Helvetica" pitchFamily="2" charset="0"/>
            </a:endParaRPr>
          </a:p>
          <a:p>
            <a:r>
              <a:rPr lang="en-US" sz="2400" b="1" dirty="0">
                <a:solidFill>
                  <a:srgbClr val="1A1818"/>
                </a:solidFill>
                <a:effectLst/>
                <a:latin typeface="Times New Roman" panose="02020603050405020304" pitchFamily="18" charset="0"/>
                <a:cs typeface="Times New Roman" panose="02020603050405020304" pitchFamily="18" charset="0"/>
              </a:rPr>
              <a:t>Distributed Computing: </a:t>
            </a:r>
            <a:r>
              <a:rPr lang="en-US" sz="2400" dirty="0">
                <a:solidFill>
                  <a:srgbClr val="1A1818"/>
                </a:solidFill>
                <a:effectLst/>
                <a:latin typeface="Times New Roman" panose="02020603050405020304" pitchFamily="18" charset="0"/>
                <a:cs typeface="Times New Roman" panose="02020603050405020304" pitchFamily="18" charset="0"/>
              </a:rPr>
              <a:t>This model involves distributing computing tasks across multiple interconnected computers. Examples include grid computing, where a network of computers collaboratively processes large datasets or performs complex calculations.</a:t>
            </a:r>
          </a:p>
          <a:p>
            <a:r>
              <a:rPr lang="en-US" sz="2400" b="1" dirty="0">
                <a:solidFill>
                  <a:srgbClr val="1A1818"/>
                </a:solidFill>
                <a:effectLst/>
                <a:latin typeface="Times New Roman" panose="02020603050405020304" pitchFamily="18" charset="0"/>
                <a:cs typeface="Times New Roman" panose="02020603050405020304" pitchFamily="18" charset="0"/>
              </a:rPr>
              <a:t>Cloud Computing: </a:t>
            </a:r>
            <a:r>
              <a:rPr lang="en-US" sz="2400" dirty="0">
                <a:solidFill>
                  <a:srgbClr val="1A1818"/>
                </a:solidFill>
                <a:effectLst/>
                <a:latin typeface="Times New Roman" panose="02020603050405020304" pitchFamily="18" charset="0"/>
                <a:cs typeface="Times New Roman" panose="02020603050405020304" pitchFamily="18" charset="0"/>
              </a:rPr>
              <a:t>Cloud computing relies on a network of remote servers hosted on the internet to store, manage, and process data rather than relying on local servers or personal computers.</a:t>
            </a:r>
          </a:p>
          <a:p>
            <a:pPr marL="0" indent="0">
              <a:buNone/>
            </a:pPr>
            <a:endParaRPr lang="en-US" sz="1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b="0" dirty="0">
              <a:solidFill>
                <a:srgbClr val="231F20"/>
              </a:solidFill>
              <a:latin typeface="Times New Roman" panose="02020603050405020304" pitchFamily="18" charset="0"/>
              <a:cs typeface="Times New Roman" panose="02020603050405020304" pitchFamily="18" charset="0"/>
            </a:endParaRPr>
          </a:p>
          <a:p>
            <a:pPr marL="0" indent="0">
              <a:buNone/>
            </a:pPr>
            <a:endParaRPr lang="en-US" sz="2000" dirty="0">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pPr marL="0" indent="0">
              <a:buNone/>
            </a:pPr>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pPr eaLnBrk="1" hangingPunct="1">
              <a:lnSpc>
                <a:spcPct val="80000"/>
              </a:lnSpc>
            </a:pPr>
            <a:endParaRPr kumimoji="1" lang="en-US" sz="2400" dirty="0">
              <a:latin typeface="Times New Roman" panose="02020603050405020304" pitchFamily="18" charset="0"/>
              <a:ea typeface="ＭＳ Ｐゴシック"/>
              <a:cs typeface="Times New Roman" panose="02020603050405020304" pitchFamily="18" charset="0"/>
            </a:endParaRPr>
          </a:p>
        </p:txBody>
      </p:sp>
      <p:sp>
        <p:nvSpPr>
          <p:cNvPr id="6" name="Footer Placeholder 5"/>
          <p:cNvSpPr>
            <a:spLocks noGrp="1"/>
          </p:cNvSpPr>
          <p:nvPr>
            <p:ph type="ftr" sz="quarter" idx="11"/>
          </p:nvPr>
        </p:nvSpPr>
        <p:spPr/>
        <p:txBody>
          <a:bodyPr/>
          <a:lstStyle/>
          <a:p>
            <a:pPr>
              <a:defRPr/>
            </a:pPr>
            <a:r>
              <a:rPr lang="en-US"/>
              <a:t>Principles of Network &amp; System Administration</a:t>
            </a:r>
            <a:endParaRPr lang="en-US" dirty="0"/>
          </a:p>
        </p:txBody>
      </p:sp>
    </p:spTree>
    <p:extLst>
      <p:ext uri="{BB962C8B-B14F-4D97-AF65-F5344CB8AC3E}">
        <p14:creationId xmlns:p14="http://schemas.microsoft.com/office/powerpoint/2010/main" val="1624520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
          <p:cNvSpPr>
            <a:spLocks noGrp="1" noChangeArrowheads="1"/>
          </p:cNvSpPr>
          <p:nvPr>
            <p:ph type="sldNum" sz="quarter" idx="12"/>
          </p:nvPr>
        </p:nvSpPr>
        <p:spPr>
          <a:noFill/>
        </p:spPr>
        <p:txBody>
          <a:bodyPr/>
          <a:lstStyle/>
          <a:p>
            <a:fld id="{1C058D54-8506-40FF-8553-9E28C601EFDE}" type="slidenum">
              <a:rPr lang="en-US" smtClean="0">
                <a:latin typeface="Times New Roman" pitchFamily="18" charset="0"/>
              </a:rPr>
              <a:pPr/>
              <a:t>12</a:t>
            </a:fld>
            <a:endParaRPr lang="en-US">
              <a:latin typeface="Times New Roman" pitchFamily="18" charset="0"/>
            </a:endParaRPr>
          </a:p>
        </p:txBody>
      </p:sp>
      <p:sp>
        <p:nvSpPr>
          <p:cNvPr id="5123" name="Rectangle 2"/>
          <p:cNvSpPr>
            <a:spLocks noGrp="1" noChangeArrowheads="1"/>
          </p:cNvSpPr>
          <p:nvPr>
            <p:ph type="title" idx="4294967295"/>
          </p:nvPr>
        </p:nvSpPr>
        <p:spPr>
          <a:xfrm>
            <a:off x="803564" y="282039"/>
            <a:ext cx="8077200" cy="1143000"/>
          </a:xfrm>
        </p:spPr>
        <p:txBody>
          <a:bodyPr lIns="92075" tIns="46038" rIns="92075" bIns="46038"/>
          <a:lstStyle/>
          <a:p>
            <a:r>
              <a:rPr lang="en-US" b="1" i="0" dirty="0">
                <a:solidFill>
                  <a:srgbClr val="231F20"/>
                </a:solidFill>
                <a:effectLst/>
                <a:latin typeface="Times New Roman" panose="02020603050405020304" pitchFamily="18" charset="0"/>
                <a:cs typeface="Times New Roman" panose="02020603050405020304" pitchFamily="18" charset="0"/>
              </a:rPr>
              <a:t>Common network sharing models</a:t>
            </a:r>
            <a:endParaRPr lang="en-US" dirty="0">
              <a:solidFill>
                <a:srgbClr val="1A1818"/>
              </a:solidFill>
              <a:effectLst/>
              <a:latin typeface="Times New Roman" panose="02020603050405020304" pitchFamily="18" charset="0"/>
              <a:cs typeface="Times New Roman" panose="02020603050405020304" pitchFamily="18" charset="0"/>
            </a:endParaRPr>
          </a:p>
        </p:txBody>
      </p:sp>
      <p:sp>
        <p:nvSpPr>
          <p:cNvPr id="5124" name="Rectangle 3"/>
          <p:cNvSpPr>
            <a:spLocks noGrp="1" noChangeArrowheads="1"/>
          </p:cNvSpPr>
          <p:nvPr>
            <p:ph type="body" idx="4294967295"/>
          </p:nvPr>
        </p:nvSpPr>
        <p:spPr>
          <a:xfrm>
            <a:off x="1032164" y="1295400"/>
            <a:ext cx="7620000" cy="4800600"/>
          </a:xfrm>
        </p:spPr>
        <p:txBody>
          <a:bodyPr lIns="92075" tIns="46038" rIns="92075" bIns="46038"/>
          <a:lstStyle/>
          <a:p>
            <a:pPr marL="0" indent="0">
              <a:buNone/>
            </a:pPr>
            <a:endParaRPr lang="en-US" sz="1400" dirty="0">
              <a:solidFill>
                <a:srgbClr val="1A1818"/>
              </a:solidFill>
              <a:effectLst/>
              <a:latin typeface="Helvetica" pitchFamily="2" charset="0"/>
            </a:endParaRPr>
          </a:p>
          <a:p>
            <a:r>
              <a:rPr lang="en-US" sz="2400" b="1" dirty="0">
                <a:solidFill>
                  <a:srgbClr val="1A1818"/>
                </a:solidFill>
                <a:latin typeface="Times New Roman" panose="02020603050405020304" pitchFamily="18" charset="0"/>
                <a:cs typeface="Times New Roman" panose="02020603050405020304" pitchFamily="18" charset="0"/>
              </a:rPr>
              <a:t>Virtual Private Networks (VPNs): </a:t>
            </a:r>
            <a:r>
              <a:rPr lang="en-US" sz="2400" dirty="0">
                <a:solidFill>
                  <a:srgbClr val="1A1818"/>
                </a:solidFill>
                <a:latin typeface="Times New Roman" panose="02020603050405020304" pitchFamily="18" charset="0"/>
                <a:cs typeface="Times New Roman" panose="02020603050405020304" pitchFamily="18" charset="0"/>
              </a:rPr>
              <a:t>VPNs create a secure network connection over a public network, such as the internet, to allow remote users or offices to access resources as if they were on a local network.</a:t>
            </a:r>
          </a:p>
          <a:p>
            <a:r>
              <a:rPr lang="en-US" sz="2400" b="1" dirty="0">
                <a:effectLst/>
                <a:latin typeface="Times New Roman" panose="02020603050405020304" pitchFamily="18" charset="0"/>
                <a:cs typeface="Times New Roman" panose="02020603050405020304" pitchFamily="18" charset="0"/>
              </a:rPr>
              <a:t>Virtual LAN (VLAN): </a:t>
            </a:r>
            <a:r>
              <a:rPr lang="en-US" sz="2400" dirty="0">
                <a:solidFill>
                  <a:srgbClr val="1A1818"/>
                </a:solidFill>
                <a:effectLst/>
                <a:latin typeface="Times New Roman" panose="02020603050405020304" pitchFamily="18" charset="0"/>
                <a:cs typeface="Times New Roman" panose="02020603050405020304" pitchFamily="18" charset="0"/>
              </a:rPr>
              <a:t>VLANs segment a physical network into multiple logical networks, isolating traffic and improving network management and security.</a:t>
            </a:r>
          </a:p>
          <a:p>
            <a:r>
              <a:rPr lang="en-US" sz="2400" dirty="0">
                <a:solidFill>
                  <a:srgbClr val="1A1818"/>
                </a:solidFill>
                <a:latin typeface="Times New Roman" panose="02020603050405020304" pitchFamily="18" charset="0"/>
                <a:cs typeface="Times New Roman" panose="02020603050405020304" pitchFamily="18" charset="0"/>
              </a:rPr>
              <a:t>Content Delivery Network (CDN), Intranet, Extranet, Software-Defined Networking (SDN), Mesh, Hybrid Cloud, </a:t>
            </a:r>
            <a:r>
              <a:rPr lang="en-US" sz="2400" dirty="0" err="1">
                <a:solidFill>
                  <a:srgbClr val="1A1818"/>
                </a:solidFill>
                <a:latin typeface="Times New Roman" panose="02020603050405020304" pitchFamily="18" charset="0"/>
                <a:cs typeface="Times New Roman" panose="02020603050405020304" pitchFamily="18" charset="0"/>
              </a:rPr>
              <a:t>ect</a:t>
            </a:r>
            <a:r>
              <a:rPr lang="en-US" sz="2400" dirty="0">
                <a:solidFill>
                  <a:srgbClr val="1A1818"/>
                </a:solidFill>
                <a:latin typeface="Times New Roman" panose="02020603050405020304" pitchFamily="18" charset="0"/>
                <a:cs typeface="Times New Roman" panose="02020603050405020304" pitchFamily="18" charset="0"/>
              </a:rPr>
              <a:t>..</a:t>
            </a:r>
          </a:p>
          <a:p>
            <a:endParaRPr lang="en-US" sz="2400" b="0" dirty="0">
              <a:solidFill>
                <a:srgbClr val="231F20"/>
              </a:solidFill>
              <a:latin typeface="Times New Roman" panose="02020603050405020304" pitchFamily="18" charset="0"/>
              <a:cs typeface="Times New Roman" panose="02020603050405020304" pitchFamily="18" charset="0"/>
            </a:endParaRPr>
          </a:p>
          <a:p>
            <a:pPr marL="0" indent="0">
              <a:buNone/>
            </a:pPr>
            <a:endParaRPr lang="en-US" sz="2000" dirty="0">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pPr marL="0" indent="0">
              <a:buNone/>
            </a:pPr>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b="1"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latin typeface="Times New Roman" panose="02020603050405020304" pitchFamily="18" charset="0"/>
              <a:cs typeface="Times New Roman" panose="02020603050405020304" pitchFamily="18"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Helvetica" pitchFamily="2" charset="0"/>
            </a:endParaRPr>
          </a:p>
          <a:p>
            <a:endParaRPr lang="en-US" sz="2400" dirty="0">
              <a:solidFill>
                <a:srgbClr val="1A1818"/>
              </a:solidFill>
              <a:effectLst/>
              <a:latin typeface="Times New Roman" panose="02020603050405020304" pitchFamily="18" charset="0"/>
              <a:cs typeface="Times New Roman" panose="02020603050405020304" pitchFamily="18" charset="0"/>
            </a:endParaRPr>
          </a:p>
          <a:p>
            <a:pPr eaLnBrk="1" hangingPunct="1">
              <a:lnSpc>
                <a:spcPct val="80000"/>
              </a:lnSpc>
            </a:pPr>
            <a:endParaRPr kumimoji="1" lang="en-US" sz="2400" dirty="0">
              <a:latin typeface="Times New Roman" panose="02020603050405020304" pitchFamily="18" charset="0"/>
              <a:ea typeface="ＭＳ Ｐゴシック"/>
              <a:cs typeface="Times New Roman" panose="02020603050405020304" pitchFamily="18" charset="0"/>
            </a:endParaRPr>
          </a:p>
        </p:txBody>
      </p:sp>
      <p:sp>
        <p:nvSpPr>
          <p:cNvPr id="6" name="Footer Placeholder 5"/>
          <p:cNvSpPr>
            <a:spLocks noGrp="1"/>
          </p:cNvSpPr>
          <p:nvPr>
            <p:ph type="ftr" sz="quarter" idx="11"/>
          </p:nvPr>
        </p:nvSpPr>
        <p:spPr/>
        <p:txBody>
          <a:bodyPr/>
          <a:lstStyle/>
          <a:p>
            <a:pPr>
              <a:defRPr/>
            </a:pPr>
            <a:r>
              <a:rPr lang="en-US"/>
              <a:t>Principles of Network &amp; System Administration</a:t>
            </a:r>
            <a:endParaRPr lang="en-US" dirty="0"/>
          </a:p>
        </p:txBody>
      </p:sp>
    </p:spTree>
    <p:extLst>
      <p:ext uri="{BB962C8B-B14F-4D97-AF65-F5344CB8AC3E}">
        <p14:creationId xmlns:p14="http://schemas.microsoft.com/office/powerpoint/2010/main" val="1508739094"/>
      </p:ext>
    </p:extLst>
  </p:cSld>
  <p:clrMapOvr>
    <a:masterClrMapping/>
  </p:clrMapOvr>
</p:sld>
</file>

<file path=ppt/theme/theme1.xml><?xml version="1.0" encoding="utf-8"?>
<a:theme xmlns:a="http://schemas.openxmlformats.org/drawingml/2006/main" name="Notebook">
  <a:themeElements>
    <a:clrScheme name="Notebook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fontScheme name="Notebook">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New Roman" pitchFamily="-111"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New Roman" pitchFamily="-111" charset="0"/>
          </a:defRPr>
        </a:defPPr>
      </a:lstStyle>
    </a:lnDef>
  </a:objectDefaults>
  <a:extraClrSchemeLst>
    <a:extraClrScheme>
      <a:clrScheme name="Notebook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Notebook 2">
        <a:dk1>
          <a:srgbClr val="000000"/>
        </a:dk1>
        <a:lt1>
          <a:srgbClr val="FFFFFF"/>
        </a:lt1>
        <a:dk2>
          <a:srgbClr val="221304"/>
        </a:dk2>
        <a:lt2>
          <a:srgbClr val="CBBD83"/>
        </a:lt2>
        <a:accent1>
          <a:srgbClr val="A1BD69"/>
        </a:accent1>
        <a:accent2>
          <a:srgbClr val="3694B6"/>
        </a:accent2>
        <a:accent3>
          <a:srgbClr val="FFFFF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Notebook 3">
        <a:dk1>
          <a:srgbClr val="000000"/>
        </a:dk1>
        <a:lt1>
          <a:srgbClr val="FFFFFF"/>
        </a:lt1>
        <a:dk2>
          <a:srgbClr val="000000"/>
        </a:dk2>
        <a:lt2>
          <a:srgbClr val="DDDDDD"/>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3344</TotalTime>
  <Words>964</Words>
  <Application>Microsoft Macintosh PowerPoint</Application>
  <PresentationFormat>On-screen Show (4:3)</PresentationFormat>
  <Paragraphs>279</Paragraphs>
  <Slides>12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Times</vt:lpstr>
      <vt:lpstr>Arial</vt:lpstr>
      <vt:lpstr>Courier New</vt:lpstr>
      <vt:lpstr>Helvetica</vt:lpstr>
      <vt:lpstr>Times New Roman</vt:lpstr>
      <vt:lpstr>Wingdings</vt:lpstr>
      <vt:lpstr>Notebook</vt:lpstr>
      <vt:lpstr>Chapter 3:  Networked Communities</vt:lpstr>
      <vt:lpstr>Networked communities</vt:lpstr>
      <vt:lpstr>Communities and enterprises</vt:lpstr>
      <vt:lpstr>Policy blueprints</vt:lpstr>
      <vt:lpstr>System uniformity</vt:lpstr>
      <vt:lpstr>User behavior: socio-anthropology</vt:lpstr>
      <vt:lpstr>Clients, servers and delegation</vt:lpstr>
      <vt:lpstr>Host identities and name services</vt:lpstr>
      <vt:lpstr>Common network sharing models</vt:lpstr>
      <vt:lpstr>Common network sharing models</vt:lpstr>
      <vt:lpstr>Common network sharing models</vt:lpstr>
      <vt:lpstr>Common network sharing models</vt:lpstr>
    </vt:vector>
  </TitlesOfParts>
  <Company>Rochester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Elizabeth Lane Lawley</dc:creator>
  <cp:lastModifiedBy>Quang Huy</cp:lastModifiedBy>
  <cp:revision>141</cp:revision>
  <dcterms:created xsi:type="dcterms:W3CDTF">2008-10-09T16:38:00Z</dcterms:created>
  <dcterms:modified xsi:type="dcterms:W3CDTF">2023-09-07T22:42:33Z</dcterms:modified>
</cp:coreProperties>
</file>