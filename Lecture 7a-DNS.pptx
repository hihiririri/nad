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4" r:id="rId26"/>
    <p:sldId id="285" r:id="rId27"/>
    <p:sldId id="287" r:id="rId28"/>
    <p:sldId id="289" r:id="rId29"/>
    <p:sldId id="290" r:id="rId3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7852" y="315848"/>
            <a:ext cx="8248294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28815"/>
            <a:ext cx="9144000" cy="3291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7010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852" y="4953"/>
            <a:ext cx="8248294" cy="702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437" y="1812925"/>
            <a:ext cx="7771130" cy="3421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5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18" Type="http://schemas.openxmlformats.org/officeDocument/2006/relationships/image" Target="../media/image52.png"/><Relationship Id="rId26" Type="http://schemas.openxmlformats.org/officeDocument/2006/relationships/image" Target="../media/image88.png"/><Relationship Id="rId3" Type="http://schemas.openxmlformats.org/officeDocument/2006/relationships/image" Target="../media/image66.png"/><Relationship Id="rId21" Type="http://schemas.openxmlformats.org/officeDocument/2006/relationships/image" Target="../media/image83.png"/><Relationship Id="rId34" Type="http://schemas.openxmlformats.org/officeDocument/2006/relationships/image" Target="../media/image9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0" Type="http://schemas.openxmlformats.org/officeDocument/2006/relationships/image" Target="../media/image82.png"/><Relationship Id="rId29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10" Type="http://schemas.openxmlformats.org/officeDocument/2006/relationships/image" Target="../media/image73.pn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Relationship Id="rId35" Type="http://schemas.openxmlformats.org/officeDocument/2006/relationships/image" Target="../media/image97.png"/><Relationship Id="rId8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93.png"/><Relationship Id="rId3" Type="http://schemas.openxmlformats.org/officeDocument/2006/relationships/image" Target="../media/image52.png"/><Relationship Id="rId21" Type="http://schemas.openxmlformats.org/officeDocument/2006/relationships/image" Target="../media/image113.png"/><Relationship Id="rId7" Type="http://schemas.openxmlformats.org/officeDocument/2006/relationships/image" Target="../media/image7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92.png"/><Relationship Id="rId2" Type="http://schemas.openxmlformats.org/officeDocument/2006/relationships/image" Target="../media/image98.png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3.png"/><Relationship Id="rId24" Type="http://schemas.openxmlformats.org/officeDocument/2006/relationships/image" Target="../media/image91.png"/><Relationship Id="rId5" Type="http://schemas.openxmlformats.org/officeDocument/2006/relationships/image" Target="../media/image80.png"/><Relationship Id="rId15" Type="http://schemas.openxmlformats.org/officeDocument/2006/relationships/image" Target="../media/image107.png"/><Relationship Id="rId23" Type="http://schemas.openxmlformats.org/officeDocument/2006/relationships/image" Target="../media/image90.png"/><Relationship Id="rId28" Type="http://schemas.openxmlformats.org/officeDocument/2006/relationships/image" Target="../media/image95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81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94.png"/><Relationship Id="rId30" Type="http://schemas.openxmlformats.org/officeDocument/2006/relationships/image" Target="../media/image1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3" Type="http://schemas.openxmlformats.org/officeDocument/2006/relationships/image" Target="../media/image117.png"/><Relationship Id="rId7" Type="http://schemas.openxmlformats.org/officeDocument/2006/relationships/image" Target="../media/image81.png"/><Relationship Id="rId12" Type="http://schemas.openxmlformats.org/officeDocument/2006/relationships/image" Target="../media/image125.png"/><Relationship Id="rId17" Type="http://schemas.openxmlformats.org/officeDocument/2006/relationships/image" Target="../media/image94.png"/><Relationship Id="rId2" Type="http://schemas.openxmlformats.org/officeDocument/2006/relationships/image" Target="../media/image116.png"/><Relationship Id="rId16" Type="http://schemas.openxmlformats.org/officeDocument/2006/relationships/image" Target="../media/image93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4.png"/><Relationship Id="rId5" Type="http://schemas.openxmlformats.org/officeDocument/2006/relationships/image" Target="../media/image119.png"/><Relationship Id="rId15" Type="http://schemas.openxmlformats.org/officeDocument/2006/relationships/image" Target="../media/image92.png"/><Relationship Id="rId10" Type="http://schemas.openxmlformats.org/officeDocument/2006/relationships/image" Target="../media/image123.png"/><Relationship Id="rId19" Type="http://schemas.openxmlformats.org/officeDocument/2006/relationships/image" Target="../media/image96.png"/><Relationship Id="rId4" Type="http://schemas.openxmlformats.org/officeDocument/2006/relationships/image" Target="../media/image118.png"/><Relationship Id="rId9" Type="http://schemas.openxmlformats.org/officeDocument/2006/relationships/image" Target="../media/image122.png"/><Relationship Id="rId1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hyperlink" Target="http://www.example.microsoft.com/" TargetMode="External"/><Relationship Id="rId18" Type="http://schemas.openxmlformats.org/officeDocument/2006/relationships/image" Target="../media/image141.png"/><Relationship Id="rId3" Type="http://schemas.openxmlformats.org/officeDocument/2006/relationships/image" Target="../media/image128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0.png"/><Relationship Id="rId2" Type="http://schemas.openxmlformats.org/officeDocument/2006/relationships/image" Target="../media/image127.png"/><Relationship Id="rId16" Type="http://schemas.openxmlformats.org/officeDocument/2006/relationships/image" Target="../media/image139.png"/><Relationship Id="rId20" Type="http://schemas.openxmlformats.org/officeDocument/2006/relationships/hyperlink" Target="http://www.microsof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135.png"/><Relationship Id="rId5" Type="http://schemas.openxmlformats.org/officeDocument/2006/relationships/image" Target="../media/image130.png"/><Relationship Id="rId15" Type="http://schemas.openxmlformats.org/officeDocument/2006/relationships/image" Target="../media/image138.png"/><Relationship Id="rId10" Type="http://schemas.openxmlformats.org/officeDocument/2006/relationships/image" Target="../media/image134.png"/><Relationship Id="rId19" Type="http://schemas.openxmlformats.org/officeDocument/2006/relationships/image" Target="../media/image142.png"/><Relationship Id="rId4" Type="http://schemas.openxmlformats.org/officeDocument/2006/relationships/image" Target="../media/image129.png"/><Relationship Id="rId9" Type="http://schemas.openxmlformats.org/officeDocument/2006/relationships/image" Target="../media/image133.png"/><Relationship Id="rId14" Type="http://schemas.openxmlformats.org/officeDocument/2006/relationships/image" Target="../media/image13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95.png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12" Type="http://schemas.openxmlformats.org/officeDocument/2006/relationships/image" Target="../media/image150.png"/><Relationship Id="rId2" Type="http://schemas.openxmlformats.org/officeDocument/2006/relationships/image" Target="../media/image143.png"/><Relationship Id="rId16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92.png"/><Relationship Id="rId5" Type="http://schemas.openxmlformats.org/officeDocument/2006/relationships/image" Target="../media/image14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145.png"/><Relationship Id="rId9" Type="http://schemas.openxmlformats.org/officeDocument/2006/relationships/image" Target="../media/image90.png"/><Relationship Id="rId14" Type="http://schemas.openxmlformats.org/officeDocument/2006/relationships/image" Target="../media/image15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92.png"/><Relationship Id="rId18" Type="http://schemas.openxmlformats.org/officeDocument/2006/relationships/image" Target="../media/image162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image" Target="../media/image153.png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90.png"/><Relationship Id="rId5" Type="http://schemas.openxmlformats.org/officeDocument/2006/relationships/image" Target="../media/image156.png"/><Relationship Id="rId15" Type="http://schemas.openxmlformats.org/officeDocument/2006/relationships/image" Target="../media/image94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3.png"/><Relationship Id="rId18" Type="http://schemas.openxmlformats.org/officeDocument/2006/relationships/image" Target="../media/image178.png"/><Relationship Id="rId3" Type="http://schemas.openxmlformats.org/officeDocument/2006/relationships/image" Target="../media/image167.png"/><Relationship Id="rId21" Type="http://schemas.openxmlformats.org/officeDocument/2006/relationships/image" Target="../media/image181.png"/><Relationship Id="rId7" Type="http://schemas.openxmlformats.org/officeDocument/2006/relationships/image" Target="../media/image92.png"/><Relationship Id="rId12" Type="http://schemas.openxmlformats.org/officeDocument/2006/relationships/image" Target="../media/image172.png"/><Relationship Id="rId17" Type="http://schemas.openxmlformats.org/officeDocument/2006/relationships/image" Target="../media/image177.png"/><Relationship Id="rId25" Type="http://schemas.openxmlformats.org/officeDocument/2006/relationships/image" Target="../media/image184.png"/><Relationship Id="rId2" Type="http://schemas.openxmlformats.org/officeDocument/2006/relationships/image" Target="../media/image166.png"/><Relationship Id="rId16" Type="http://schemas.openxmlformats.org/officeDocument/2006/relationships/image" Target="../media/image176.png"/><Relationship Id="rId20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96.png"/><Relationship Id="rId24" Type="http://schemas.openxmlformats.org/officeDocument/2006/relationships/image" Target="../media/image73.png"/><Relationship Id="rId5" Type="http://schemas.openxmlformats.org/officeDocument/2006/relationships/image" Target="../media/image90.png"/><Relationship Id="rId15" Type="http://schemas.openxmlformats.org/officeDocument/2006/relationships/image" Target="../media/image175.png"/><Relationship Id="rId23" Type="http://schemas.openxmlformats.org/officeDocument/2006/relationships/image" Target="../media/image183.png"/><Relationship Id="rId10" Type="http://schemas.openxmlformats.org/officeDocument/2006/relationships/image" Target="../media/image95.png"/><Relationship Id="rId19" Type="http://schemas.openxmlformats.org/officeDocument/2006/relationships/image" Target="../media/image179.png"/><Relationship Id="rId4" Type="http://schemas.openxmlformats.org/officeDocument/2006/relationships/image" Target="../media/image168.png"/><Relationship Id="rId9" Type="http://schemas.openxmlformats.org/officeDocument/2006/relationships/image" Target="../media/image171.png"/><Relationship Id="rId14" Type="http://schemas.openxmlformats.org/officeDocument/2006/relationships/image" Target="../media/image174.png"/><Relationship Id="rId22" Type="http://schemas.openxmlformats.org/officeDocument/2006/relationships/image" Target="../media/image18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3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0" y="1985899"/>
            <a:ext cx="2186940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600" smtClean="0">
                <a:latin typeface="Arial"/>
                <a:cs typeface="Arial"/>
              </a:rPr>
              <a:t>Lecture 7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2223" y="2600070"/>
            <a:ext cx="3188335" cy="7988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827405">
              <a:lnSpc>
                <a:spcPts val="2960"/>
              </a:lnSpc>
              <a:spcBef>
                <a:spcPts val="335"/>
              </a:spcBef>
            </a:pPr>
            <a:r>
              <a:rPr sz="2600" dirty="0">
                <a:latin typeface="Arial"/>
                <a:cs typeface="Arial"/>
              </a:rPr>
              <a:t>Configuring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  Troubleshooting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DNS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264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Module</a:t>
            </a:r>
            <a:r>
              <a:rPr spc="-65" dirty="0"/>
              <a:t> </a:t>
            </a:r>
            <a:r>
              <a:rPr spc="-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4777105" cy="2282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Installing the </a:t>
            </a:r>
            <a:r>
              <a:rPr sz="2000" dirty="0">
                <a:latin typeface="Verdana"/>
                <a:cs typeface="Verdana"/>
              </a:rPr>
              <a:t>DNS </a:t>
            </a:r>
            <a:r>
              <a:rPr sz="2000" spc="-5" dirty="0">
                <a:latin typeface="Verdana"/>
                <a:cs typeface="Verdana"/>
              </a:rPr>
              <a:t>Server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Role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the DNS </a:t>
            </a:r>
            <a:r>
              <a:rPr sz="2000" spc="-5" dirty="0">
                <a:latin typeface="Verdana"/>
                <a:cs typeface="Verdana"/>
              </a:rPr>
              <a:t>Server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Role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DNS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Zones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DNS </a:t>
            </a:r>
            <a:r>
              <a:rPr sz="2000" spc="-5" dirty="0">
                <a:latin typeface="Verdana"/>
                <a:cs typeface="Verdana"/>
              </a:rPr>
              <a:t>Zone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Transfers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Managing and </a:t>
            </a:r>
            <a:r>
              <a:rPr sz="2000" spc="-5" dirty="0">
                <a:latin typeface="Verdana"/>
                <a:cs typeface="Verdana"/>
              </a:rPr>
              <a:t>Troubleshooting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DNS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30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1: </a:t>
            </a:r>
            <a:r>
              <a:rPr spc="-10" dirty="0"/>
              <a:t>Installing </a:t>
            </a:r>
            <a:r>
              <a:rPr spc="-5" dirty="0"/>
              <a:t>the </a:t>
            </a:r>
            <a:r>
              <a:rPr dirty="0"/>
              <a:t>DNS </a:t>
            </a:r>
            <a:r>
              <a:rPr spc="-5" dirty="0"/>
              <a:t>Server</a:t>
            </a:r>
            <a:r>
              <a:rPr spc="105" dirty="0"/>
              <a:t> </a:t>
            </a:r>
            <a:r>
              <a:rPr spc="-10" dirty="0"/>
              <a:t>Role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6783070" cy="1783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Overview </a:t>
            </a:r>
            <a:r>
              <a:rPr sz="2000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the Domain Name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Role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Overview </a:t>
            </a:r>
            <a:r>
              <a:rPr sz="2000" dirty="0">
                <a:latin typeface="Verdana"/>
                <a:cs typeface="Verdana"/>
              </a:rPr>
              <a:t>of the DNS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Namespace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DNS </a:t>
            </a:r>
            <a:r>
              <a:rPr sz="2000" spc="-5" dirty="0">
                <a:latin typeface="Verdana"/>
                <a:cs typeface="Verdana"/>
              </a:rPr>
              <a:t>Improvements </a:t>
            </a:r>
            <a:r>
              <a:rPr sz="2000" dirty="0">
                <a:latin typeface="Verdana"/>
                <a:cs typeface="Verdana"/>
              </a:rPr>
              <a:t>for Windows </a:t>
            </a:r>
            <a:r>
              <a:rPr sz="2000" spc="-5" dirty="0">
                <a:latin typeface="Verdana"/>
                <a:cs typeface="Verdana"/>
              </a:rPr>
              <a:t>Server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2012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DNS </a:t>
            </a:r>
            <a:r>
              <a:rPr sz="2000" spc="-5" dirty="0">
                <a:latin typeface="Verdana"/>
                <a:cs typeface="Verdana"/>
              </a:rPr>
              <a:t>Improvements </a:t>
            </a:r>
            <a:r>
              <a:rPr sz="2000" dirty="0">
                <a:latin typeface="Verdana"/>
                <a:cs typeface="Verdana"/>
              </a:rPr>
              <a:t>for Windows </a:t>
            </a:r>
            <a:r>
              <a:rPr sz="2000" spc="-5" dirty="0">
                <a:latin typeface="Verdana"/>
                <a:cs typeface="Verdana"/>
              </a:rPr>
              <a:t>Server </a:t>
            </a:r>
            <a:r>
              <a:rPr lang="en-US" sz="2000" dirty="0" smtClean="0">
                <a:latin typeface="Verdana"/>
                <a:cs typeface="Verdana"/>
              </a:rPr>
              <a:t>2012</a:t>
            </a:r>
            <a:r>
              <a:rPr sz="2000" spc="-95" dirty="0" smtClean="0">
                <a:latin typeface="Verdana"/>
                <a:cs typeface="Verdana"/>
              </a:rPr>
              <a:t> </a:t>
            </a:r>
            <a:r>
              <a:rPr sz="2000" spc="-5" dirty="0" smtClean="0">
                <a:latin typeface="Verdana"/>
                <a:cs typeface="Verdana"/>
              </a:rPr>
              <a:t>R2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76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Overview </a:t>
            </a:r>
            <a:r>
              <a:rPr dirty="0"/>
              <a:t>of </a:t>
            </a:r>
            <a:r>
              <a:rPr spc="-5" dirty="0"/>
              <a:t>the </a:t>
            </a:r>
            <a:r>
              <a:rPr dirty="0"/>
              <a:t>Domain </a:t>
            </a:r>
            <a:r>
              <a:rPr spc="-5" dirty="0"/>
              <a:t>Name System</a:t>
            </a:r>
            <a:r>
              <a:rPr spc="50" dirty="0"/>
              <a:t> </a:t>
            </a:r>
            <a:r>
              <a:rPr spc="-10" dirty="0"/>
              <a:t>Role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3463" y="1331975"/>
            <a:ext cx="8604885" cy="554990"/>
            <a:chOff x="283463" y="1331975"/>
            <a:chExt cx="8604885" cy="554990"/>
          </a:xfrm>
        </p:grpSpPr>
        <p:sp>
          <p:nvSpPr>
            <p:cNvPr id="4" name="object 4"/>
            <p:cNvSpPr/>
            <p:nvPr/>
          </p:nvSpPr>
          <p:spPr>
            <a:xfrm>
              <a:off x="307847" y="1356359"/>
              <a:ext cx="8580120" cy="5105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9559" y="1403603"/>
              <a:ext cx="7950708" cy="4831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8035" y="1336547"/>
              <a:ext cx="8567928" cy="4983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8035" y="1336547"/>
              <a:ext cx="8568055" cy="498475"/>
            </a:xfrm>
            <a:custGeom>
              <a:avLst/>
              <a:gdLst/>
              <a:ahLst/>
              <a:cxnLst/>
              <a:rect l="l" t="t" r="r" b="b"/>
              <a:pathLst>
                <a:path w="8568055" h="498475">
                  <a:moveTo>
                    <a:pt x="0" y="83057"/>
                  </a:moveTo>
                  <a:lnTo>
                    <a:pt x="6527" y="50738"/>
                  </a:lnTo>
                  <a:lnTo>
                    <a:pt x="24326" y="24336"/>
                  </a:lnTo>
                  <a:lnTo>
                    <a:pt x="50727" y="6530"/>
                  </a:lnTo>
                  <a:lnTo>
                    <a:pt x="83057" y="0"/>
                  </a:lnTo>
                  <a:lnTo>
                    <a:pt x="8484870" y="0"/>
                  </a:lnTo>
                  <a:lnTo>
                    <a:pt x="8517189" y="6530"/>
                  </a:lnTo>
                  <a:lnTo>
                    <a:pt x="8543591" y="24336"/>
                  </a:lnTo>
                  <a:lnTo>
                    <a:pt x="8561397" y="50738"/>
                  </a:lnTo>
                  <a:lnTo>
                    <a:pt x="8567928" y="83057"/>
                  </a:lnTo>
                  <a:lnTo>
                    <a:pt x="8567928" y="415289"/>
                  </a:lnTo>
                  <a:lnTo>
                    <a:pt x="8561397" y="447609"/>
                  </a:lnTo>
                  <a:lnTo>
                    <a:pt x="8543591" y="474011"/>
                  </a:lnTo>
                  <a:lnTo>
                    <a:pt x="8517189" y="491817"/>
                  </a:lnTo>
                  <a:lnTo>
                    <a:pt x="8484870" y="498348"/>
                  </a:lnTo>
                  <a:lnTo>
                    <a:pt x="83057" y="498348"/>
                  </a:lnTo>
                  <a:lnTo>
                    <a:pt x="50727" y="491817"/>
                  </a:lnTo>
                  <a:lnTo>
                    <a:pt x="24326" y="474011"/>
                  </a:lnTo>
                  <a:lnTo>
                    <a:pt x="6527" y="447609"/>
                  </a:lnTo>
                  <a:lnTo>
                    <a:pt x="0" y="415289"/>
                  </a:lnTo>
                  <a:lnTo>
                    <a:pt x="0" y="83057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90550" y="1434846"/>
            <a:ext cx="77063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Verdana"/>
                <a:cs typeface="Verdana"/>
              </a:rPr>
              <a:t>Domain </a:t>
            </a:r>
            <a:r>
              <a:rPr sz="1800" b="1" i="1" spc="-5" dirty="0">
                <a:latin typeface="Verdana"/>
                <a:cs typeface="Verdana"/>
              </a:rPr>
              <a:t>Name </a:t>
            </a:r>
            <a:r>
              <a:rPr sz="1800" b="1" i="1" dirty="0">
                <a:latin typeface="Verdana"/>
                <a:cs typeface="Verdana"/>
              </a:rPr>
              <a:t>System </a:t>
            </a:r>
            <a:r>
              <a:rPr sz="1800" b="1" dirty="0">
                <a:latin typeface="Verdana"/>
                <a:cs typeface="Verdana"/>
              </a:rPr>
              <a:t>is a </a:t>
            </a:r>
            <a:r>
              <a:rPr sz="1800" b="1" spc="-5" dirty="0">
                <a:latin typeface="Verdana"/>
                <a:cs typeface="Verdana"/>
              </a:rPr>
              <a:t>hierarchical distributed</a:t>
            </a:r>
            <a:r>
              <a:rPr sz="1800" b="1" spc="5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database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7263" y="2141220"/>
            <a:ext cx="8729980" cy="3550920"/>
            <a:chOff x="207263" y="2141220"/>
            <a:chExt cx="8729980" cy="3550920"/>
          </a:xfrm>
        </p:grpSpPr>
        <p:sp>
          <p:nvSpPr>
            <p:cNvPr id="10" name="object 10"/>
            <p:cNvSpPr/>
            <p:nvPr/>
          </p:nvSpPr>
          <p:spPr>
            <a:xfrm>
              <a:off x="211835" y="2145792"/>
              <a:ext cx="8720455" cy="3542029"/>
            </a:xfrm>
            <a:custGeom>
              <a:avLst/>
              <a:gdLst/>
              <a:ahLst/>
              <a:cxnLst/>
              <a:rect l="l" t="t" r="r" b="b"/>
              <a:pathLst>
                <a:path w="8720455" h="3542029">
                  <a:moveTo>
                    <a:pt x="8572754" y="0"/>
                  </a:moveTo>
                  <a:lnTo>
                    <a:pt x="147586" y="0"/>
                  </a:lnTo>
                  <a:lnTo>
                    <a:pt x="100938" y="7520"/>
                  </a:lnTo>
                  <a:lnTo>
                    <a:pt x="60424" y="28464"/>
                  </a:lnTo>
                  <a:lnTo>
                    <a:pt x="28476" y="60405"/>
                  </a:lnTo>
                  <a:lnTo>
                    <a:pt x="7524" y="100917"/>
                  </a:lnTo>
                  <a:lnTo>
                    <a:pt x="0" y="147574"/>
                  </a:lnTo>
                  <a:lnTo>
                    <a:pt x="0" y="3394202"/>
                  </a:lnTo>
                  <a:lnTo>
                    <a:pt x="7524" y="3440844"/>
                  </a:lnTo>
                  <a:lnTo>
                    <a:pt x="28476" y="3481354"/>
                  </a:lnTo>
                  <a:lnTo>
                    <a:pt x="60424" y="3513300"/>
                  </a:lnTo>
                  <a:lnTo>
                    <a:pt x="100938" y="3534251"/>
                  </a:lnTo>
                  <a:lnTo>
                    <a:pt x="147586" y="3541776"/>
                  </a:lnTo>
                  <a:lnTo>
                    <a:pt x="8572754" y="3541776"/>
                  </a:lnTo>
                  <a:lnTo>
                    <a:pt x="8619410" y="3534251"/>
                  </a:lnTo>
                  <a:lnTo>
                    <a:pt x="8659922" y="3513300"/>
                  </a:lnTo>
                  <a:lnTo>
                    <a:pt x="8691863" y="3481354"/>
                  </a:lnTo>
                  <a:lnTo>
                    <a:pt x="8712807" y="3440844"/>
                  </a:lnTo>
                  <a:lnTo>
                    <a:pt x="8720328" y="3394202"/>
                  </a:lnTo>
                  <a:lnTo>
                    <a:pt x="8720328" y="147574"/>
                  </a:lnTo>
                  <a:lnTo>
                    <a:pt x="8712807" y="100917"/>
                  </a:lnTo>
                  <a:lnTo>
                    <a:pt x="8691863" y="60405"/>
                  </a:lnTo>
                  <a:lnTo>
                    <a:pt x="8659922" y="28464"/>
                  </a:lnTo>
                  <a:lnTo>
                    <a:pt x="8619410" y="7520"/>
                  </a:lnTo>
                  <a:lnTo>
                    <a:pt x="8572754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1835" y="2145792"/>
              <a:ext cx="8720455" cy="3542029"/>
            </a:xfrm>
            <a:custGeom>
              <a:avLst/>
              <a:gdLst/>
              <a:ahLst/>
              <a:cxnLst/>
              <a:rect l="l" t="t" r="r" b="b"/>
              <a:pathLst>
                <a:path w="8720455" h="3542029">
                  <a:moveTo>
                    <a:pt x="0" y="147574"/>
                  </a:moveTo>
                  <a:lnTo>
                    <a:pt x="7524" y="100917"/>
                  </a:lnTo>
                  <a:lnTo>
                    <a:pt x="28476" y="60405"/>
                  </a:lnTo>
                  <a:lnTo>
                    <a:pt x="60424" y="28464"/>
                  </a:lnTo>
                  <a:lnTo>
                    <a:pt x="100938" y="7520"/>
                  </a:lnTo>
                  <a:lnTo>
                    <a:pt x="147586" y="0"/>
                  </a:lnTo>
                  <a:lnTo>
                    <a:pt x="8572754" y="0"/>
                  </a:lnTo>
                  <a:lnTo>
                    <a:pt x="8619410" y="7520"/>
                  </a:lnTo>
                  <a:lnTo>
                    <a:pt x="8659922" y="28464"/>
                  </a:lnTo>
                  <a:lnTo>
                    <a:pt x="8691863" y="60405"/>
                  </a:lnTo>
                  <a:lnTo>
                    <a:pt x="8712807" y="100917"/>
                  </a:lnTo>
                  <a:lnTo>
                    <a:pt x="8720328" y="147574"/>
                  </a:lnTo>
                  <a:lnTo>
                    <a:pt x="8720328" y="3394202"/>
                  </a:lnTo>
                  <a:lnTo>
                    <a:pt x="8712807" y="3440844"/>
                  </a:lnTo>
                  <a:lnTo>
                    <a:pt x="8691863" y="3481354"/>
                  </a:lnTo>
                  <a:lnTo>
                    <a:pt x="8659922" y="3513300"/>
                  </a:lnTo>
                  <a:lnTo>
                    <a:pt x="8619410" y="3534251"/>
                  </a:lnTo>
                  <a:lnTo>
                    <a:pt x="8572754" y="3541776"/>
                  </a:lnTo>
                  <a:lnTo>
                    <a:pt x="147586" y="3541776"/>
                  </a:lnTo>
                  <a:lnTo>
                    <a:pt x="100938" y="3534251"/>
                  </a:lnTo>
                  <a:lnTo>
                    <a:pt x="60424" y="3513300"/>
                  </a:lnTo>
                  <a:lnTo>
                    <a:pt x="28476" y="3481354"/>
                  </a:lnTo>
                  <a:lnTo>
                    <a:pt x="7524" y="3440844"/>
                  </a:lnTo>
                  <a:lnTo>
                    <a:pt x="0" y="3394202"/>
                  </a:lnTo>
                  <a:lnTo>
                    <a:pt x="0" y="14757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6155" y="2333244"/>
              <a:ext cx="8171815" cy="662940"/>
            </a:xfrm>
            <a:custGeom>
              <a:avLst/>
              <a:gdLst/>
              <a:ahLst/>
              <a:cxnLst/>
              <a:rect l="l" t="t" r="r" b="b"/>
              <a:pathLst>
                <a:path w="8171815" h="662939">
                  <a:moveTo>
                    <a:pt x="8144002" y="0"/>
                  </a:moveTo>
                  <a:lnTo>
                    <a:pt x="27622" y="0"/>
                  </a:lnTo>
                  <a:lnTo>
                    <a:pt x="16871" y="2164"/>
                  </a:lnTo>
                  <a:lnTo>
                    <a:pt x="8091" y="8080"/>
                  </a:lnTo>
                  <a:lnTo>
                    <a:pt x="2171" y="16877"/>
                  </a:lnTo>
                  <a:lnTo>
                    <a:pt x="0" y="27685"/>
                  </a:lnTo>
                  <a:lnTo>
                    <a:pt x="0" y="635253"/>
                  </a:lnTo>
                  <a:lnTo>
                    <a:pt x="2171" y="646062"/>
                  </a:lnTo>
                  <a:lnTo>
                    <a:pt x="8091" y="654859"/>
                  </a:lnTo>
                  <a:lnTo>
                    <a:pt x="16871" y="660775"/>
                  </a:lnTo>
                  <a:lnTo>
                    <a:pt x="27622" y="662939"/>
                  </a:lnTo>
                  <a:lnTo>
                    <a:pt x="8144002" y="662939"/>
                  </a:lnTo>
                  <a:lnTo>
                    <a:pt x="8154810" y="660775"/>
                  </a:lnTo>
                  <a:lnTo>
                    <a:pt x="8163607" y="654859"/>
                  </a:lnTo>
                  <a:lnTo>
                    <a:pt x="8169523" y="646062"/>
                  </a:lnTo>
                  <a:lnTo>
                    <a:pt x="8171688" y="635253"/>
                  </a:lnTo>
                  <a:lnTo>
                    <a:pt x="8171688" y="27685"/>
                  </a:lnTo>
                  <a:lnTo>
                    <a:pt x="8169523" y="16877"/>
                  </a:lnTo>
                  <a:lnTo>
                    <a:pt x="8163607" y="8080"/>
                  </a:lnTo>
                  <a:lnTo>
                    <a:pt x="8154810" y="2164"/>
                  </a:lnTo>
                  <a:lnTo>
                    <a:pt x="814400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155" y="2333244"/>
              <a:ext cx="8171815" cy="662940"/>
            </a:xfrm>
            <a:custGeom>
              <a:avLst/>
              <a:gdLst/>
              <a:ahLst/>
              <a:cxnLst/>
              <a:rect l="l" t="t" r="r" b="b"/>
              <a:pathLst>
                <a:path w="8171815" h="662939">
                  <a:moveTo>
                    <a:pt x="0" y="27685"/>
                  </a:moveTo>
                  <a:lnTo>
                    <a:pt x="2171" y="16877"/>
                  </a:lnTo>
                  <a:lnTo>
                    <a:pt x="8091" y="8080"/>
                  </a:lnTo>
                  <a:lnTo>
                    <a:pt x="16871" y="2164"/>
                  </a:lnTo>
                  <a:lnTo>
                    <a:pt x="27622" y="0"/>
                  </a:lnTo>
                  <a:lnTo>
                    <a:pt x="8144002" y="0"/>
                  </a:lnTo>
                  <a:lnTo>
                    <a:pt x="8154810" y="2164"/>
                  </a:lnTo>
                  <a:lnTo>
                    <a:pt x="8163607" y="8080"/>
                  </a:lnTo>
                  <a:lnTo>
                    <a:pt x="8169523" y="16877"/>
                  </a:lnTo>
                  <a:lnTo>
                    <a:pt x="8171688" y="27685"/>
                  </a:lnTo>
                  <a:lnTo>
                    <a:pt x="8171688" y="635253"/>
                  </a:lnTo>
                  <a:lnTo>
                    <a:pt x="8169523" y="646062"/>
                  </a:lnTo>
                  <a:lnTo>
                    <a:pt x="8163607" y="654859"/>
                  </a:lnTo>
                  <a:lnTo>
                    <a:pt x="8154810" y="660775"/>
                  </a:lnTo>
                  <a:lnTo>
                    <a:pt x="8144002" y="662939"/>
                  </a:lnTo>
                  <a:lnTo>
                    <a:pt x="27622" y="662939"/>
                  </a:lnTo>
                  <a:lnTo>
                    <a:pt x="16871" y="660775"/>
                  </a:lnTo>
                  <a:lnTo>
                    <a:pt x="8091" y="654859"/>
                  </a:lnTo>
                  <a:lnTo>
                    <a:pt x="2171" y="646062"/>
                  </a:lnTo>
                  <a:lnTo>
                    <a:pt x="0" y="635253"/>
                  </a:lnTo>
                  <a:lnTo>
                    <a:pt x="0" y="2768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6155" y="3144012"/>
              <a:ext cx="8171815" cy="661670"/>
            </a:xfrm>
            <a:custGeom>
              <a:avLst/>
              <a:gdLst/>
              <a:ahLst/>
              <a:cxnLst/>
              <a:rect l="l" t="t" r="r" b="b"/>
              <a:pathLst>
                <a:path w="8171815" h="661670">
                  <a:moveTo>
                    <a:pt x="8144129" y="0"/>
                  </a:moveTo>
                  <a:lnTo>
                    <a:pt x="27559" y="0"/>
                  </a:lnTo>
                  <a:lnTo>
                    <a:pt x="16834" y="2162"/>
                  </a:lnTo>
                  <a:lnTo>
                    <a:pt x="8074" y="8064"/>
                  </a:lnTo>
                  <a:lnTo>
                    <a:pt x="2166" y="16823"/>
                  </a:lnTo>
                  <a:lnTo>
                    <a:pt x="0" y="27559"/>
                  </a:lnTo>
                  <a:lnTo>
                    <a:pt x="0" y="633857"/>
                  </a:lnTo>
                  <a:lnTo>
                    <a:pt x="2166" y="644592"/>
                  </a:lnTo>
                  <a:lnTo>
                    <a:pt x="8074" y="653351"/>
                  </a:lnTo>
                  <a:lnTo>
                    <a:pt x="16834" y="659253"/>
                  </a:lnTo>
                  <a:lnTo>
                    <a:pt x="27559" y="661415"/>
                  </a:lnTo>
                  <a:lnTo>
                    <a:pt x="8144129" y="661415"/>
                  </a:lnTo>
                  <a:lnTo>
                    <a:pt x="8154864" y="659253"/>
                  </a:lnTo>
                  <a:lnTo>
                    <a:pt x="8163623" y="653351"/>
                  </a:lnTo>
                  <a:lnTo>
                    <a:pt x="8169525" y="644592"/>
                  </a:lnTo>
                  <a:lnTo>
                    <a:pt x="8171688" y="633857"/>
                  </a:lnTo>
                  <a:lnTo>
                    <a:pt x="8171688" y="27559"/>
                  </a:lnTo>
                  <a:lnTo>
                    <a:pt x="8169525" y="16823"/>
                  </a:lnTo>
                  <a:lnTo>
                    <a:pt x="8163623" y="8064"/>
                  </a:lnTo>
                  <a:lnTo>
                    <a:pt x="8154864" y="2162"/>
                  </a:lnTo>
                  <a:lnTo>
                    <a:pt x="814412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6155" y="3144012"/>
              <a:ext cx="8171815" cy="661670"/>
            </a:xfrm>
            <a:custGeom>
              <a:avLst/>
              <a:gdLst/>
              <a:ahLst/>
              <a:cxnLst/>
              <a:rect l="l" t="t" r="r" b="b"/>
              <a:pathLst>
                <a:path w="8171815" h="661670">
                  <a:moveTo>
                    <a:pt x="0" y="27559"/>
                  </a:moveTo>
                  <a:lnTo>
                    <a:pt x="2166" y="16823"/>
                  </a:lnTo>
                  <a:lnTo>
                    <a:pt x="8074" y="8064"/>
                  </a:lnTo>
                  <a:lnTo>
                    <a:pt x="16834" y="2162"/>
                  </a:lnTo>
                  <a:lnTo>
                    <a:pt x="27559" y="0"/>
                  </a:lnTo>
                  <a:lnTo>
                    <a:pt x="8144129" y="0"/>
                  </a:lnTo>
                  <a:lnTo>
                    <a:pt x="8154864" y="2162"/>
                  </a:lnTo>
                  <a:lnTo>
                    <a:pt x="8163623" y="8064"/>
                  </a:lnTo>
                  <a:lnTo>
                    <a:pt x="8169525" y="16823"/>
                  </a:lnTo>
                  <a:lnTo>
                    <a:pt x="8171688" y="27559"/>
                  </a:lnTo>
                  <a:lnTo>
                    <a:pt x="8171688" y="633857"/>
                  </a:lnTo>
                  <a:lnTo>
                    <a:pt x="8169525" y="644592"/>
                  </a:lnTo>
                  <a:lnTo>
                    <a:pt x="8163623" y="653351"/>
                  </a:lnTo>
                  <a:lnTo>
                    <a:pt x="8154864" y="659253"/>
                  </a:lnTo>
                  <a:lnTo>
                    <a:pt x="8144129" y="661415"/>
                  </a:lnTo>
                  <a:lnTo>
                    <a:pt x="27559" y="661415"/>
                  </a:lnTo>
                  <a:lnTo>
                    <a:pt x="16834" y="659253"/>
                  </a:lnTo>
                  <a:lnTo>
                    <a:pt x="8074" y="653351"/>
                  </a:lnTo>
                  <a:lnTo>
                    <a:pt x="2166" y="644592"/>
                  </a:lnTo>
                  <a:lnTo>
                    <a:pt x="0" y="633857"/>
                  </a:lnTo>
                  <a:lnTo>
                    <a:pt x="0" y="27559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6155" y="3977640"/>
              <a:ext cx="8171815" cy="662940"/>
            </a:xfrm>
            <a:custGeom>
              <a:avLst/>
              <a:gdLst/>
              <a:ahLst/>
              <a:cxnLst/>
              <a:rect l="l" t="t" r="r" b="b"/>
              <a:pathLst>
                <a:path w="8171815" h="662939">
                  <a:moveTo>
                    <a:pt x="8144002" y="0"/>
                  </a:moveTo>
                  <a:lnTo>
                    <a:pt x="27622" y="0"/>
                  </a:lnTo>
                  <a:lnTo>
                    <a:pt x="16871" y="2164"/>
                  </a:lnTo>
                  <a:lnTo>
                    <a:pt x="8091" y="8080"/>
                  </a:lnTo>
                  <a:lnTo>
                    <a:pt x="2171" y="16877"/>
                  </a:lnTo>
                  <a:lnTo>
                    <a:pt x="0" y="27686"/>
                  </a:lnTo>
                  <a:lnTo>
                    <a:pt x="0" y="635254"/>
                  </a:lnTo>
                  <a:lnTo>
                    <a:pt x="2171" y="646062"/>
                  </a:lnTo>
                  <a:lnTo>
                    <a:pt x="8091" y="654859"/>
                  </a:lnTo>
                  <a:lnTo>
                    <a:pt x="16871" y="660775"/>
                  </a:lnTo>
                  <a:lnTo>
                    <a:pt x="27622" y="662940"/>
                  </a:lnTo>
                  <a:lnTo>
                    <a:pt x="8144002" y="662940"/>
                  </a:lnTo>
                  <a:lnTo>
                    <a:pt x="8154810" y="660775"/>
                  </a:lnTo>
                  <a:lnTo>
                    <a:pt x="8163607" y="654859"/>
                  </a:lnTo>
                  <a:lnTo>
                    <a:pt x="8169523" y="646062"/>
                  </a:lnTo>
                  <a:lnTo>
                    <a:pt x="8171688" y="635254"/>
                  </a:lnTo>
                  <a:lnTo>
                    <a:pt x="8171688" y="27686"/>
                  </a:lnTo>
                  <a:lnTo>
                    <a:pt x="8169523" y="16877"/>
                  </a:lnTo>
                  <a:lnTo>
                    <a:pt x="8163607" y="8080"/>
                  </a:lnTo>
                  <a:lnTo>
                    <a:pt x="8154810" y="2164"/>
                  </a:lnTo>
                  <a:lnTo>
                    <a:pt x="814400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6155" y="3977640"/>
              <a:ext cx="8171815" cy="662940"/>
            </a:xfrm>
            <a:custGeom>
              <a:avLst/>
              <a:gdLst/>
              <a:ahLst/>
              <a:cxnLst/>
              <a:rect l="l" t="t" r="r" b="b"/>
              <a:pathLst>
                <a:path w="8171815" h="662939">
                  <a:moveTo>
                    <a:pt x="0" y="27686"/>
                  </a:moveTo>
                  <a:lnTo>
                    <a:pt x="2171" y="16877"/>
                  </a:lnTo>
                  <a:lnTo>
                    <a:pt x="8091" y="8080"/>
                  </a:lnTo>
                  <a:lnTo>
                    <a:pt x="16871" y="2164"/>
                  </a:lnTo>
                  <a:lnTo>
                    <a:pt x="27622" y="0"/>
                  </a:lnTo>
                  <a:lnTo>
                    <a:pt x="8144002" y="0"/>
                  </a:lnTo>
                  <a:lnTo>
                    <a:pt x="8154810" y="2164"/>
                  </a:lnTo>
                  <a:lnTo>
                    <a:pt x="8163607" y="8080"/>
                  </a:lnTo>
                  <a:lnTo>
                    <a:pt x="8169523" y="16877"/>
                  </a:lnTo>
                  <a:lnTo>
                    <a:pt x="8171688" y="27686"/>
                  </a:lnTo>
                  <a:lnTo>
                    <a:pt x="8171688" y="635254"/>
                  </a:lnTo>
                  <a:lnTo>
                    <a:pt x="8169523" y="646062"/>
                  </a:lnTo>
                  <a:lnTo>
                    <a:pt x="8163607" y="654859"/>
                  </a:lnTo>
                  <a:lnTo>
                    <a:pt x="8154810" y="660775"/>
                  </a:lnTo>
                  <a:lnTo>
                    <a:pt x="8144002" y="662940"/>
                  </a:lnTo>
                  <a:lnTo>
                    <a:pt x="27622" y="662940"/>
                  </a:lnTo>
                  <a:lnTo>
                    <a:pt x="16871" y="660775"/>
                  </a:lnTo>
                  <a:lnTo>
                    <a:pt x="8091" y="654859"/>
                  </a:lnTo>
                  <a:lnTo>
                    <a:pt x="2171" y="646062"/>
                  </a:lnTo>
                  <a:lnTo>
                    <a:pt x="0" y="635254"/>
                  </a:lnTo>
                  <a:lnTo>
                    <a:pt x="0" y="2768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3107" y="4820412"/>
              <a:ext cx="8171815" cy="661670"/>
            </a:xfrm>
            <a:custGeom>
              <a:avLst/>
              <a:gdLst/>
              <a:ahLst/>
              <a:cxnLst/>
              <a:rect l="l" t="t" r="r" b="b"/>
              <a:pathLst>
                <a:path w="8171815" h="661670">
                  <a:moveTo>
                    <a:pt x="8144129" y="0"/>
                  </a:moveTo>
                  <a:lnTo>
                    <a:pt x="27559" y="0"/>
                  </a:lnTo>
                  <a:lnTo>
                    <a:pt x="16834" y="2162"/>
                  </a:lnTo>
                  <a:lnTo>
                    <a:pt x="8074" y="8064"/>
                  </a:lnTo>
                  <a:lnTo>
                    <a:pt x="2166" y="16823"/>
                  </a:lnTo>
                  <a:lnTo>
                    <a:pt x="0" y="27558"/>
                  </a:lnTo>
                  <a:lnTo>
                    <a:pt x="0" y="633857"/>
                  </a:lnTo>
                  <a:lnTo>
                    <a:pt x="2166" y="644592"/>
                  </a:lnTo>
                  <a:lnTo>
                    <a:pt x="8074" y="653351"/>
                  </a:lnTo>
                  <a:lnTo>
                    <a:pt x="16834" y="659253"/>
                  </a:lnTo>
                  <a:lnTo>
                    <a:pt x="27559" y="661416"/>
                  </a:lnTo>
                  <a:lnTo>
                    <a:pt x="8144129" y="661416"/>
                  </a:lnTo>
                  <a:lnTo>
                    <a:pt x="8154864" y="659253"/>
                  </a:lnTo>
                  <a:lnTo>
                    <a:pt x="8163623" y="653351"/>
                  </a:lnTo>
                  <a:lnTo>
                    <a:pt x="8169525" y="644592"/>
                  </a:lnTo>
                  <a:lnTo>
                    <a:pt x="8171688" y="633857"/>
                  </a:lnTo>
                  <a:lnTo>
                    <a:pt x="8171688" y="27558"/>
                  </a:lnTo>
                  <a:lnTo>
                    <a:pt x="8169525" y="16823"/>
                  </a:lnTo>
                  <a:lnTo>
                    <a:pt x="8163623" y="8064"/>
                  </a:lnTo>
                  <a:lnTo>
                    <a:pt x="8154864" y="2162"/>
                  </a:lnTo>
                  <a:lnTo>
                    <a:pt x="814412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3107" y="4820412"/>
              <a:ext cx="8171815" cy="661670"/>
            </a:xfrm>
            <a:custGeom>
              <a:avLst/>
              <a:gdLst/>
              <a:ahLst/>
              <a:cxnLst/>
              <a:rect l="l" t="t" r="r" b="b"/>
              <a:pathLst>
                <a:path w="8171815" h="661670">
                  <a:moveTo>
                    <a:pt x="0" y="27558"/>
                  </a:moveTo>
                  <a:lnTo>
                    <a:pt x="2166" y="16823"/>
                  </a:lnTo>
                  <a:lnTo>
                    <a:pt x="8074" y="8064"/>
                  </a:lnTo>
                  <a:lnTo>
                    <a:pt x="16834" y="2162"/>
                  </a:lnTo>
                  <a:lnTo>
                    <a:pt x="27559" y="0"/>
                  </a:lnTo>
                  <a:lnTo>
                    <a:pt x="8144129" y="0"/>
                  </a:lnTo>
                  <a:lnTo>
                    <a:pt x="8154864" y="2162"/>
                  </a:lnTo>
                  <a:lnTo>
                    <a:pt x="8163623" y="8064"/>
                  </a:lnTo>
                  <a:lnTo>
                    <a:pt x="8169525" y="16823"/>
                  </a:lnTo>
                  <a:lnTo>
                    <a:pt x="8171688" y="27558"/>
                  </a:lnTo>
                  <a:lnTo>
                    <a:pt x="8171688" y="633857"/>
                  </a:lnTo>
                  <a:lnTo>
                    <a:pt x="8169525" y="644592"/>
                  </a:lnTo>
                  <a:lnTo>
                    <a:pt x="8163623" y="653351"/>
                  </a:lnTo>
                  <a:lnTo>
                    <a:pt x="8154864" y="659253"/>
                  </a:lnTo>
                  <a:lnTo>
                    <a:pt x="8144129" y="661416"/>
                  </a:lnTo>
                  <a:lnTo>
                    <a:pt x="27559" y="661416"/>
                  </a:lnTo>
                  <a:lnTo>
                    <a:pt x="16834" y="659253"/>
                  </a:lnTo>
                  <a:lnTo>
                    <a:pt x="8074" y="653351"/>
                  </a:lnTo>
                  <a:lnTo>
                    <a:pt x="2166" y="644592"/>
                  </a:lnTo>
                  <a:lnTo>
                    <a:pt x="0" y="633857"/>
                  </a:lnTo>
                  <a:lnTo>
                    <a:pt x="0" y="27558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94773" y="2500121"/>
            <a:ext cx="8135620" cy="2910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indent="-229235">
              <a:lnSpc>
                <a:spcPct val="100000"/>
              </a:lnSpc>
              <a:spcBef>
                <a:spcPts val="100"/>
              </a:spcBef>
              <a:buClr>
                <a:srgbClr val="006699"/>
              </a:buClr>
              <a:buFont typeface="Verdana"/>
              <a:buChar char="•"/>
              <a:tabLst>
                <a:tab pos="319405" algn="l"/>
              </a:tabLst>
            </a:pPr>
            <a:r>
              <a:rPr sz="1800" b="1" dirty="0">
                <a:latin typeface="Verdana"/>
                <a:cs typeface="Verdana"/>
              </a:rPr>
              <a:t>DNS is the </a:t>
            </a:r>
            <a:r>
              <a:rPr sz="1800" b="1" spc="-5" dirty="0">
                <a:latin typeface="Verdana"/>
                <a:cs typeface="Verdana"/>
              </a:rPr>
              <a:t>foundation </a:t>
            </a:r>
            <a:r>
              <a:rPr sz="1800" b="1" dirty="0">
                <a:latin typeface="Verdana"/>
                <a:cs typeface="Verdana"/>
              </a:rPr>
              <a:t>of the Internet </a:t>
            </a:r>
            <a:r>
              <a:rPr sz="1800" b="1" spc="-5" dirty="0">
                <a:latin typeface="Verdana"/>
                <a:cs typeface="Verdana"/>
              </a:rPr>
              <a:t>naming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scheme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99"/>
              </a:buClr>
              <a:buFont typeface="Verdana"/>
              <a:buChar char="•"/>
            </a:pPr>
            <a:endParaRPr sz="2850">
              <a:latin typeface="Verdana"/>
              <a:cs typeface="Verdana"/>
            </a:endParaRPr>
          </a:p>
          <a:p>
            <a:pPr marL="318770" marR="2232025" indent="-228600">
              <a:lnSpc>
                <a:spcPts val="1939"/>
              </a:lnSpc>
              <a:buClr>
                <a:srgbClr val="006699"/>
              </a:buClr>
              <a:buFont typeface="Verdana"/>
              <a:buChar char="•"/>
              <a:tabLst>
                <a:tab pos="319405" algn="l"/>
              </a:tabLst>
            </a:pPr>
            <a:r>
              <a:rPr sz="1800" b="1" dirty="0">
                <a:latin typeface="Verdana"/>
                <a:cs typeface="Verdana"/>
              </a:rPr>
              <a:t>DNS </a:t>
            </a:r>
            <a:r>
              <a:rPr sz="1800" b="1" spc="-5" dirty="0">
                <a:latin typeface="Verdana"/>
                <a:cs typeface="Verdana"/>
              </a:rPr>
              <a:t>supports accessing resources by using  alphanumeric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names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99"/>
              </a:buClr>
              <a:buFont typeface="Verdana"/>
              <a:buChar char="•"/>
            </a:pPr>
            <a:endParaRPr sz="2200">
              <a:latin typeface="Verdana"/>
              <a:cs typeface="Verdana"/>
            </a:endParaRPr>
          </a:p>
          <a:p>
            <a:pPr marL="318770" marR="2518410" indent="-228600">
              <a:lnSpc>
                <a:spcPts val="1939"/>
              </a:lnSpc>
              <a:buClr>
                <a:srgbClr val="006699"/>
              </a:buClr>
              <a:buFont typeface="Verdana"/>
              <a:buChar char="•"/>
              <a:tabLst>
                <a:tab pos="319405" algn="l"/>
              </a:tabLst>
            </a:pPr>
            <a:r>
              <a:rPr sz="1800" b="1" dirty="0">
                <a:latin typeface="Verdana"/>
                <a:cs typeface="Verdana"/>
              </a:rPr>
              <a:t>InterNIC is </a:t>
            </a:r>
            <a:r>
              <a:rPr sz="1800" b="1" spc="-5" dirty="0">
                <a:latin typeface="Verdana"/>
                <a:cs typeface="Verdana"/>
              </a:rPr>
              <a:t>responsible for managing </a:t>
            </a:r>
            <a:r>
              <a:rPr sz="1800" b="1" dirty="0">
                <a:latin typeface="Verdana"/>
                <a:cs typeface="Verdana"/>
              </a:rPr>
              <a:t>the  </a:t>
            </a:r>
            <a:r>
              <a:rPr sz="1800" b="1" spc="-5" dirty="0">
                <a:latin typeface="Verdana"/>
                <a:cs typeface="Verdana"/>
              </a:rPr>
              <a:t>domain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namespace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699"/>
              </a:buClr>
              <a:buFont typeface="Verdana"/>
              <a:buChar char="•"/>
            </a:pPr>
            <a:endParaRPr sz="2250">
              <a:latin typeface="Verdana"/>
              <a:cs typeface="Verdana"/>
            </a:endParaRPr>
          </a:p>
          <a:p>
            <a:pPr marL="315595" marR="1211580" indent="-228600">
              <a:lnSpc>
                <a:spcPts val="1939"/>
              </a:lnSpc>
              <a:buClr>
                <a:srgbClr val="006699"/>
              </a:buClr>
              <a:buFont typeface="Verdana"/>
              <a:buChar char="•"/>
              <a:tabLst>
                <a:tab pos="316230" algn="l"/>
              </a:tabLst>
            </a:pPr>
            <a:r>
              <a:rPr sz="1800" b="1" dirty="0">
                <a:latin typeface="Verdana"/>
                <a:cs typeface="Verdana"/>
              </a:rPr>
              <a:t>DNS was </a:t>
            </a:r>
            <a:r>
              <a:rPr sz="1800" b="1" spc="-5" dirty="0">
                <a:latin typeface="Verdana"/>
                <a:cs typeface="Verdana"/>
              </a:rPr>
              <a:t>created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support </a:t>
            </a:r>
            <a:r>
              <a:rPr sz="1800" b="1" dirty="0">
                <a:latin typeface="Verdana"/>
                <a:cs typeface="Verdana"/>
              </a:rPr>
              <a:t>the Internet’s growing  </a:t>
            </a:r>
            <a:r>
              <a:rPr sz="1800" b="1" spc="-5" dirty="0">
                <a:latin typeface="Verdana"/>
                <a:cs typeface="Verdana"/>
              </a:rPr>
              <a:t>number </a:t>
            </a:r>
            <a:r>
              <a:rPr sz="1800" b="1" dirty="0">
                <a:latin typeface="Verdana"/>
                <a:cs typeface="Verdana"/>
              </a:rPr>
              <a:t>of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hosts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106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Overview </a:t>
            </a:r>
            <a:r>
              <a:rPr dirty="0"/>
              <a:t>of </a:t>
            </a:r>
            <a:r>
              <a:rPr spc="-5" dirty="0"/>
              <a:t>the </a:t>
            </a:r>
            <a:r>
              <a:rPr dirty="0"/>
              <a:t>DNS</a:t>
            </a:r>
            <a:r>
              <a:rPr spc="-20" dirty="0"/>
              <a:t> </a:t>
            </a:r>
            <a:r>
              <a:rPr spc="-5" dirty="0"/>
              <a:t>Namespace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7469" y="1168717"/>
            <a:ext cx="8391525" cy="5089525"/>
            <a:chOff x="327469" y="1168717"/>
            <a:chExt cx="8391525" cy="5089525"/>
          </a:xfrm>
        </p:grpSpPr>
        <p:sp>
          <p:nvSpPr>
            <p:cNvPr id="4" name="object 4"/>
            <p:cNvSpPr/>
            <p:nvPr/>
          </p:nvSpPr>
          <p:spPr>
            <a:xfrm>
              <a:off x="332231" y="3767328"/>
              <a:ext cx="8382000" cy="2486025"/>
            </a:xfrm>
            <a:custGeom>
              <a:avLst/>
              <a:gdLst/>
              <a:ahLst/>
              <a:cxnLst/>
              <a:rect l="l" t="t" r="r" b="b"/>
              <a:pathLst>
                <a:path w="8382000" h="2486025">
                  <a:moveTo>
                    <a:pt x="8321675" y="0"/>
                  </a:moveTo>
                  <a:lnTo>
                    <a:pt x="60299" y="0"/>
                  </a:lnTo>
                  <a:lnTo>
                    <a:pt x="36829" y="4746"/>
                  </a:lnTo>
                  <a:lnTo>
                    <a:pt x="17662" y="17684"/>
                  </a:lnTo>
                  <a:lnTo>
                    <a:pt x="4739" y="36861"/>
                  </a:lnTo>
                  <a:lnTo>
                    <a:pt x="0" y="60325"/>
                  </a:lnTo>
                  <a:lnTo>
                    <a:pt x="0" y="2425344"/>
                  </a:lnTo>
                  <a:lnTo>
                    <a:pt x="4739" y="2448814"/>
                  </a:lnTo>
                  <a:lnTo>
                    <a:pt x="17662" y="2467981"/>
                  </a:lnTo>
                  <a:lnTo>
                    <a:pt x="36829" y="2480904"/>
                  </a:lnTo>
                  <a:lnTo>
                    <a:pt x="60299" y="2485644"/>
                  </a:lnTo>
                  <a:lnTo>
                    <a:pt x="8321675" y="2485644"/>
                  </a:lnTo>
                  <a:lnTo>
                    <a:pt x="8345138" y="2480904"/>
                  </a:lnTo>
                  <a:lnTo>
                    <a:pt x="8364315" y="2467981"/>
                  </a:lnTo>
                  <a:lnTo>
                    <a:pt x="8377253" y="2448814"/>
                  </a:lnTo>
                  <a:lnTo>
                    <a:pt x="8382000" y="2425344"/>
                  </a:lnTo>
                  <a:lnTo>
                    <a:pt x="8382000" y="60325"/>
                  </a:lnTo>
                  <a:lnTo>
                    <a:pt x="8377253" y="36861"/>
                  </a:lnTo>
                  <a:lnTo>
                    <a:pt x="8364315" y="17684"/>
                  </a:lnTo>
                  <a:lnTo>
                    <a:pt x="8345138" y="4746"/>
                  </a:lnTo>
                  <a:lnTo>
                    <a:pt x="8321675" y="0"/>
                  </a:lnTo>
                  <a:close/>
                </a:path>
              </a:pathLst>
            </a:custGeom>
            <a:solidFill>
              <a:srgbClr val="E3CD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2231" y="3767328"/>
              <a:ext cx="8382000" cy="2486025"/>
            </a:xfrm>
            <a:custGeom>
              <a:avLst/>
              <a:gdLst/>
              <a:ahLst/>
              <a:cxnLst/>
              <a:rect l="l" t="t" r="r" b="b"/>
              <a:pathLst>
                <a:path w="8382000" h="2486025">
                  <a:moveTo>
                    <a:pt x="0" y="60325"/>
                  </a:moveTo>
                  <a:lnTo>
                    <a:pt x="4739" y="36861"/>
                  </a:lnTo>
                  <a:lnTo>
                    <a:pt x="17662" y="17684"/>
                  </a:lnTo>
                  <a:lnTo>
                    <a:pt x="36829" y="4746"/>
                  </a:lnTo>
                  <a:lnTo>
                    <a:pt x="60299" y="0"/>
                  </a:lnTo>
                  <a:lnTo>
                    <a:pt x="8321675" y="0"/>
                  </a:lnTo>
                  <a:lnTo>
                    <a:pt x="8345138" y="4746"/>
                  </a:lnTo>
                  <a:lnTo>
                    <a:pt x="8364315" y="17684"/>
                  </a:lnTo>
                  <a:lnTo>
                    <a:pt x="8377253" y="36861"/>
                  </a:lnTo>
                  <a:lnTo>
                    <a:pt x="8382000" y="60325"/>
                  </a:lnTo>
                  <a:lnTo>
                    <a:pt x="8382000" y="2425344"/>
                  </a:lnTo>
                  <a:lnTo>
                    <a:pt x="8377253" y="2448814"/>
                  </a:lnTo>
                  <a:lnTo>
                    <a:pt x="8364315" y="2467981"/>
                  </a:lnTo>
                  <a:lnTo>
                    <a:pt x="8345138" y="2480904"/>
                  </a:lnTo>
                  <a:lnTo>
                    <a:pt x="8321675" y="2485644"/>
                  </a:lnTo>
                  <a:lnTo>
                    <a:pt x="60299" y="2485644"/>
                  </a:lnTo>
                  <a:lnTo>
                    <a:pt x="36829" y="2480904"/>
                  </a:lnTo>
                  <a:lnTo>
                    <a:pt x="17662" y="2467981"/>
                  </a:lnTo>
                  <a:lnTo>
                    <a:pt x="4739" y="2448814"/>
                  </a:lnTo>
                  <a:lnTo>
                    <a:pt x="0" y="2425344"/>
                  </a:lnTo>
                  <a:lnTo>
                    <a:pt x="0" y="6032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2231" y="2744724"/>
              <a:ext cx="8382000" cy="923925"/>
            </a:xfrm>
            <a:custGeom>
              <a:avLst/>
              <a:gdLst/>
              <a:ahLst/>
              <a:cxnLst/>
              <a:rect l="l" t="t" r="r" b="b"/>
              <a:pathLst>
                <a:path w="8382000" h="923925">
                  <a:moveTo>
                    <a:pt x="8345424" y="0"/>
                  </a:moveTo>
                  <a:lnTo>
                    <a:pt x="36525" y="0"/>
                  </a:lnTo>
                  <a:lnTo>
                    <a:pt x="22304" y="2875"/>
                  </a:lnTo>
                  <a:lnTo>
                    <a:pt x="10694" y="10715"/>
                  </a:lnTo>
                  <a:lnTo>
                    <a:pt x="2869" y="22342"/>
                  </a:lnTo>
                  <a:lnTo>
                    <a:pt x="0" y="36575"/>
                  </a:lnTo>
                  <a:lnTo>
                    <a:pt x="0" y="886968"/>
                  </a:lnTo>
                  <a:lnTo>
                    <a:pt x="2869" y="901201"/>
                  </a:lnTo>
                  <a:lnTo>
                    <a:pt x="10694" y="912828"/>
                  </a:lnTo>
                  <a:lnTo>
                    <a:pt x="22304" y="920668"/>
                  </a:lnTo>
                  <a:lnTo>
                    <a:pt x="36525" y="923544"/>
                  </a:lnTo>
                  <a:lnTo>
                    <a:pt x="8345424" y="923544"/>
                  </a:lnTo>
                  <a:lnTo>
                    <a:pt x="8359657" y="920668"/>
                  </a:lnTo>
                  <a:lnTo>
                    <a:pt x="8371284" y="912828"/>
                  </a:lnTo>
                  <a:lnTo>
                    <a:pt x="8379124" y="901201"/>
                  </a:lnTo>
                  <a:lnTo>
                    <a:pt x="8382000" y="886968"/>
                  </a:lnTo>
                  <a:lnTo>
                    <a:pt x="8382000" y="36575"/>
                  </a:lnTo>
                  <a:lnTo>
                    <a:pt x="8379124" y="22342"/>
                  </a:lnTo>
                  <a:lnTo>
                    <a:pt x="8371284" y="10715"/>
                  </a:lnTo>
                  <a:lnTo>
                    <a:pt x="8359657" y="2875"/>
                  </a:lnTo>
                  <a:lnTo>
                    <a:pt x="8345424" y="0"/>
                  </a:lnTo>
                  <a:close/>
                </a:path>
              </a:pathLst>
            </a:custGeom>
            <a:solidFill>
              <a:srgbClr val="EBDA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2231" y="2744724"/>
              <a:ext cx="8382000" cy="923925"/>
            </a:xfrm>
            <a:custGeom>
              <a:avLst/>
              <a:gdLst/>
              <a:ahLst/>
              <a:cxnLst/>
              <a:rect l="l" t="t" r="r" b="b"/>
              <a:pathLst>
                <a:path w="8382000" h="923925">
                  <a:moveTo>
                    <a:pt x="0" y="36575"/>
                  </a:moveTo>
                  <a:lnTo>
                    <a:pt x="2869" y="22342"/>
                  </a:lnTo>
                  <a:lnTo>
                    <a:pt x="10694" y="10715"/>
                  </a:lnTo>
                  <a:lnTo>
                    <a:pt x="22304" y="2875"/>
                  </a:lnTo>
                  <a:lnTo>
                    <a:pt x="36525" y="0"/>
                  </a:lnTo>
                  <a:lnTo>
                    <a:pt x="8345424" y="0"/>
                  </a:lnTo>
                  <a:lnTo>
                    <a:pt x="8359657" y="2875"/>
                  </a:lnTo>
                  <a:lnTo>
                    <a:pt x="8371284" y="10715"/>
                  </a:lnTo>
                  <a:lnTo>
                    <a:pt x="8379124" y="22342"/>
                  </a:lnTo>
                  <a:lnTo>
                    <a:pt x="8382000" y="36575"/>
                  </a:lnTo>
                  <a:lnTo>
                    <a:pt x="8382000" y="886968"/>
                  </a:lnTo>
                  <a:lnTo>
                    <a:pt x="8379124" y="901201"/>
                  </a:lnTo>
                  <a:lnTo>
                    <a:pt x="8371284" y="912828"/>
                  </a:lnTo>
                  <a:lnTo>
                    <a:pt x="8359657" y="920668"/>
                  </a:lnTo>
                  <a:lnTo>
                    <a:pt x="8345424" y="923544"/>
                  </a:lnTo>
                  <a:lnTo>
                    <a:pt x="36525" y="923544"/>
                  </a:lnTo>
                  <a:lnTo>
                    <a:pt x="22304" y="920668"/>
                  </a:lnTo>
                  <a:lnTo>
                    <a:pt x="10694" y="912828"/>
                  </a:lnTo>
                  <a:lnTo>
                    <a:pt x="2869" y="901201"/>
                  </a:lnTo>
                  <a:lnTo>
                    <a:pt x="0" y="886968"/>
                  </a:lnTo>
                  <a:lnTo>
                    <a:pt x="0" y="3657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2231" y="1734312"/>
              <a:ext cx="8382000" cy="914400"/>
            </a:xfrm>
            <a:custGeom>
              <a:avLst/>
              <a:gdLst/>
              <a:ahLst/>
              <a:cxnLst/>
              <a:rect l="l" t="t" r="r" b="b"/>
              <a:pathLst>
                <a:path w="8382000" h="914400">
                  <a:moveTo>
                    <a:pt x="8332724" y="0"/>
                  </a:moveTo>
                  <a:lnTo>
                    <a:pt x="49237" y="0"/>
                  </a:lnTo>
                  <a:lnTo>
                    <a:pt x="30073" y="3877"/>
                  </a:lnTo>
                  <a:lnTo>
                    <a:pt x="14422" y="14446"/>
                  </a:lnTo>
                  <a:lnTo>
                    <a:pt x="3869" y="30110"/>
                  </a:lnTo>
                  <a:lnTo>
                    <a:pt x="0" y="49275"/>
                  </a:lnTo>
                  <a:lnTo>
                    <a:pt x="0" y="865124"/>
                  </a:lnTo>
                  <a:lnTo>
                    <a:pt x="3869" y="884289"/>
                  </a:lnTo>
                  <a:lnTo>
                    <a:pt x="14422" y="899953"/>
                  </a:lnTo>
                  <a:lnTo>
                    <a:pt x="30073" y="910522"/>
                  </a:lnTo>
                  <a:lnTo>
                    <a:pt x="49237" y="914400"/>
                  </a:lnTo>
                  <a:lnTo>
                    <a:pt x="8332724" y="914400"/>
                  </a:lnTo>
                  <a:lnTo>
                    <a:pt x="8351889" y="910522"/>
                  </a:lnTo>
                  <a:lnTo>
                    <a:pt x="8367553" y="899953"/>
                  </a:lnTo>
                  <a:lnTo>
                    <a:pt x="8378122" y="884289"/>
                  </a:lnTo>
                  <a:lnTo>
                    <a:pt x="8382000" y="865124"/>
                  </a:lnTo>
                  <a:lnTo>
                    <a:pt x="8382000" y="49275"/>
                  </a:lnTo>
                  <a:lnTo>
                    <a:pt x="8378122" y="30110"/>
                  </a:lnTo>
                  <a:lnTo>
                    <a:pt x="8367553" y="14446"/>
                  </a:lnTo>
                  <a:lnTo>
                    <a:pt x="8351889" y="3877"/>
                  </a:lnTo>
                  <a:lnTo>
                    <a:pt x="833272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2231" y="1734312"/>
              <a:ext cx="8382000" cy="914400"/>
            </a:xfrm>
            <a:custGeom>
              <a:avLst/>
              <a:gdLst/>
              <a:ahLst/>
              <a:cxnLst/>
              <a:rect l="l" t="t" r="r" b="b"/>
              <a:pathLst>
                <a:path w="8382000" h="914400">
                  <a:moveTo>
                    <a:pt x="0" y="49275"/>
                  </a:moveTo>
                  <a:lnTo>
                    <a:pt x="3869" y="30110"/>
                  </a:lnTo>
                  <a:lnTo>
                    <a:pt x="14422" y="14446"/>
                  </a:lnTo>
                  <a:lnTo>
                    <a:pt x="30073" y="3877"/>
                  </a:lnTo>
                  <a:lnTo>
                    <a:pt x="49237" y="0"/>
                  </a:lnTo>
                  <a:lnTo>
                    <a:pt x="8332724" y="0"/>
                  </a:lnTo>
                  <a:lnTo>
                    <a:pt x="8351889" y="3877"/>
                  </a:lnTo>
                  <a:lnTo>
                    <a:pt x="8367553" y="14446"/>
                  </a:lnTo>
                  <a:lnTo>
                    <a:pt x="8378122" y="30110"/>
                  </a:lnTo>
                  <a:lnTo>
                    <a:pt x="8382000" y="49275"/>
                  </a:lnTo>
                  <a:lnTo>
                    <a:pt x="8382000" y="865124"/>
                  </a:lnTo>
                  <a:lnTo>
                    <a:pt x="8378122" y="884289"/>
                  </a:lnTo>
                  <a:lnTo>
                    <a:pt x="8367553" y="899953"/>
                  </a:lnTo>
                  <a:lnTo>
                    <a:pt x="8351889" y="910522"/>
                  </a:lnTo>
                  <a:lnTo>
                    <a:pt x="8332724" y="914400"/>
                  </a:lnTo>
                  <a:lnTo>
                    <a:pt x="49237" y="914400"/>
                  </a:lnTo>
                  <a:lnTo>
                    <a:pt x="30073" y="910522"/>
                  </a:lnTo>
                  <a:lnTo>
                    <a:pt x="14422" y="899953"/>
                  </a:lnTo>
                  <a:lnTo>
                    <a:pt x="3869" y="884289"/>
                  </a:lnTo>
                  <a:lnTo>
                    <a:pt x="0" y="865124"/>
                  </a:lnTo>
                  <a:lnTo>
                    <a:pt x="0" y="4927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2231" y="1173480"/>
              <a:ext cx="8382000" cy="463550"/>
            </a:xfrm>
            <a:custGeom>
              <a:avLst/>
              <a:gdLst/>
              <a:ahLst/>
              <a:cxnLst/>
              <a:rect l="l" t="t" r="r" b="b"/>
              <a:pathLst>
                <a:path w="8382000" h="463550">
                  <a:moveTo>
                    <a:pt x="8304784" y="0"/>
                  </a:moveTo>
                  <a:lnTo>
                    <a:pt x="77216" y="0"/>
                  </a:lnTo>
                  <a:lnTo>
                    <a:pt x="47159" y="6064"/>
                  </a:lnTo>
                  <a:lnTo>
                    <a:pt x="22615" y="22606"/>
                  </a:lnTo>
                  <a:lnTo>
                    <a:pt x="6067" y="47148"/>
                  </a:lnTo>
                  <a:lnTo>
                    <a:pt x="0" y="77216"/>
                  </a:lnTo>
                  <a:lnTo>
                    <a:pt x="0" y="386080"/>
                  </a:lnTo>
                  <a:lnTo>
                    <a:pt x="6067" y="416147"/>
                  </a:lnTo>
                  <a:lnTo>
                    <a:pt x="22615" y="440689"/>
                  </a:lnTo>
                  <a:lnTo>
                    <a:pt x="47159" y="457231"/>
                  </a:lnTo>
                  <a:lnTo>
                    <a:pt x="77216" y="463296"/>
                  </a:lnTo>
                  <a:lnTo>
                    <a:pt x="8304784" y="463296"/>
                  </a:lnTo>
                  <a:lnTo>
                    <a:pt x="8334851" y="457231"/>
                  </a:lnTo>
                  <a:lnTo>
                    <a:pt x="8359394" y="440690"/>
                  </a:lnTo>
                  <a:lnTo>
                    <a:pt x="8375935" y="416147"/>
                  </a:lnTo>
                  <a:lnTo>
                    <a:pt x="8382000" y="386080"/>
                  </a:lnTo>
                  <a:lnTo>
                    <a:pt x="8382000" y="77216"/>
                  </a:lnTo>
                  <a:lnTo>
                    <a:pt x="8375935" y="47148"/>
                  </a:lnTo>
                  <a:lnTo>
                    <a:pt x="8359394" y="22606"/>
                  </a:lnTo>
                  <a:lnTo>
                    <a:pt x="8334851" y="6064"/>
                  </a:lnTo>
                  <a:lnTo>
                    <a:pt x="8304784" y="0"/>
                  </a:lnTo>
                  <a:close/>
                </a:path>
              </a:pathLst>
            </a:custGeom>
            <a:solidFill>
              <a:srgbClr val="ED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2231" y="1173480"/>
              <a:ext cx="8382000" cy="463550"/>
            </a:xfrm>
            <a:custGeom>
              <a:avLst/>
              <a:gdLst/>
              <a:ahLst/>
              <a:cxnLst/>
              <a:rect l="l" t="t" r="r" b="b"/>
              <a:pathLst>
                <a:path w="8382000" h="463550">
                  <a:moveTo>
                    <a:pt x="0" y="77216"/>
                  </a:moveTo>
                  <a:lnTo>
                    <a:pt x="6067" y="47148"/>
                  </a:lnTo>
                  <a:lnTo>
                    <a:pt x="22615" y="22606"/>
                  </a:lnTo>
                  <a:lnTo>
                    <a:pt x="47159" y="6064"/>
                  </a:lnTo>
                  <a:lnTo>
                    <a:pt x="77216" y="0"/>
                  </a:lnTo>
                  <a:lnTo>
                    <a:pt x="8304784" y="0"/>
                  </a:lnTo>
                  <a:lnTo>
                    <a:pt x="8334851" y="6064"/>
                  </a:lnTo>
                  <a:lnTo>
                    <a:pt x="8359394" y="22606"/>
                  </a:lnTo>
                  <a:lnTo>
                    <a:pt x="8375935" y="47148"/>
                  </a:lnTo>
                  <a:lnTo>
                    <a:pt x="8382000" y="77216"/>
                  </a:lnTo>
                  <a:lnTo>
                    <a:pt x="8382000" y="386080"/>
                  </a:lnTo>
                  <a:lnTo>
                    <a:pt x="8375935" y="416147"/>
                  </a:lnTo>
                  <a:lnTo>
                    <a:pt x="8359394" y="440690"/>
                  </a:lnTo>
                  <a:lnTo>
                    <a:pt x="8334851" y="457231"/>
                  </a:lnTo>
                  <a:lnTo>
                    <a:pt x="8304784" y="463296"/>
                  </a:lnTo>
                  <a:lnTo>
                    <a:pt x="77216" y="463296"/>
                  </a:lnTo>
                  <a:lnTo>
                    <a:pt x="47159" y="457231"/>
                  </a:lnTo>
                  <a:lnTo>
                    <a:pt x="22615" y="440689"/>
                  </a:lnTo>
                  <a:lnTo>
                    <a:pt x="6067" y="416147"/>
                  </a:lnTo>
                  <a:lnTo>
                    <a:pt x="0" y="386080"/>
                  </a:lnTo>
                  <a:lnTo>
                    <a:pt x="0" y="7721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5091" y="1191768"/>
              <a:ext cx="1744980" cy="457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0408" y="1243711"/>
            <a:ext cx="1494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Root</a:t>
            </a:r>
            <a:r>
              <a:rPr sz="1600" b="1" spc="-4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Domain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5091" y="3776471"/>
            <a:ext cx="1548383" cy="45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0408" y="3830192"/>
            <a:ext cx="12985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Subdomain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5091" y="2714244"/>
            <a:ext cx="1868805" cy="701040"/>
            <a:chOff x="355091" y="2714244"/>
            <a:chExt cx="1868805" cy="701040"/>
          </a:xfrm>
        </p:grpSpPr>
        <p:sp>
          <p:nvSpPr>
            <p:cNvPr id="17" name="object 17"/>
            <p:cNvSpPr/>
            <p:nvPr/>
          </p:nvSpPr>
          <p:spPr>
            <a:xfrm>
              <a:off x="355091" y="2714244"/>
              <a:ext cx="1095756" cy="457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76527" y="2714244"/>
              <a:ext cx="371856" cy="4572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4063" y="2714244"/>
              <a:ext cx="949451" cy="45720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5091" y="2958084"/>
              <a:ext cx="1144524" cy="4572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82803" y="2766822"/>
            <a:ext cx="15309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Sec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5" dirty="0">
                <a:latin typeface="Verdana"/>
                <a:cs typeface="Verdana"/>
              </a:rPr>
              <a:t>n</a:t>
            </a:r>
            <a:r>
              <a:rPr sz="1600" b="1" spc="-15" dirty="0">
                <a:latin typeface="Verdana"/>
                <a:cs typeface="Verdana"/>
              </a:rPr>
              <a:t>d</a:t>
            </a:r>
            <a:r>
              <a:rPr sz="1600" b="1" spc="-5" dirty="0">
                <a:latin typeface="Verdana"/>
                <a:cs typeface="Verdana"/>
              </a:rPr>
              <a:t>-</a:t>
            </a:r>
            <a:r>
              <a:rPr sz="1600" b="1" spc="-10" dirty="0">
                <a:latin typeface="Verdana"/>
                <a:cs typeface="Verdana"/>
              </a:rPr>
              <a:t>Le</a:t>
            </a:r>
            <a:r>
              <a:rPr sz="1600" b="1" spc="-15" dirty="0">
                <a:latin typeface="Verdana"/>
                <a:cs typeface="Verdana"/>
              </a:rPr>
              <a:t>v</a:t>
            </a:r>
            <a:r>
              <a:rPr sz="1600" b="1" spc="-10" dirty="0">
                <a:latin typeface="Verdana"/>
                <a:cs typeface="Verdana"/>
              </a:rPr>
              <a:t>el  Domain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55091" y="1700783"/>
            <a:ext cx="1463040" cy="701040"/>
            <a:chOff x="355091" y="1700783"/>
            <a:chExt cx="1463040" cy="701040"/>
          </a:xfrm>
        </p:grpSpPr>
        <p:sp>
          <p:nvSpPr>
            <p:cNvPr id="23" name="object 23"/>
            <p:cNvSpPr/>
            <p:nvPr/>
          </p:nvSpPr>
          <p:spPr>
            <a:xfrm>
              <a:off x="355091" y="1700783"/>
              <a:ext cx="693420" cy="4572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4191" y="1700783"/>
              <a:ext cx="371856" cy="4572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1727" y="1700783"/>
              <a:ext cx="946404" cy="4572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5091" y="1944623"/>
              <a:ext cx="1144524" cy="4572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82803" y="1753616"/>
            <a:ext cx="11283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Verdana"/>
                <a:cs typeface="Verdana"/>
              </a:rPr>
              <a:t>T</a:t>
            </a:r>
            <a:r>
              <a:rPr sz="1600" b="1" spc="-5" dirty="0">
                <a:latin typeface="Verdana"/>
                <a:cs typeface="Verdana"/>
              </a:rPr>
              <a:t>o</a:t>
            </a:r>
            <a:r>
              <a:rPr sz="1600" b="1" spc="-10" dirty="0">
                <a:latin typeface="Verdana"/>
                <a:cs typeface="Verdana"/>
              </a:rPr>
              <a:t>p</a:t>
            </a:r>
            <a:r>
              <a:rPr sz="1600" b="1" spc="-5" dirty="0">
                <a:latin typeface="Verdana"/>
                <a:cs typeface="Verdana"/>
              </a:rPr>
              <a:t>-</a:t>
            </a:r>
            <a:r>
              <a:rPr sz="1600" b="1" spc="-10" dirty="0">
                <a:latin typeface="Verdana"/>
                <a:cs typeface="Verdana"/>
              </a:rPr>
              <a:t>Le</a:t>
            </a:r>
            <a:r>
              <a:rPr sz="1600" b="1" spc="-15" dirty="0">
                <a:latin typeface="Verdana"/>
                <a:cs typeface="Verdana"/>
              </a:rPr>
              <a:t>v</a:t>
            </a:r>
            <a:r>
              <a:rPr sz="1600" b="1" spc="-10" dirty="0">
                <a:latin typeface="Verdana"/>
                <a:cs typeface="Verdana"/>
              </a:rPr>
              <a:t>el  Domain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23481" y="5125021"/>
            <a:ext cx="4446270" cy="862965"/>
            <a:chOff x="423481" y="5125021"/>
            <a:chExt cx="4446270" cy="862965"/>
          </a:xfrm>
        </p:grpSpPr>
        <p:sp>
          <p:nvSpPr>
            <p:cNvPr id="29" name="object 29"/>
            <p:cNvSpPr/>
            <p:nvPr/>
          </p:nvSpPr>
          <p:spPr>
            <a:xfrm>
              <a:off x="428244" y="5129784"/>
              <a:ext cx="4436745" cy="853440"/>
            </a:xfrm>
            <a:custGeom>
              <a:avLst/>
              <a:gdLst/>
              <a:ahLst/>
              <a:cxnLst/>
              <a:rect l="l" t="t" r="r" b="b"/>
              <a:pathLst>
                <a:path w="4436745" h="853439">
                  <a:moveTo>
                    <a:pt x="4400804" y="0"/>
                  </a:moveTo>
                  <a:lnTo>
                    <a:pt x="35560" y="0"/>
                  </a:lnTo>
                  <a:lnTo>
                    <a:pt x="21720" y="2788"/>
                  </a:lnTo>
                  <a:lnTo>
                    <a:pt x="10417" y="10398"/>
                  </a:lnTo>
                  <a:lnTo>
                    <a:pt x="2795" y="21699"/>
                  </a:lnTo>
                  <a:lnTo>
                    <a:pt x="0" y="35560"/>
                  </a:lnTo>
                  <a:lnTo>
                    <a:pt x="0" y="817880"/>
                  </a:lnTo>
                  <a:lnTo>
                    <a:pt x="2795" y="831719"/>
                  </a:lnTo>
                  <a:lnTo>
                    <a:pt x="10417" y="843022"/>
                  </a:lnTo>
                  <a:lnTo>
                    <a:pt x="21720" y="850644"/>
                  </a:lnTo>
                  <a:lnTo>
                    <a:pt x="35560" y="853440"/>
                  </a:lnTo>
                  <a:lnTo>
                    <a:pt x="4400804" y="853440"/>
                  </a:lnTo>
                  <a:lnTo>
                    <a:pt x="4414664" y="850644"/>
                  </a:lnTo>
                  <a:lnTo>
                    <a:pt x="4425965" y="843022"/>
                  </a:lnTo>
                  <a:lnTo>
                    <a:pt x="4433575" y="831719"/>
                  </a:lnTo>
                  <a:lnTo>
                    <a:pt x="4436364" y="817880"/>
                  </a:lnTo>
                  <a:lnTo>
                    <a:pt x="4436364" y="35560"/>
                  </a:lnTo>
                  <a:lnTo>
                    <a:pt x="4433575" y="21699"/>
                  </a:lnTo>
                  <a:lnTo>
                    <a:pt x="4425965" y="10398"/>
                  </a:lnTo>
                  <a:lnTo>
                    <a:pt x="4414664" y="2788"/>
                  </a:lnTo>
                  <a:lnTo>
                    <a:pt x="44008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8244" y="5129784"/>
              <a:ext cx="4436745" cy="853440"/>
            </a:xfrm>
            <a:custGeom>
              <a:avLst/>
              <a:gdLst/>
              <a:ahLst/>
              <a:cxnLst/>
              <a:rect l="l" t="t" r="r" b="b"/>
              <a:pathLst>
                <a:path w="4436745" h="853439">
                  <a:moveTo>
                    <a:pt x="0" y="35560"/>
                  </a:moveTo>
                  <a:lnTo>
                    <a:pt x="2795" y="21699"/>
                  </a:lnTo>
                  <a:lnTo>
                    <a:pt x="10417" y="10398"/>
                  </a:lnTo>
                  <a:lnTo>
                    <a:pt x="21720" y="2788"/>
                  </a:lnTo>
                  <a:lnTo>
                    <a:pt x="35560" y="0"/>
                  </a:lnTo>
                  <a:lnTo>
                    <a:pt x="4400804" y="0"/>
                  </a:lnTo>
                  <a:lnTo>
                    <a:pt x="4414664" y="2788"/>
                  </a:lnTo>
                  <a:lnTo>
                    <a:pt x="4425965" y="10398"/>
                  </a:lnTo>
                  <a:lnTo>
                    <a:pt x="4433575" y="21699"/>
                  </a:lnTo>
                  <a:lnTo>
                    <a:pt x="4436364" y="35560"/>
                  </a:lnTo>
                  <a:lnTo>
                    <a:pt x="4436364" y="817880"/>
                  </a:lnTo>
                  <a:lnTo>
                    <a:pt x="4433575" y="831719"/>
                  </a:lnTo>
                  <a:lnTo>
                    <a:pt x="4425965" y="843022"/>
                  </a:lnTo>
                  <a:lnTo>
                    <a:pt x="4414664" y="850644"/>
                  </a:lnTo>
                  <a:lnTo>
                    <a:pt x="4400804" y="853440"/>
                  </a:lnTo>
                  <a:lnTo>
                    <a:pt x="35560" y="853440"/>
                  </a:lnTo>
                  <a:lnTo>
                    <a:pt x="21720" y="850644"/>
                  </a:lnTo>
                  <a:lnTo>
                    <a:pt x="10417" y="843022"/>
                  </a:lnTo>
                  <a:lnTo>
                    <a:pt x="2795" y="831719"/>
                  </a:lnTo>
                  <a:lnTo>
                    <a:pt x="0" y="817880"/>
                  </a:lnTo>
                  <a:lnTo>
                    <a:pt x="0" y="35560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17956" y="5299328"/>
            <a:ext cx="39408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FQDN: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Verdana"/>
                <a:cs typeface="Verdana"/>
              </a:rPr>
              <a:t>SERVER1.sales.south.contoso.com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181409" y="1312163"/>
            <a:ext cx="1254760" cy="3568065"/>
            <a:chOff x="5181409" y="1312163"/>
            <a:chExt cx="1254760" cy="3568065"/>
          </a:xfrm>
        </p:grpSpPr>
        <p:sp>
          <p:nvSpPr>
            <p:cNvPr id="33" name="object 33"/>
            <p:cNvSpPr/>
            <p:nvPr/>
          </p:nvSpPr>
          <p:spPr>
            <a:xfrm>
              <a:off x="5702807" y="1312163"/>
              <a:ext cx="243840" cy="21183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25489" y="1518665"/>
              <a:ext cx="0" cy="3342640"/>
            </a:xfrm>
            <a:custGeom>
              <a:avLst/>
              <a:gdLst/>
              <a:ahLst/>
              <a:cxnLst/>
              <a:rect l="l" t="t" r="r" b="b"/>
              <a:pathLst>
                <a:path h="3342640">
                  <a:moveTo>
                    <a:pt x="0" y="0"/>
                  </a:moveTo>
                  <a:lnTo>
                    <a:pt x="0" y="334213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05983" y="3854196"/>
              <a:ext cx="1229867" cy="81229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358383" y="4075175"/>
              <a:ext cx="888491" cy="42976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86171" y="3834384"/>
              <a:ext cx="1217676" cy="8001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86171" y="3834384"/>
              <a:ext cx="1217930" cy="800100"/>
            </a:xfrm>
            <a:custGeom>
              <a:avLst/>
              <a:gdLst/>
              <a:ahLst/>
              <a:cxnLst/>
              <a:rect l="l" t="t" r="r" b="b"/>
              <a:pathLst>
                <a:path w="1217929" h="800100">
                  <a:moveTo>
                    <a:pt x="0" y="400050"/>
                  </a:moveTo>
                  <a:lnTo>
                    <a:pt x="2786" y="361516"/>
                  </a:lnTo>
                  <a:lnTo>
                    <a:pt x="10976" y="324020"/>
                  </a:lnTo>
                  <a:lnTo>
                    <a:pt x="24314" y="287729"/>
                  </a:lnTo>
                  <a:lnTo>
                    <a:pt x="42546" y="252811"/>
                  </a:lnTo>
                  <a:lnTo>
                    <a:pt x="65416" y="219433"/>
                  </a:lnTo>
                  <a:lnTo>
                    <a:pt x="92670" y="187763"/>
                  </a:lnTo>
                  <a:lnTo>
                    <a:pt x="124052" y="157968"/>
                  </a:lnTo>
                  <a:lnTo>
                    <a:pt x="159307" y="130215"/>
                  </a:lnTo>
                  <a:lnTo>
                    <a:pt x="198181" y="104673"/>
                  </a:lnTo>
                  <a:lnTo>
                    <a:pt x="240418" y="81508"/>
                  </a:lnTo>
                  <a:lnTo>
                    <a:pt x="285764" y="60888"/>
                  </a:lnTo>
                  <a:lnTo>
                    <a:pt x="333963" y="42981"/>
                  </a:lnTo>
                  <a:lnTo>
                    <a:pt x="384761" y="27954"/>
                  </a:lnTo>
                  <a:lnTo>
                    <a:pt x="437902" y="15975"/>
                  </a:lnTo>
                  <a:lnTo>
                    <a:pt x="493132" y="7212"/>
                  </a:lnTo>
                  <a:lnTo>
                    <a:pt x="550195" y="1830"/>
                  </a:lnTo>
                  <a:lnTo>
                    <a:pt x="608838" y="0"/>
                  </a:lnTo>
                  <a:lnTo>
                    <a:pt x="667480" y="1830"/>
                  </a:lnTo>
                  <a:lnTo>
                    <a:pt x="724543" y="7212"/>
                  </a:lnTo>
                  <a:lnTo>
                    <a:pt x="779773" y="15975"/>
                  </a:lnTo>
                  <a:lnTo>
                    <a:pt x="832914" y="27954"/>
                  </a:lnTo>
                  <a:lnTo>
                    <a:pt x="883712" y="42981"/>
                  </a:lnTo>
                  <a:lnTo>
                    <a:pt x="931911" y="60888"/>
                  </a:lnTo>
                  <a:lnTo>
                    <a:pt x="977257" y="81508"/>
                  </a:lnTo>
                  <a:lnTo>
                    <a:pt x="1019494" y="104673"/>
                  </a:lnTo>
                  <a:lnTo>
                    <a:pt x="1058368" y="130215"/>
                  </a:lnTo>
                  <a:lnTo>
                    <a:pt x="1093623" y="157968"/>
                  </a:lnTo>
                  <a:lnTo>
                    <a:pt x="1125005" y="187763"/>
                  </a:lnTo>
                  <a:lnTo>
                    <a:pt x="1152259" y="219433"/>
                  </a:lnTo>
                  <a:lnTo>
                    <a:pt x="1175129" y="252811"/>
                  </a:lnTo>
                  <a:lnTo>
                    <a:pt x="1193361" y="287729"/>
                  </a:lnTo>
                  <a:lnTo>
                    <a:pt x="1206699" y="324020"/>
                  </a:lnTo>
                  <a:lnTo>
                    <a:pt x="1214889" y="361516"/>
                  </a:lnTo>
                  <a:lnTo>
                    <a:pt x="1217676" y="400050"/>
                  </a:lnTo>
                  <a:lnTo>
                    <a:pt x="1214889" y="438583"/>
                  </a:lnTo>
                  <a:lnTo>
                    <a:pt x="1206699" y="476079"/>
                  </a:lnTo>
                  <a:lnTo>
                    <a:pt x="1193361" y="512370"/>
                  </a:lnTo>
                  <a:lnTo>
                    <a:pt x="1175129" y="547288"/>
                  </a:lnTo>
                  <a:lnTo>
                    <a:pt x="1152259" y="580666"/>
                  </a:lnTo>
                  <a:lnTo>
                    <a:pt x="1125005" y="612336"/>
                  </a:lnTo>
                  <a:lnTo>
                    <a:pt x="1093623" y="642131"/>
                  </a:lnTo>
                  <a:lnTo>
                    <a:pt x="1058368" y="669884"/>
                  </a:lnTo>
                  <a:lnTo>
                    <a:pt x="1019494" y="695426"/>
                  </a:lnTo>
                  <a:lnTo>
                    <a:pt x="977257" y="718591"/>
                  </a:lnTo>
                  <a:lnTo>
                    <a:pt x="931911" y="739211"/>
                  </a:lnTo>
                  <a:lnTo>
                    <a:pt x="883712" y="757118"/>
                  </a:lnTo>
                  <a:lnTo>
                    <a:pt x="832914" y="772145"/>
                  </a:lnTo>
                  <a:lnTo>
                    <a:pt x="779773" y="784124"/>
                  </a:lnTo>
                  <a:lnTo>
                    <a:pt x="724543" y="792887"/>
                  </a:lnTo>
                  <a:lnTo>
                    <a:pt x="667480" y="798269"/>
                  </a:lnTo>
                  <a:lnTo>
                    <a:pt x="608838" y="800100"/>
                  </a:lnTo>
                  <a:lnTo>
                    <a:pt x="550195" y="798269"/>
                  </a:lnTo>
                  <a:lnTo>
                    <a:pt x="493132" y="792887"/>
                  </a:lnTo>
                  <a:lnTo>
                    <a:pt x="437902" y="784124"/>
                  </a:lnTo>
                  <a:lnTo>
                    <a:pt x="384761" y="772145"/>
                  </a:lnTo>
                  <a:lnTo>
                    <a:pt x="333963" y="757118"/>
                  </a:lnTo>
                  <a:lnTo>
                    <a:pt x="285764" y="739211"/>
                  </a:lnTo>
                  <a:lnTo>
                    <a:pt x="240418" y="718591"/>
                  </a:lnTo>
                  <a:lnTo>
                    <a:pt x="198181" y="695426"/>
                  </a:lnTo>
                  <a:lnTo>
                    <a:pt x="159307" y="669884"/>
                  </a:lnTo>
                  <a:lnTo>
                    <a:pt x="124052" y="642131"/>
                  </a:lnTo>
                  <a:lnTo>
                    <a:pt x="92670" y="612336"/>
                  </a:lnTo>
                  <a:lnTo>
                    <a:pt x="65416" y="580666"/>
                  </a:lnTo>
                  <a:lnTo>
                    <a:pt x="42546" y="547288"/>
                  </a:lnTo>
                  <a:lnTo>
                    <a:pt x="24314" y="512370"/>
                  </a:lnTo>
                  <a:lnTo>
                    <a:pt x="10976" y="476079"/>
                  </a:lnTo>
                  <a:lnTo>
                    <a:pt x="2786" y="438583"/>
                  </a:lnTo>
                  <a:lnTo>
                    <a:pt x="0" y="40005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444490" y="4098797"/>
            <a:ext cx="666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south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189029" y="2805493"/>
            <a:ext cx="1322070" cy="836930"/>
            <a:chOff x="5189029" y="2805493"/>
            <a:chExt cx="1322070" cy="836930"/>
          </a:xfrm>
        </p:grpSpPr>
        <p:sp>
          <p:nvSpPr>
            <p:cNvPr id="41" name="object 41"/>
            <p:cNvSpPr/>
            <p:nvPr/>
          </p:nvSpPr>
          <p:spPr>
            <a:xfrm>
              <a:off x="5213603" y="2830067"/>
              <a:ext cx="1264920" cy="81229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370575" y="3026663"/>
              <a:ext cx="1139952" cy="429767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93791" y="2810255"/>
              <a:ext cx="1252728" cy="800100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193791" y="2810255"/>
              <a:ext cx="1252855" cy="800100"/>
            </a:xfrm>
            <a:custGeom>
              <a:avLst/>
              <a:gdLst/>
              <a:ahLst/>
              <a:cxnLst/>
              <a:rect l="l" t="t" r="r" b="b"/>
              <a:pathLst>
                <a:path w="1252854" h="800100">
                  <a:moveTo>
                    <a:pt x="0" y="400050"/>
                  </a:moveTo>
                  <a:lnTo>
                    <a:pt x="10091" y="328130"/>
                  </a:lnTo>
                  <a:lnTo>
                    <a:pt x="39184" y="260444"/>
                  </a:lnTo>
                  <a:lnTo>
                    <a:pt x="60305" y="228541"/>
                  </a:lnTo>
                  <a:lnTo>
                    <a:pt x="85513" y="198120"/>
                  </a:lnTo>
                  <a:lnTo>
                    <a:pt x="114587" y="169321"/>
                  </a:lnTo>
                  <a:lnTo>
                    <a:pt x="147307" y="142287"/>
                  </a:lnTo>
                  <a:lnTo>
                    <a:pt x="183451" y="117157"/>
                  </a:lnTo>
                  <a:lnTo>
                    <a:pt x="222798" y="94074"/>
                  </a:lnTo>
                  <a:lnTo>
                    <a:pt x="265128" y="73177"/>
                  </a:lnTo>
                  <a:lnTo>
                    <a:pt x="310218" y="54610"/>
                  </a:lnTo>
                  <a:lnTo>
                    <a:pt x="357849" y="38511"/>
                  </a:lnTo>
                  <a:lnTo>
                    <a:pt x="407798" y="25023"/>
                  </a:lnTo>
                  <a:lnTo>
                    <a:pt x="459845" y="14287"/>
                  </a:lnTo>
                  <a:lnTo>
                    <a:pt x="513769" y="6444"/>
                  </a:lnTo>
                  <a:lnTo>
                    <a:pt x="569349" y="1634"/>
                  </a:lnTo>
                  <a:lnTo>
                    <a:pt x="626363" y="0"/>
                  </a:lnTo>
                  <a:lnTo>
                    <a:pt x="683378" y="1634"/>
                  </a:lnTo>
                  <a:lnTo>
                    <a:pt x="738958" y="6444"/>
                  </a:lnTo>
                  <a:lnTo>
                    <a:pt x="792882" y="14287"/>
                  </a:lnTo>
                  <a:lnTo>
                    <a:pt x="844929" y="25023"/>
                  </a:lnTo>
                  <a:lnTo>
                    <a:pt x="894878" y="38511"/>
                  </a:lnTo>
                  <a:lnTo>
                    <a:pt x="942509" y="54610"/>
                  </a:lnTo>
                  <a:lnTo>
                    <a:pt x="987599" y="73177"/>
                  </a:lnTo>
                  <a:lnTo>
                    <a:pt x="1029929" y="94074"/>
                  </a:lnTo>
                  <a:lnTo>
                    <a:pt x="1069276" y="117157"/>
                  </a:lnTo>
                  <a:lnTo>
                    <a:pt x="1105420" y="142287"/>
                  </a:lnTo>
                  <a:lnTo>
                    <a:pt x="1138140" y="169321"/>
                  </a:lnTo>
                  <a:lnTo>
                    <a:pt x="1167214" y="198120"/>
                  </a:lnTo>
                  <a:lnTo>
                    <a:pt x="1192422" y="228541"/>
                  </a:lnTo>
                  <a:lnTo>
                    <a:pt x="1213543" y="260444"/>
                  </a:lnTo>
                  <a:lnTo>
                    <a:pt x="1242636" y="328130"/>
                  </a:lnTo>
                  <a:lnTo>
                    <a:pt x="1252728" y="400050"/>
                  </a:lnTo>
                  <a:lnTo>
                    <a:pt x="1250168" y="436468"/>
                  </a:lnTo>
                  <a:lnTo>
                    <a:pt x="1230354" y="506412"/>
                  </a:lnTo>
                  <a:lnTo>
                    <a:pt x="1192422" y="571558"/>
                  </a:lnTo>
                  <a:lnTo>
                    <a:pt x="1167214" y="601979"/>
                  </a:lnTo>
                  <a:lnTo>
                    <a:pt x="1138140" y="630778"/>
                  </a:lnTo>
                  <a:lnTo>
                    <a:pt x="1105420" y="657812"/>
                  </a:lnTo>
                  <a:lnTo>
                    <a:pt x="1069276" y="682942"/>
                  </a:lnTo>
                  <a:lnTo>
                    <a:pt x="1029929" y="706025"/>
                  </a:lnTo>
                  <a:lnTo>
                    <a:pt x="987599" y="726922"/>
                  </a:lnTo>
                  <a:lnTo>
                    <a:pt x="942509" y="745489"/>
                  </a:lnTo>
                  <a:lnTo>
                    <a:pt x="894878" y="761588"/>
                  </a:lnTo>
                  <a:lnTo>
                    <a:pt x="844929" y="775076"/>
                  </a:lnTo>
                  <a:lnTo>
                    <a:pt x="792882" y="785812"/>
                  </a:lnTo>
                  <a:lnTo>
                    <a:pt x="738958" y="793655"/>
                  </a:lnTo>
                  <a:lnTo>
                    <a:pt x="683378" y="798465"/>
                  </a:lnTo>
                  <a:lnTo>
                    <a:pt x="626363" y="800100"/>
                  </a:lnTo>
                  <a:lnTo>
                    <a:pt x="569349" y="798465"/>
                  </a:lnTo>
                  <a:lnTo>
                    <a:pt x="513769" y="793655"/>
                  </a:lnTo>
                  <a:lnTo>
                    <a:pt x="459845" y="785812"/>
                  </a:lnTo>
                  <a:lnTo>
                    <a:pt x="407798" y="775076"/>
                  </a:lnTo>
                  <a:lnTo>
                    <a:pt x="357849" y="761588"/>
                  </a:lnTo>
                  <a:lnTo>
                    <a:pt x="310218" y="745490"/>
                  </a:lnTo>
                  <a:lnTo>
                    <a:pt x="265128" y="726922"/>
                  </a:lnTo>
                  <a:lnTo>
                    <a:pt x="222798" y="706025"/>
                  </a:lnTo>
                  <a:lnTo>
                    <a:pt x="183451" y="682942"/>
                  </a:lnTo>
                  <a:lnTo>
                    <a:pt x="147307" y="657812"/>
                  </a:lnTo>
                  <a:lnTo>
                    <a:pt x="114587" y="630778"/>
                  </a:lnTo>
                  <a:lnTo>
                    <a:pt x="85513" y="601980"/>
                  </a:lnTo>
                  <a:lnTo>
                    <a:pt x="60305" y="571558"/>
                  </a:lnTo>
                  <a:lnTo>
                    <a:pt x="39184" y="539655"/>
                  </a:lnTo>
                  <a:lnTo>
                    <a:pt x="10091" y="471969"/>
                  </a:lnTo>
                  <a:lnTo>
                    <a:pt x="0" y="40005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470271" y="3050286"/>
            <a:ext cx="906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c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10" dirty="0">
                <a:latin typeface="Verdana"/>
                <a:cs typeface="Verdana"/>
              </a:rPr>
              <a:t>n</a:t>
            </a:r>
            <a:r>
              <a:rPr sz="1600" b="1" dirty="0">
                <a:latin typeface="Verdana"/>
                <a:cs typeface="Verdana"/>
              </a:rPr>
              <a:t>t</a:t>
            </a:r>
            <a:r>
              <a:rPr sz="1600" b="1" spc="-5" dirty="0">
                <a:latin typeface="Verdana"/>
                <a:cs typeface="Verdana"/>
              </a:rPr>
              <a:t>oso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211889" y="1767649"/>
            <a:ext cx="1254760" cy="836930"/>
            <a:chOff x="5211889" y="1767649"/>
            <a:chExt cx="1254760" cy="836930"/>
          </a:xfrm>
        </p:grpSpPr>
        <p:sp>
          <p:nvSpPr>
            <p:cNvPr id="47" name="object 47"/>
            <p:cNvSpPr/>
            <p:nvPr/>
          </p:nvSpPr>
          <p:spPr>
            <a:xfrm>
              <a:off x="5236464" y="1792223"/>
              <a:ext cx="1229867" cy="81229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216652" y="1772411"/>
              <a:ext cx="1217676" cy="8001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216652" y="1772411"/>
              <a:ext cx="1217930" cy="800100"/>
            </a:xfrm>
            <a:custGeom>
              <a:avLst/>
              <a:gdLst/>
              <a:ahLst/>
              <a:cxnLst/>
              <a:rect l="l" t="t" r="r" b="b"/>
              <a:pathLst>
                <a:path w="1217929" h="800100">
                  <a:moveTo>
                    <a:pt x="0" y="400050"/>
                  </a:moveTo>
                  <a:lnTo>
                    <a:pt x="2786" y="361516"/>
                  </a:lnTo>
                  <a:lnTo>
                    <a:pt x="10976" y="324020"/>
                  </a:lnTo>
                  <a:lnTo>
                    <a:pt x="24314" y="287729"/>
                  </a:lnTo>
                  <a:lnTo>
                    <a:pt x="42546" y="252811"/>
                  </a:lnTo>
                  <a:lnTo>
                    <a:pt x="65416" y="219433"/>
                  </a:lnTo>
                  <a:lnTo>
                    <a:pt x="92670" y="187763"/>
                  </a:lnTo>
                  <a:lnTo>
                    <a:pt x="124052" y="157968"/>
                  </a:lnTo>
                  <a:lnTo>
                    <a:pt x="159307" y="130215"/>
                  </a:lnTo>
                  <a:lnTo>
                    <a:pt x="198181" y="104673"/>
                  </a:lnTo>
                  <a:lnTo>
                    <a:pt x="240418" y="81508"/>
                  </a:lnTo>
                  <a:lnTo>
                    <a:pt x="285764" y="60888"/>
                  </a:lnTo>
                  <a:lnTo>
                    <a:pt x="333963" y="42981"/>
                  </a:lnTo>
                  <a:lnTo>
                    <a:pt x="384761" y="27954"/>
                  </a:lnTo>
                  <a:lnTo>
                    <a:pt x="437902" y="15975"/>
                  </a:lnTo>
                  <a:lnTo>
                    <a:pt x="493132" y="7212"/>
                  </a:lnTo>
                  <a:lnTo>
                    <a:pt x="550195" y="1830"/>
                  </a:lnTo>
                  <a:lnTo>
                    <a:pt x="608838" y="0"/>
                  </a:lnTo>
                  <a:lnTo>
                    <a:pt x="667480" y="1830"/>
                  </a:lnTo>
                  <a:lnTo>
                    <a:pt x="724543" y="7212"/>
                  </a:lnTo>
                  <a:lnTo>
                    <a:pt x="779773" y="15975"/>
                  </a:lnTo>
                  <a:lnTo>
                    <a:pt x="832914" y="27954"/>
                  </a:lnTo>
                  <a:lnTo>
                    <a:pt x="883712" y="42981"/>
                  </a:lnTo>
                  <a:lnTo>
                    <a:pt x="931911" y="60888"/>
                  </a:lnTo>
                  <a:lnTo>
                    <a:pt x="977257" y="81508"/>
                  </a:lnTo>
                  <a:lnTo>
                    <a:pt x="1019494" y="104673"/>
                  </a:lnTo>
                  <a:lnTo>
                    <a:pt x="1058368" y="130215"/>
                  </a:lnTo>
                  <a:lnTo>
                    <a:pt x="1093623" y="157968"/>
                  </a:lnTo>
                  <a:lnTo>
                    <a:pt x="1125005" y="187763"/>
                  </a:lnTo>
                  <a:lnTo>
                    <a:pt x="1152259" y="219433"/>
                  </a:lnTo>
                  <a:lnTo>
                    <a:pt x="1175129" y="252811"/>
                  </a:lnTo>
                  <a:lnTo>
                    <a:pt x="1193361" y="287729"/>
                  </a:lnTo>
                  <a:lnTo>
                    <a:pt x="1206699" y="324020"/>
                  </a:lnTo>
                  <a:lnTo>
                    <a:pt x="1214889" y="361516"/>
                  </a:lnTo>
                  <a:lnTo>
                    <a:pt x="1217676" y="400050"/>
                  </a:lnTo>
                  <a:lnTo>
                    <a:pt x="1214889" y="438583"/>
                  </a:lnTo>
                  <a:lnTo>
                    <a:pt x="1206699" y="476079"/>
                  </a:lnTo>
                  <a:lnTo>
                    <a:pt x="1193361" y="512370"/>
                  </a:lnTo>
                  <a:lnTo>
                    <a:pt x="1175129" y="547288"/>
                  </a:lnTo>
                  <a:lnTo>
                    <a:pt x="1152259" y="580666"/>
                  </a:lnTo>
                  <a:lnTo>
                    <a:pt x="1125005" y="612336"/>
                  </a:lnTo>
                  <a:lnTo>
                    <a:pt x="1093623" y="642131"/>
                  </a:lnTo>
                  <a:lnTo>
                    <a:pt x="1058368" y="669884"/>
                  </a:lnTo>
                  <a:lnTo>
                    <a:pt x="1019494" y="695426"/>
                  </a:lnTo>
                  <a:lnTo>
                    <a:pt x="977257" y="718591"/>
                  </a:lnTo>
                  <a:lnTo>
                    <a:pt x="931911" y="739211"/>
                  </a:lnTo>
                  <a:lnTo>
                    <a:pt x="883712" y="757118"/>
                  </a:lnTo>
                  <a:lnTo>
                    <a:pt x="832914" y="772145"/>
                  </a:lnTo>
                  <a:lnTo>
                    <a:pt x="779773" y="784124"/>
                  </a:lnTo>
                  <a:lnTo>
                    <a:pt x="724543" y="792887"/>
                  </a:lnTo>
                  <a:lnTo>
                    <a:pt x="667480" y="798269"/>
                  </a:lnTo>
                  <a:lnTo>
                    <a:pt x="608838" y="800100"/>
                  </a:lnTo>
                  <a:lnTo>
                    <a:pt x="550195" y="798269"/>
                  </a:lnTo>
                  <a:lnTo>
                    <a:pt x="493132" y="792887"/>
                  </a:lnTo>
                  <a:lnTo>
                    <a:pt x="437902" y="784124"/>
                  </a:lnTo>
                  <a:lnTo>
                    <a:pt x="384761" y="772145"/>
                  </a:lnTo>
                  <a:lnTo>
                    <a:pt x="333963" y="757118"/>
                  </a:lnTo>
                  <a:lnTo>
                    <a:pt x="285764" y="739211"/>
                  </a:lnTo>
                  <a:lnTo>
                    <a:pt x="240418" y="718591"/>
                  </a:lnTo>
                  <a:lnTo>
                    <a:pt x="198181" y="695426"/>
                  </a:lnTo>
                  <a:lnTo>
                    <a:pt x="159307" y="669884"/>
                  </a:lnTo>
                  <a:lnTo>
                    <a:pt x="124052" y="642131"/>
                  </a:lnTo>
                  <a:lnTo>
                    <a:pt x="92670" y="612336"/>
                  </a:lnTo>
                  <a:lnTo>
                    <a:pt x="65416" y="580666"/>
                  </a:lnTo>
                  <a:lnTo>
                    <a:pt x="42546" y="547288"/>
                  </a:lnTo>
                  <a:lnTo>
                    <a:pt x="24314" y="512370"/>
                  </a:lnTo>
                  <a:lnTo>
                    <a:pt x="10976" y="476079"/>
                  </a:lnTo>
                  <a:lnTo>
                    <a:pt x="2786" y="438583"/>
                  </a:lnTo>
                  <a:lnTo>
                    <a:pt x="0" y="40005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487289" y="2036191"/>
            <a:ext cx="4851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c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5" dirty="0">
                <a:latin typeface="Verdana"/>
                <a:cs typeface="Verdana"/>
              </a:rPr>
              <a:t>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907089" y="4862893"/>
            <a:ext cx="1864360" cy="1221105"/>
            <a:chOff x="4907089" y="4862893"/>
            <a:chExt cx="1864360" cy="1221105"/>
          </a:xfrm>
        </p:grpSpPr>
        <p:sp>
          <p:nvSpPr>
            <p:cNvPr id="52" name="object 52"/>
            <p:cNvSpPr/>
            <p:nvPr/>
          </p:nvSpPr>
          <p:spPr>
            <a:xfrm>
              <a:off x="4931664" y="4887467"/>
              <a:ext cx="1839467" cy="119633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911852" y="4867655"/>
              <a:ext cx="1827276" cy="118414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911852" y="4867655"/>
              <a:ext cx="1827530" cy="1184275"/>
            </a:xfrm>
            <a:custGeom>
              <a:avLst/>
              <a:gdLst/>
              <a:ahLst/>
              <a:cxnLst/>
              <a:rect l="l" t="t" r="r" b="b"/>
              <a:pathLst>
                <a:path w="1827529" h="1184275">
                  <a:moveTo>
                    <a:pt x="0" y="592074"/>
                  </a:moveTo>
                  <a:lnTo>
                    <a:pt x="7118" y="517799"/>
                  </a:lnTo>
                  <a:lnTo>
                    <a:pt x="27904" y="446279"/>
                  </a:lnTo>
                  <a:lnTo>
                    <a:pt x="61500" y="378069"/>
                  </a:lnTo>
                  <a:lnTo>
                    <a:pt x="82834" y="345378"/>
                  </a:lnTo>
                  <a:lnTo>
                    <a:pt x="107050" y="313723"/>
                  </a:lnTo>
                  <a:lnTo>
                    <a:pt x="134040" y="283172"/>
                  </a:lnTo>
                  <a:lnTo>
                    <a:pt x="163698" y="253795"/>
                  </a:lnTo>
                  <a:lnTo>
                    <a:pt x="195916" y="225662"/>
                  </a:lnTo>
                  <a:lnTo>
                    <a:pt x="230587" y="198841"/>
                  </a:lnTo>
                  <a:lnTo>
                    <a:pt x="267604" y="173402"/>
                  </a:lnTo>
                  <a:lnTo>
                    <a:pt x="306861" y="149415"/>
                  </a:lnTo>
                  <a:lnTo>
                    <a:pt x="348250" y="126948"/>
                  </a:lnTo>
                  <a:lnTo>
                    <a:pt x="391664" y="106071"/>
                  </a:lnTo>
                  <a:lnTo>
                    <a:pt x="436996" y="86853"/>
                  </a:lnTo>
                  <a:lnTo>
                    <a:pt x="484139" y="69364"/>
                  </a:lnTo>
                  <a:lnTo>
                    <a:pt x="532987" y="53673"/>
                  </a:lnTo>
                  <a:lnTo>
                    <a:pt x="583431" y="39849"/>
                  </a:lnTo>
                  <a:lnTo>
                    <a:pt x="635365" y="27962"/>
                  </a:lnTo>
                  <a:lnTo>
                    <a:pt x="688682" y="18080"/>
                  </a:lnTo>
                  <a:lnTo>
                    <a:pt x="743275" y="10274"/>
                  </a:lnTo>
                  <a:lnTo>
                    <a:pt x="799036" y="4612"/>
                  </a:lnTo>
                  <a:lnTo>
                    <a:pt x="855859" y="1164"/>
                  </a:lnTo>
                  <a:lnTo>
                    <a:pt x="913638" y="0"/>
                  </a:lnTo>
                  <a:lnTo>
                    <a:pt x="971416" y="1164"/>
                  </a:lnTo>
                  <a:lnTo>
                    <a:pt x="1028239" y="4612"/>
                  </a:lnTo>
                  <a:lnTo>
                    <a:pt x="1084000" y="10274"/>
                  </a:lnTo>
                  <a:lnTo>
                    <a:pt x="1138593" y="18080"/>
                  </a:lnTo>
                  <a:lnTo>
                    <a:pt x="1191910" y="27962"/>
                  </a:lnTo>
                  <a:lnTo>
                    <a:pt x="1243844" y="39849"/>
                  </a:lnTo>
                  <a:lnTo>
                    <a:pt x="1294288" y="53673"/>
                  </a:lnTo>
                  <a:lnTo>
                    <a:pt x="1343136" y="69364"/>
                  </a:lnTo>
                  <a:lnTo>
                    <a:pt x="1390279" y="86853"/>
                  </a:lnTo>
                  <a:lnTo>
                    <a:pt x="1435611" y="106071"/>
                  </a:lnTo>
                  <a:lnTo>
                    <a:pt x="1479025" y="126948"/>
                  </a:lnTo>
                  <a:lnTo>
                    <a:pt x="1520414" y="149415"/>
                  </a:lnTo>
                  <a:lnTo>
                    <a:pt x="1559671" y="173402"/>
                  </a:lnTo>
                  <a:lnTo>
                    <a:pt x="1596688" y="198841"/>
                  </a:lnTo>
                  <a:lnTo>
                    <a:pt x="1631359" y="225662"/>
                  </a:lnTo>
                  <a:lnTo>
                    <a:pt x="1663577" y="253795"/>
                  </a:lnTo>
                  <a:lnTo>
                    <a:pt x="1693235" y="283172"/>
                  </a:lnTo>
                  <a:lnTo>
                    <a:pt x="1720225" y="313723"/>
                  </a:lnTo>
                  <a:lnTo>
                    <a:pt x="1744441" y="345378"/>
                  </a:lnTo>
                  <a:lnTo>
                    <a:pt x="1765775" y="378069"/>
                  </a:lnTo>
                  <a:lnTo>
                    <a:pt x="1784121" y="411726"/>
                  </a:lnTo>
                  <a:lnTo>
                    <a:pt x="1811419" y="481660"/>
                  </a:lnTo>
                  <a:lnTo>
                    <a:pt x="1825478" y="554626"/>
                  </a:lnTo>
                  <a:lnTo>
                    <a:pt x="1827276" y="592074"/>
                  </a:lnTo>
                  <a:lnTo>
                    <a:pt x="1825478" y="629516"/>
                  </a:lnTo>
                  <a:lnTo>
                    <a:pt x="1811419" y="702477"/>
                  </a:lnTo>
                  <a:lnTo>
                    <a:pt x="1784121" y="772407"/>
                  </a:lnTo>
                  <a:lnTo>
                    <a:pt x="1765775" y="806063"/>
                  </a:lnTo>
                  <a:lnTo>
                    <a:pt x="1744441" y="838753"/>
                  </a:lnTo>
                  <a:lnTo>
                    <a:pt x="1720225" y="870408"/>
                  </a:lnTo>
                  <a:lnTo>
                    <a:pt x="1693235" y="900958"/>
                  </a:lnTo>
                  <a:lnTo>
                    <a:pt x="1663577" y="930335"/>
                  </a:lnTo>
                  <a:lnTo>
                    <a:pt x="1631359" y="958469"/>
                  </a:lnTo>
                  <a:lnTo>
                    <a:pt x="1596688" y="985291"/>
                  </a:lnTo>
                  <a:lnTo>
                    <a:pt x="1559671" y="1010731"/>
                  </a:lnTo>
                  <a:lnTo>
                    <a:pt x="1520414" y="1034719"/>
                  </a:lnTo>
                  <a:lnTo>
                    <a:pt x="1479025" y="1057187"/>
                  </a:lnTo>
                  <a:lnTo>
                    <a:pt x="1435611" y="1078066"/>
                  </a:lnTo>
                  <a:lnTo>
                    <a:pt x="1390279" y="1097285"/>
                  </a:lnTo>
                  <a:lnTo>
                    <a:pt x="1343136" y="1114775"/>
                  </a:lnTo>
                  <a:lnTo>
                    <a:pt x="1294288" y="1130468"/>
                  </a:lnTo>
                  <a:lnTo>
                    <a:pt x="1243844" y="1144293"/>
                  </a:lnTo>
                  <a:lnTo>
                    <a:pt x="1191910" y="1156182"/>
                  </a:lnTo>
                  <a:lnTo>
                    <a:pt x="1138593" y="1166065"/>
                  </a:lnTo>
                  <a:lnTo>
                    <a:pt x="1084000" y="1173872"/>
                  </a:lnTo>
                  <a:lnTo>
                    <a:pt x="1028239" y="1179534"/>
                  </a:lnTo>
                  <a:lnTo>
                    <a:pt x="971416" y="1182983"/>
                  </a:lnTo>
                  <a:lnTo>
                    <a:pt x="913638" y="1184148"/>
                  </a:lnTo>
                  <a:lnTo>
                    <a:pt x="855859" y="1182983"/>
                  </a:lnTo>
                  <a:lnTo>
                    <a:pt x="799036" y="1179534"/>
                  </a:lnTo>
                  <a:lnTo>
                    <a:pt x="743275" y="1173872"/>
                  </a:lnTo>
                  <a:lnTo>
                    <a:pt x="688682" y="1166065"/>
                  </a:lnTo>
                  <a:lnTo>
                    <a:pt x="635365" y="1156182"/>
                  </a:lnTo>
                  <a:lnTo>
                    <a:pt x="583431" y="1144293"/>
                  </a:lnTo>
                  <a:lnTo>
                    <a:pt x="532987" y="1130468"/>
                  </a:lnTo>
                  <a:lnTo>
                    <a:pt x="484139" y="1114775"/>
                  </a:lnTo>
                  <a:lnTo>
                    <a:pt x="436996" y="1097285"/>
                  </a:lnTo>
                  <a:lnTo>
                    <a:pt x="391664" y="1078066"/>
                  </a:lnTo>
                  <a:lnTo>
                    <a:pt x="348250" y="1057187"/>
                  </a:lnTo>
                  <a:lnTo>
                    <a:pt x="306861" y="1034719"/>
                  </a:lnTo>
                  <a:lnTo>
                    <a:pt x="267604" y="1010731"/>
                  </a:lnTo>
                  <a:lnTo>
                    <a:pt x="230587" y="985291"/>
                  </a:lnTo>
                  <a:lnTo>
                    <a:pt x="195916" y="958469"/>
                  </a:lnTo>
                  <a:lnTo>
                    <a:pt x="163698" y="930335"/>
                  </a:lnTo>
                  <a:lnTo>
                    <a:pt x="134040" y="900958"/>
                  </a:lnTo>
                  <a:lnTo>
                    <a:pt x="107050" y="870408"/>
                  </a:lnTo>
                  <a:lnTo>
                    <a:pt x="82834" y="838753"/>
                  </a:lnTo>
                  <a:lnTo>
                    <a:pt x="61500" y="806063"/>
                  </a:lnTo>
                  <a:lnTo>
                    <a:pt x="43154" y="772407"/>
                  </a:lnTo>
                  <a:lnTo>
                    <a:pt x="15856" y="702477"/>
                  </a:lnTo>
                  <a:lnTo>
                    <a:pt x="1797" y="629516"/>
                  </a:lnTo>
                  <a:lnTo>
                    <a:pt x="0" y="592074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259070" y="5324347"/>
            <a:ext cx="604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sal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spc="-5" dirty="0"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687889" y="1421891"/>
            <a:ext cx="3295650" cy="4409440"/>
            <a:chOff x="3687889" y="1421891"/>
            <a:chExt cx="3295650" cy="4409440"/>
          </a:xfrm>
        </p:grpSpPr>
        <p:sp>
          <p:nvSpPr>
            <p:cNvPr id="57" name="object 57"/>
            <p:cNvSpPr/>
            <p:nvPr/>
          </p:nvSpPr>
          <p:spPr>
            <a:xfrm>
              <a:off x="5907024" y="5084063"/>
              <a:ext cx="612648" cy="746760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72762" y="1440941"/>
              <a:ext cx="2391410" cy="2534920"/>
            </a:xfrm>
            <a:custGeom>
              <a:avLst/>
              <a:gdLst/>
              <a:ahLst/>
              <a:cxnLst/>
              <a:rect l="l" t="t" r="r" b="b"/>
              <a:pathLst>
                <a:path w="2391409" h="2534920">
                  <a:moveTo>
                    <a:pt x="1219200" y="0"/>
                  </a:moveTo>
                  <a:lnTo>
                    <a:pt x="73151" y="434340"/>
                  </a:lnTo>
                </a:path>
                <a:path w="2391409" h="2534920">
                  <a:moveTo>
                    <a:pt x="1292352" y="0"/>
                  </a:moveTo>
                  <a:lnTo>
                    <a:pt x="2333243" y="472440"/>
                  </a:lnTo>
                </a:path>
                <a:path w="2391409" h="2534920">
                  <a:moveTo>
                    <a:pt x="854963" y="2084832"/>
                  </a:moveTo>
                  <a:lnTo>
                    <a:pt x="0" y="2534412"/>
                  </a:lnTo>
                </a:path>
                <a:path w="2391409" h="2534920">
                  <a:moveTo>
                    <a:pt x="1653539" y="2084832"/>
                  </a:moveTo>
                  <a:lnTo>
                    <a:pt x="2391156" y="251155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712464" y="3854196"/>
              <a:ext cx="1229867" cy="81229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692652" y="3834384"/>
              <a:ext cx="1217676" cy="8001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692652" y="3834384"/>
              <a:ext cx="1217930" cy="800100"/>
            </a:xfrm>
            <a:custGeom>
              <a:avLst/>
              <a:gdLst/>
              <a:ahLst/>
              <a:cxnLst/>
              <a:rect l="l" t="t" r="r" b="b"/>
              <a:pathLst>
                <a:path w="1217929" h="800100">
                  <a:moveTo>
                    <a:pt x="0" y="400050"/>
                  </a:moveTo>
                  <a:lnTo>
                    <a:pt x="2786" y="361516"/>
                  </a:lnTo>
                  <a:lnTo>
                    <a:pt x="10976" y="324020"/>
                  </a:lnTo>
                  <a:lnTo>
                    <a:pt x="24314" y="287729"/>
                  </a:lnTo>
                  <a:lnTo>
                    <a:pt x="42546" y="252811"/>
                  </a:lnTo>
                  <a:lnTo>
                    <a:pt x="65416" y="219433"/>
                  </a:lnTo>
                  <a:lnTo>
                    <a:pt x="92670" y="187763"/>
                  </a:lnTo>
                  <a:lnTo>
                    <a:pt x="124052" y="157968"/>
                  </a:lnTo>
                  <a:lnTo>
                    <a:pt x="159307" y="130215"/>
                  </a:lnTo>
                  <a:lnTo>
                    <a:pt x="198181" y="104673"/>
                  </a:lnTo>
                  <a:lnTo>
                    <a:pt x="240418" y="81508"/>
                  </a:lnTo>
                  <a:lnTo>
                    <a:pt x="285764" y="60888"/>
                  </a:lnTo>
                  <a:lnTo>
                    <a:pt x="333963" y="42981"/>
                  </a:lnTo>
                  <a:lnTo>
                    <a:pt x="384761" y="27954"/>
                  </a:lnTo>
                  <a:lnTo>
                    <a:pt x="437902" y="15975"/>
                  </a:lnTo>
                  <a:lnTo>
                    <a:pt x="493132" y="7212"/>
                  </a:lnTo>
                  <a:lnTo>
                    <a:pt x="550195" y="1830"/>
                  </a:lnTo>
                  <a:lnTo>
                    <a:pt x="608838" y="0"/>
                  </a:lnTo>
                  <a:lnTo>
                    <a:pt x="667480" y="1830"/>
                  </a:lnTo>
                  <a:lnTo>
                    <a:pt x="724543" y="7212"/>
                  </a:lnTo>
                  <a:lnTo>
                    <a:pt x="779773" y="15975"/>
                  </a:lnTo>
                  <a:lnTo>
                    <a:pt x="832914" y="27954"/>
                  </a:lnTo>
                  <a:lnTo>
                    <a:pt x="883712" y="42981"/>
                  </a:lnTo>
                  <a:lnTo>
                    <a:pt x="931911" y="60888"/>
                  </a:lnTo>
                  <a:lnTo>
                    <a:pt x="977257" y="81508"/>
                  </a:lnTo>
                  <a:lnTo>
                    <a:pt x="1019494" y="104673"/>
                  </a:lnTo>
                  <a:lnTo>
                    <a:pt x="1058368" y="130215"/>
                  </a:lnTo>
                  <a:lnTo>
                    <a:pt x="1093623" y="157968"/>
                  </a:lnTo>
                  <a:lnTo>
                    <a:pt x="1125005" y="187763"/>
                  </a:lnTo>
                  <a:lnTo>
                    <a:pt x="1152259" y="219433"/>
                  </a:lnTo>
                  <a:lnTo>
                    <a:pt x="1175129" y="252811"/>
                  </a:lnTo>
                  <a:lnTo>
                    <a:pt x="1193361" y="287729"/>
                  </a:lnTo>
                  <a:lnTo>
                    <a:pt x="1206699" y="324020"/>
                  </a:lnTo>
                  <a:lnTo>
                    <a:pt x="1214889" y="361516"/>
                  </a:lnTo>
                  <a:lnTo>
                    <a:pt x="1217676" y="400050"/>
                  </a:lnTo>
                  <a:lnTo>
                    <a:pt x="1214889" y="438583"/>
                  </a:lnTo>
                  <a:lnTo>
                    <a:pt x="1206699" y="476079"/>
                  </a:lnTo>
                  <a:lnTo>
                    <a:pt x="1193361" y="512370"/>
                  </a:lnTo>
                  <a:lnTo>
                    <a:pt x="1175129" y="547288"/>
                  </a:lnTo>
                  <a:lnTo>
                    <a:pt x="1152259" y="580666"/>
                  </a:lnTo>
                  <a:lnTo>
                    <a:pt x="1125005" y="612336"/>
                  </a:lnTo>
                  <a:lnTo>
                    <a:pt x="1093623" y="642131"/>
                  </a:lnTo>
                  <a:lnTo>
                    <a:pt x="1058368" y="669884"/>
                  </a:lnTo>
                  <a:lnTo>
                    <a:pt x="1019494" y="695426"/>
                  </a:lnTo>
                  <a:lnTo>
                    <a:pt x="977257" y="718591"/>
                  </a:lnTo>
                  <a:lnTo>
                    <a:pt x="931911" y="739211"/>
                  </a:lnTo>
                  <a:lnTo>
                    <a:pt x="883712" y="757118"/>
                  </a:lnTo>
                  <a:lnTo>
                    <a:pt x="832914" y="772145"/>
                  </a:lnTo>
                  <a:lnTo>
                    <a:pt x="779773" y="784124"/>
                  </a:lnTo>
                  <a:lnTo>
                    <a:pt x="724543" y="792887"/>
                  </a:lnTo>
                  <a:lnTo>
                    <a:pt x="667480" y="798269"/>
                  </a:lnTo>
                  <a:lnTo>
                    <a:pt x="608838" y="800100"/>
                  </a:lnTo>
                  <a:lnTo>
                    <a:pt x="550195" y="798269"/>
                  </a:lnTo>
                  <a:lnTo>
                    <a:pt x="493132" y="792887"/>
                  </a:lnTo>
                  <a:lnTo>
                    <a:pt x="437902" y="784124"/>
                  </a:lnTo>
                  <a:lnTo>
                    <a:pt x="384761" y="772145"/>
                  </a:lnTo>
                  <a:lnTo>
                    <a:pt x="333963" y="757118"/>
                  </a:lnTo>
                  <a:lnTo>
                    <a:pt x="285764" y="739211"/>
                  </a:lnTo>
                  <a:lnTo>
                    <a:pt x="240418" y="718591"/>
                  </a:lnTo>
                  <a:lnTo>
                    <a:pt x="198181" y="695426"/>
                  </a:lnTo>
                  <a:lnTo>
                    <a:pt x="159307" y="669884"/>
                  </a:lnTo>
                  <a:lnTo>
                    <a:pt x="124052" y="642131"/>
                  </a:lnTo>
                  <a:lnTo>
                    <a:pt x="92670" y="612336"/>
                  </a:lnTo>
                  <a:lnTo>
                    <a:pt x="65416" y="580666"/>
                  </a:lnTo>
                  <a:lnTo>
                    <a:pt x="42546" y="547288"/>
                  </a:lnTo>
                  <a:lnTo>
                    <a:pt x="24314" y="512370"/>
                  </a:lnTo>
                  <a:lnTo>
                    <a:pt x="10976" y="476079"/>
                  </a:lnTo>
                  <a:lnTo>
                    <a:pt x="2786" y="438583"/>
                  </a:lnTo>
                  <a:lnTo>
                    <a:pt x="0" y="40005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950334" y="4098797"/>
            <a:ext cx="5702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w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spc="-10" dirty="0">
                <a:latin typeface="Verdana"/>
                <a:cs typeface="Verdana"/>
              </a:rPr>
              <a:t>st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676453" y="3829621"/>
            <a:ext cx="1254760" cy="836930"/>
            <a:chOff x="6676453" y="3829621"/>
            <a:chExt cx="1254760" cy="836930"/>
          </a:xfrm>
        </p:grpSpPr>
        <p:sp>
          <p:nvSpPr>
            <p:cNvPr id="64" name="object 64"/>
            <p:cNvSpPr/>
            <p:nvPr/>
          </p:nvSpPr>
          <p:spPr>
            <a:xfrm>
              <a:off x="6701028" y="3854196"/>
              <a:ext cx="1229868" cy="81229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81216" y="3834384"/>
              <a:ext cx="1217676" cy="8001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681216" y="3834384"/>
              <a:ext cx="1217930" cy="800100"/>
            </a:xfrm>
            <a:custGeom>
              <a:avLst/>
              <a:gdLst/>
              <a:ahLst/>
              <a:cxnLst/>
              <a:rect l="l" t="t" r="r" b="b"/>
              <a:pathLst>
                <a:path w="1217929" h="800100">
                  <a:moveTo>
                    <a:pt x="0" y="400050"/>
                  </a:moveTo>
                  <a:lnTo>
                    <a:pt x="2786" y="361516"/>
                  </a:lnTo>
                  <a:lnTo>
                    <a:pt x="10976" y="324020"/>
                  </a:lnTo>
                  <a:lnTo>
                    <a:pt x="24314" y="287729"/>
                  </a:lnTo>
                  <a:lnTo>
                    <a:pt x="42546" y="252811"/>
                  </a:lnTo>
                  <a:lnTo>
                    <a:pt x="65416" y="219433"/>
                  </a:lnTo>
                  <a:lnTo>
                    <a:pt x="92670" y="187763"/>
                  </a:lnTo>
                  <a:lnTo>
                    <a:pt x="124052" y="157968"/>
                  </a:lnTo>
                  <a:lnTo>
                    <a:pt x="159307" y="130215"/>
                  </a:lnTo>
                  <a:lnTo>
                    <a:pt x="198181" y="104673"/>
                  </a:lnTo>
                  <a:lnTo>
                    <a:pt x="240418" y="81508"/>
                  </a:lnTo>
                  <a:lnTo>
                    <a:pt x="285764" y="60888"/>
                  </a:lnTo>
                  <a:lnTo>
                    <a:pt x="333963" y="42981"/>
                  </a:lnTo>
                  <a:lnTo>
                    <a:pt x="384761" y="27954"/>
                  </a:lnTo>
                  <a:lnTo>
                    <a:pt x="437902" y="15975"/>
                  </a:lnTo>
                  <a:lnTo>
                    <a:pt x="493132" y="7212"/>
                  </a:lnTo>
                  <a:lnTo>
                    <a:pt x="550195" y="1830"/>
                  </a:lnTo>
                  <a:lnTo>
                    <a:pt x="608837" y="0"/>
                  </a:lnTo>
                  <a:lnTo>
                    <a:pt x="667480" y="1830"/>
                  </a:lnTo>
                  <a:lnTo>
                    <a:pt x="724543" y="7212"/>
                  </a:lnTo>
                  <a:lnTo>
                    <a:pt x="779773" y="15975"/>
                  </a:lnTo>
                  <a:lnTo>
                    <a:pt x="832914" y="27954"/>
                  </a:lnTo>
                  <a:lnTo>
                    <a:pt x="883712" y="42981"/>
                  </a:lnTo>
                  <a:lnTo>
                    <a:pt x="931911" y="60888"/>
                  </a:lnTo>
                  <a:lnTo>
                    <a:pt x="977257" y="81508"/>
                  </a:lnTo>
                  <a:lnTo>
                    <a:pt x="1019494" y="104673"/>
                  </a:lnTo>
                  <a:lnTo>
                    <a:pt x="1058368" y="130215"/>
                  </a:lnTo>
                  <a:lnTo>
                    <a:pt x="1093623" y="157968"/>
                  </a:lnTo>
                  <a:lnTo>
                    <a:pt x="1125005" y="187763"/>
                  </a:lnTo>
                  <a:lnTo>
                    <a:pt x="1152259" y="219433"/>
                  </a:lnTo>
                  <a:lnTo>
                    <a:pt x="1175129" y="252811"/>
                  </a:lnTo>
                  <a:lnTo>
                    <a:pt x="1193361" y="287729"/>
                  </a:lnTo>
                  <a:lnTo>
                    <a:pt x="1206699" y="324020"/>
                  </a:lnTo>
                  <a:lnTo>
                    <a:pt x="1214889" y="361516"/>
                  </a:lnTo>
                  <a:lnTo>
                    <a:pt x="1217676" y="400050"/>
                  </a:lnTo>
                  <a:lnTo>
                    <a:pt x="1214889" y="438583"/>
                  </a:lnTo>
                  <a:lnTo>
                    <a:pt x="1206699" y="476079"/>
                  </a:lnTo>
                  <a:lnTo>
                    <a:pt x="1193361" y="512370"/>
                  </a:lnTo>
                  <a:lnTo>
                    <a:pt x="1175129" y="547288"/>
                  </a:lnTo>
                  <a:lnTo>
                    <a:pt x="1152259" y="580666"/>
                  </a:lnTo>
                  <a:lnTo>
                    <a:pt x="1125005" y="612336"/>
                  </a:lnTo>
                  <a:lnTo>
                    <a:pt x="1093623" y="642131"/>
                  </a:lnTo>
                  <a:lnTo>
                    <a:pt x="1058368" y="669884"/>
                  </a:lnTo>
                  <a:lnTo>
                    <a:pt x="1019494" y="695426"/>
                  </a:lnTo>
                  <a:lnTo>
                    <a:pt x="977257" y="718591"/>
                  </a:lnTo>
                  <a:lnTo>
                    <a:pt x="931911" y="739211"/>
                  </a:lnTo>
                  <a:lnTo>
                    <a:pt x="883712" y="757118"/>
                  </a:lnTo>
                  <a:lnTo>
                    <a:pt x="832914" y="772145"/>
                  </a:lnTo>
                  <a:lnTo>
                    <a:pt x="779773" y="784124"/>
                  </a:lnTo>
                  <a:lnTo>
                    <a:pt x="724543" y="792887"/>
                  </a:lnTo>
                  <a:lnTo>
                    <a:pt x="667480" y="798269"/>
                  </a:lnTo>
                  <a:lnTo>
                    <a:pt x="608837" y="800100"/>
                  </a:lnTo>
                  <a:lnTo>
                    <a:pt x="550195" y="798269"/>
                  </a:lnTo>
                  <a:lnTo>
                    <a:pt x="493132" y="792887"/>
                  </a:lnTo>
                  <a:lnTo>
                    <a:pt x="437902" y="784124"/>
                  </a:lnTo>
                  <a:lnTo>
                    <a:pt x="384761" y="772145"/>
                  </a:lnTo>
                  <a:lnTo>
                    <a:pt x="333963" y="757118"/>
                  </a:lnTo>
                  <a:lnTo>
                    <a:pt x="285764" y="739211"/>
                  </a:lnTo>
                  <a:lnTo>
                    <a:pt x="240418" y="718591"/>
                  </a:lnTo>
                  <a:lnTo>
                    <a:pt x="198181" y="695426"/>
                  </a:lnTo>
                  <a:lnTo>
                    <a:pt x="159307" y="669884"/>
                  </a:lnTo>
                  <a:lnTo>
                    <a:pt x="124052" y="642131"/>
                  </a:lnTo>
                  <a:lnTo>
                    <a:pt x="92670" y="612336"/>
                  </a:lnTo>
                  <a:lnTo>
                    <a:pt x="65416" y="580666"/>
                  </a:lnTo>
                  <a:lnTo>
                    <a:pt x="42546" y="547288"/>
                  </a:lnTo>
                  <a:lnTo>
                    <a:pt x="24314" y="512370"/>
                  </a:lnTo>
                  <a:lnTo>
                    <a:pt x="10976" y="476079"/>
                  </a:lnTo>
                  <a:lnTo>
                    <a:pt x="2786" y="438583"/>
                  </a:lnTo>
                  <a:lnTo>
                    <a:pt x="0" y="40005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940042" y="4098797"/>
            <a:ext cx="508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east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676453" y="1775269"/>
            <a:ext cx="1254760" cy="836930"/>
            <a:chOff x="6676453" y="1775269"/>
            <a:chExt cx="1254760" cy="836930"/>
          </a:xfrm>
        </p:grpSpPr>
        <p:sp>
          <p:nvSpPr>
            <p:cNvPr id="69" name="object 69"/>
            <p:cNvSpPr/>
            <p:nvPr/>
          </p:nvSpPr>
          <p:spPr>
            <a:xfrm>
              <a:off x="6701028" y="1799844"/>
              <a:ext cx="1229868" cy="81229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681216" y="1780032"/>
              <a:ext cx="1217676" cy="8001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681216" y="1780032"/>
              <a:ext cx="1217930" cy="800100"/>
            </a:xfrm>
            <a:custGeom>
              <a:avLst/>
              <a:gdLst/>
              <a:ahLst/>
              <a:cxnLst/>
              <a:rect l="l" t="t" r="r" b="b"/>
              <a:pathLst>
                <a:path w="1217929" h="800100">
                  <a:moveTo>
                    <a:pt x="0" y="400050"/>
                  </a:moveTo>
                  <a:lnTo>
                    <a:pt x="2786" y="361516"/>
                  </a:lnTo>
                  <a:lnTo>
                    <a:pt x="10976" y="324020"/>
                  </a:lnTo>
                  <a:lnTo>
                    <a:pt x="24314" y="287729"/>
                  </a:lnTo>
                  <a:lnTo>
                    <a:pt x="42546" y="252811"/>
                  </a:lnTo>
                  <a:lnTo>
                    <a:pt x="65416" y="219433"/>
                  </a:lnTo>
                  <a:lnTo>
                    <a:pt x="92670" y="187763"/>
                  </a:lnTo>
                  <a:lnTo>
                    <a:pt x="124052" y="157968"/>
                  </a:lnTo>
                  <a:lnTo>
                    <a:pt x="159307" y="130215"/>
                  </a:lnTo>
                  <a:lnTo>
                    <a:pt x="198181" y="104673"/>
                  </a:lnTo>
                  <a:lnTo>
                    <a:pt x="240418" y="81508"/>
                  </a:lnTo>
                  <a:lnTo>
                    <a:pt x="285764" y="60888"/>
                  </a:lnTo>
                  <a:lnTo>
                    <a:pt x="333963" y="42981"/>
                  </a:lnTo>
                  <a:lnTo>
                    <a:pt x="384761" y="27954"/>
                  </a:lnTo>
                  <a:lnTo>
                    <a:pt x="437902" y="15975"/>
                  </a:lnTo>
                  <a:lnTo>
                    <a:pt x="493132" y="7212"/>
                  </a:lnTo>
                  <a:lnTo>
                    <a:pt x="550195" y="1830"/>
                  </a:lnTo>
                  <a:lnTo>
                    <a:pt x="608837" y="0"/>
                  </a:lnTo>
                  <a:lnTo>
                    <a:pt x="667480" y="1830"/>
                  </a:lnTo>
                  <a:lnTo>
                    <a:pt x="724543" y="7212"/>
                  </a:lnTo>
                  <a:lnTo>
                    <a:pt x="779773" y="15975"/>
                  </a:lnTo>
                  <a:lnTo>
                    <a:pt x="832914" y="27954"/>
                  </a:lnTo>
                  <a:lnTo>
                    <a:pt x="883712" y="42981"/>
                  </a:lnTo>
                  <a:lnTo>
                    <a:pt x="931911" y="60888"/>
                  </a:lnTo>
                  <a:lnTo>
                    <a:pt x="977257" y="81508"/>
                  </a:lnTo>
                  <a:lnTo>
                    <a:pt x="1019494" y="104673"/>
                  </a:lnTo>
                  <a:lnTo>
                    <a:pt x="1058368" y="130215"/>
                  </a:lnTo>
                  <a:lnTo>
                    <a:pt x="1093623" y="157968"/>
                  </a:lnTo>
                  <a:lnTo>
                    <a:pt x="1125005" y="187763"/>
                  </a:lnTo>
                  <a:lnTo>
                    <a:pt x="1152259" y="219433"/>
                  </a:lnTo>
                  <a:lnTo>
                    <a:pt x="1175129" y="252811"/>
                  </a:lnTo>
                  <a:lnTo>
                    <a:pt x="1193361" y="287729"/>
                  </a:lnTo>
                  <a:lnTo>
                    <a:pt x="1206699" y="324020"/>
                  </a:lnTo>
                  <a:lnTo>
                    <a:pt x="1214889" y="361516"/>
                  </a:lnTo>
                  <a:lnTo>
                    <a:pt x="1217676" y="400050"/>
                  </a:lnTo>
                  <a:lnTo>
                    <a:pt x="1214889" y="438583"/>
                  </a:lnTo>
                  <a:lnTo>
                    <a:pt x="1206699" y="476079"/>
                  </a:lnTo>
                  <a:lnTo>
                    <a:pt x="1193361" y="512370"/>
                  </a:lnTo>
                  <a:lnTo>
                    <a:pt x="1175129" y="547288"/>
                  </a:lnTo>
                  <a:lnTo>
                    <a:pt x="1152259" y="580666"/>
                  </a:lnTo>
                  <a:lnTo>
                    <a:pt x="1125005" y="612336"/>
                  </a:lnTo>
                  <a:lnTo>
                    <a:pt x="1093623" y="642131"/>
                  </a:lnTo>
                  <a:lnTo>
                    <a:pt x="1058368" y="669884"/>
                  </a:lnTo>
                  <a:lnTo>
                    <a:pt x="1019494" y="695426"/>
                  </a:lnTo>
                  <a:lnTo>
                    <a:pt x="977257" y="718591"/>
                  </a:lnTo>
                  <a:lnTo>
                    <a:pt x="931911" y="739211"/>
                  </a:lnTo>
                  <a:lnTo>
                    <a:pt x="883712" y="757118"/>
                  </a:lnTo>
                  <a:lnTo>
                    <a:pt x="832914" y="772145"/>
                  </a:lnTo>
                  <a:lnTo>
                    <a:pt x="779773" y="784124"/>
                  </a:lnTo>
                  <a:lnTo>
                    <a:pt x="724543" y="792887"/>
                  </a:lnTo>
                  <a:lnTo>
                    <a:pt x="667480" y="798269"/>
                  </a:lnTo>
                  <a:lnTo>
                    <a:pt x="608837" y="800100"/>
                  </a:lnTo>
                  <a:lnTo>
                    <a:pt x="550195" y="798269"/>
                  </a:lnTo>
                  <a:lnTo>
                    <a:pt x="493132" y="792887"/>
                  </a:lnTo>
                  <a:lnTo>
                    <a:pt x="437902" y="784124"/>
                  </a:lnTo>
                  <a:lnTo>
                    <a:pt x="384761" y="772145"/>
                  </a:lnTo>
                  <a:lnTo>
                    <a:pt x="333963" y="757118"/>
                  </a:lnTo>
                  <a:lnTo>
                    <a:pt x="285764" y="739211"/>
                  </a:lnTo>
                  <a:lnTo>
                    <a:pt x="240418" y="718591"/>
                  </a:lnTo>
                  <a:lnTo>
                    <a:pt x="198181" y="695426"/>
                  </a:lnTo>
                  <a:lnTo>
                    <a:pt x="159307" y="669884"/>
                  </a:lnTo>
                  <a:lnTo>
                    <a:pt x="124052" y="642131"/>
                  </a:lnTo>
                  <a:lnTo>
                    <a:pt x="92670" y="612336"/>
                  </a:lnTo>
                  <a:lnTo>
                    <a:pt x="65416" y="580666"/>
                  </a:lnTo>
                  <a:lnTo>
                    <a:pt x="42546" y="547288"/>
                  </a:lnTo>
                  <a:lnTo>
                    <a:pt x="24314" y="512370"/>
                  </a:lnTo>
                  <a:lnTo>
                    <a:pt x="10976" y="476079"/>
                  </a:lnTo>
                  <a:lnTo>
                    <a:pt x="2786" y="438583"/>
                  </a:lnTo>
                  <a:lnTo>
                    <a:pt x="0" y="40005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6952742" y="2044064"/>
            <a:ext cx="394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o</a:t>
            </a:r>
            <a:r>
              <a:rPr sz="1600" b="1" spc="-15" dirty="0">
                <a:latin typeface="Verdana"/>
                <a:cs typeface="Verdana"/>
              </a:rPr>
              <a:t>r</a:t>
            </a:r>
            <a:r>
              <a:rPr sz="1600" b="1" spc="-5" dirty="0">
                <a:latin typeface="Verdana"/>
                <a:cs typeface="Verdana"/>
              </a:rPr>
              <a:t>g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687889" y="1773745"/>
            <a:ext cx="1254760" cy="836930"/>
            <a:chOff x="3687889" y="1773745"/>
            <a:chExt cx="1254760" cy="836930"/>
          </a:xfrm>
        </p:grpSpPr>
        <p:sp>
          <p:nvSpPr>
            <p:cNvPr id="74" name="object 74"/>
            <p:cNvSpPr/>
            <p:nvPr/>
          </p:nvSpPr>
          <p:spPr>
            <a:xfrm>
              <a:off x="3712464" y="1798319"/>
              <a:ext cx="1229867" cy="81229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692652" y="1778507"/>
              <a:ext cx="1217676" cy="8001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692652" y="1778507"/>
              <a:ext cx="1217930" cy="800100"/>
            </a:xfrm>
            <a:custGeom>
              <a:avLst/>
              <a:gdLst/>
              <a:ahLst/>
              <a:cxnLst/>
              <a:rect l="l" t="t" r="r" b="b"/>
              <a:pathLst>
                <a:path w="1217929" h="800100">
                  <a:moveTo>
                    <a:pt x="0" y="400050"/>
                  </a:moveTo>
                  <a:lnTo>
                    <a:pt x="2786" y="361516"/>
                  </a:lnTo>
                  <a:lnTo>
                    <a:pt x="10976" y="324020"/>
                  </a:lnTo>
                  <a:lnTo>
                    <a:pt x="24314" y="287729"/>
                  </a:lnTo>
                  <a:lnTo>
                    <a:pt x="42546" y="252811"/>
                  </a:lnTo>
                  <a:lnTo>
                    <a:pt x="65416" y="219433"/>
                  </a:lnTo>
                  <a:lnTo>
                    <a:pt x="92670" y="187763"/>
                  </a:lnTo>
                  <a:lnTo>
                    <a:pt x="124052" y="157968"/>
                  </a:lnTo>
                  <a:lnTo>
                    <a:pt x="159307" y="130215"/>
                  </a:lnTo>
                  <a:lnTo>
                    <a:pt x="198181" y="104673"/>
                  </a:lnTo>
                  <a:lnTo>
                    <a:pt x="240418" y="81508"/>
                  </a:lnTo>
                  <a:lnTo>
                    <a:pt x="285764" y="60888"/>
                  </a:lnTo>
                  <a:lnTo>
                    <a:pt x="333963" y="42981"/>
                  </a:lnTo>
                  <a:lnTo>
                    <a:pt x="384761" y="27954"/>
                  </a:lnTo>
                  <a:lnTo>
                    <a:pt x="437902" y="15975"/>
                  </a:lnTo>
                  <a:lnTo>
                    <a:pt x="493132" y="7212"/>
                  </a:lnTo>
                  <a:lnTo>
                    <a:pt x="550195" y="1830"/>
                  </a:lnTo>
                  <a:lnTo>
                    <a:pt x="608838" y="0"/>
                  </a:lnTo>
                  <a:lnTo>
                    <a:pt x="667480" y="1830"/>
                  </a:lnTo>
                  <a:lnTo>
                    <a:pt x="724543" y="7212"/>
                  </a:lnTo>
                  <a:lnTo>
                    <a:pt x="779773" y="15975"/>
                  </a:lnTo>
                  <a:lnTo>
                    <a:pt x="832914" y="27954"/>
                  </a:lnTo>
                  <a:lnTo>
                    <a:pt x="883712" y="42981"/>
                  </a:lnTo>
                  <a:lnTo>
                    <a:pt x="931911" y="60888"/>
                  </a:lnTo>
                  <a:lnTo>
                    <a:pt x="977257" y="81508"/>
                  </a:lnTo>
                  <a:lnTo>
                    <a:pt x="1019494" y="104673"/>
                  </a:lnTo>
                  <a:lnTo>
                    <a:pt x="1058368" y="130215"/>
                  </a:lnTo>
                  <a:lnTo>
                    <a:pt x="1093623" y="157968"/>
                  </a:lnTo>
                  <a:lnTo>
                    <a:pt x="1125005" y="187763"/>
                  </a:lnTo>
                  <a:lnTo>
                    <a:pt x="1152259" y="219433"/>
                  </a:lnTo>
                  <a:lnTo>
                    <a:pt x="1175129" y="252811"/>
                  </a:lnTo>
                  <a:lnTo>
                    <a:pt x="1193361" y="287729"/>
                  </a:lnTo>
                  <a:lnTo>
                    <a:pt x="1206699" y="324020"/>
                  </a:lnTo>
                  <a:lnTo>
                    <a:pt x="1214889" y="361516"/>
                  </a:lnTo>
                  <a:lnTo>
                    <a:pt x="1217676" y="400050"/>
                  </a:lnTo>
                  <a:lnTo>
                    <a:pt x="1214889" y="438583"/>
                  </a:lnTo>
                  <a:lnTo>
                    <a:pt x="1206699" y="476079"/>
                  </a:lnTo>
                  <a:lnTo>
                    <a:pt x="1193361" y="512370"/>
                  </a:lnTo>
                  <a:lnTo>
                    <a:pt x="1175129" y="547288"/>
                  </a:lnTo>
                  <a:lnTo>
                    <a:pt x="1152259" y="580666"/>
                  </a:lnTo>
                  <a:lnTo>
                    <a:pt x="1125005" y="612336"/>
                  </a:lnTo>
                  <a:lnTo>
                    <a:pt x="1093623" y="642131"/>
                  </a:lnTo>
                  <a:lnTo>
                    <a:pt x="1058368" y="669884"/>
                  </a:lnTo>
                  <a:lnTo>
                    <a:pt x="1019494" y="695426"/>
                  </a:lnTo>
                  <a:lnTo>
                    <a:pt x="977257" y="718591"/>
                  </a:lnTo>
                  <a:lnTo>
                    <a:pt x="931911" y="739211"/>
                  </a:lnTo>
                  <a:lnTo>
                    <a:pt x="883712" y="757118"/>
                  </a:lnTo>
                  <a:lnTo>
                    <a:pt x="832914" y="772145"/>
                  </a:lnTo>
                  <a:lnTo>
                    <a:pt x="779773" y="784124"/>
                  </a:lnTo>
                  <a:lnTo>
                    <a:pt x="724543" y="792887"/>
                  </a:lnTo>
                  <a:lnTo>
                    <a:pt x="667480" y="798269"/>
                  </a:lnTo>
                  <a:lnTo>
                    <a:pt x="608838" y="800100"/>
                  </a:lnTo>
                  <a:lnTo>
                    <a:pt x="550195" y="798269"/>
                  </a:lnTo>
                  <a:lnTo>
                    <a:pt x="493132" y="792887"/>
                  </a:lnTo>
                  <a:lnTo>
                    <a:pt x="437902" y="784124"/>
                  </a:lnTo>
                  <a:lnTo>
                    <a:pt x="384761" y="772145"/>
                  </a:lnTo>
                  <a:lnTo>
                    <a:pt x="333963" y="757118"/>
                  </a:lnTo>
                  <a:lnTo>
                    <a:pt x="285764" y="739211"/>
                  </a:lnTo>
                  <a:lnTo>
                    <a:pt x="240418" y="718591"/>
                  </a:lnTo>
                  <a:lnTo>
                    <a:pt x="198181" y="695426"/>
                  </a:lnTo>
                  <a:lnTo>
                    <a:pt x="159307" y="669884"/>
                  </a:lnTo>
                  <a:lnTo>
                    <a:pt x="124052" y="642131"/>
                  </a:lnTo>
                  <a:lnTo>
                    <a:pt x="92670" y="612336"/>
                  </a:lnTo>
                  <a:lnTo>
                    <a:pt x="65416" y="580666"/>
                  </a:lnTo>
                  <a:lnTo>
                    <a:pt x="42546" y="547288"/>
                  </a:lnTo>
                  <a:lnTo>
                    <a:pt x="24314" y="512370"/>
                  </a:lnTo>
                  <a:lnTo>
                    <a:pt x="10976" y="476079"/>
                  </a:lnTo>
                  <a:lnTo>
                    <a:pt x="2786" y="438583"/>
                  </a:lnTo>
                  <a:lnTo>
                    <a:pt x="0" y="40005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963034" y="2041982"/>
            <a:ext cx="3848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net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585204" y="5295900"/>
            <a:ext cx="1975485" cy="419100"/>
            <a:chOff x="6585204" y="5295900"/>
            <a:chExt cx="1975485" cy="419100"/>
          </a:xfrm>
        </p:grpSpPr>
        <p:sp>
          <p:nvSpPr>
            <p:cNvPr id="79" name="object 79"/>
            <p:cNvSpPr/>
            <p:nvPr/>
          </p:nvSpPr>
          <p:spPr>
            <a:xfrm>
              <a:off x="6589776" y="5300472"/>
              <a:ext cx="1965960" cy="410209"/>
            </a:xfrm>
            <a:custGeom>
              <a:avLst/>
              <a:gdLst/>
              <a:ahLst/>
              <a:cxnLst/>
              <a:rect l="l" t="t" r="r" b="b"/>
              <a:pathLst>
                <a:path w="1965959" h="410210">
                  <a:moveTo>
                    <a:pt x="1958340" y="0"/>
                  </a:moveTo>
                  <a:lnTo>
                    <a:pt x="7620" y="0"/>
                  </a:lnTo>
                  <a:lnTo>
                    <a:pt x="0" y="7619"/>
                  </a:lnTo>
                  <a:lnTo>
                    <a:pt x="0" y="402310"/>
                  </a:lnTo>
                  <a:lnTo>
                    <a:pt x="7620" y="409955"/>
                  </a:lnTo>
                  <a:lnTo>
                    <a:pt x="1958340" y="409955"/>
                  </a:lnTo>
                  <a:lnTo>
                    <a:pt x="1965959" y="402310"/>
                  </a:lnTo>
                  <a:lnTo>
                    <a:pt x="1965959" y="76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589776" y="5300472"/>
              <a:ext cx="1965960" cy="410209"/>
            </a:xfrm>
            <a:custGeom>
              <a:avLst/>
              <a:gdLst/>
              <a:ahLst/>
              <a:cxnLst/>
              <a:rect l="l" t="t" r="r" b="b"/>
              <a:pathLst>
                <a:path w="1965959" h="410210">
                  <a:moveTo>
                    <a:pt x="0" y="17144"/>
                  </a:moveTo>
                  <a:lnTo>
                    <a:pt x="0" y="7619"/>
                  </a:lnTo>
                  <a:lnTo>
                    <a:pt x="7620" y="0"/>
                  </a:lnTo>
                  <a:lnTo>
                    <a:pt x="17145" y="0"/>
                  </a:lnTo>
                  <a:lnTo>
                    <a:pt x="1948815" y="0"/>
                  </a:lnTo>
                  <a:lnTo>
                    <a:pt x="1958340" y="0"/>
                  </a:lnTo>
                  <a:lnTo>
                    <a:pt x="1965959" y="7619"/>
                  </a:lnTo>
                  <a:lnTo>
                    <a:pt x="1965959" y="17144"/>
                  </a:lnTo>
                  <a:lnTo>
                    <a:pt x="1965959" y="392874"/>
                  </a:lnTo>
                  <a:lnTo>
                    <a:pt x="1965959" y="402310"/>
                  </a:lnTo>
                  <a:lnTo>
                    <a:pt x="1958340" y="409955"/>
                  </a:lnTo>
                  <a:lnTo>
                    <a:pt x="1948815" y="409955"/>
                  </a:lnTo>
                  <a:lnTo>
                    <a:pt x="17145" y="409955"/>
                  </a:lnTo>
                  <a:lnTo>
                    <a:pt x="7620" y="409955"/>
                  </a:lnTo>
                  <a:lnTo>
                    <a:pt x="0" y="402310"/>
                  </a:lnTo>
                  <a:lnTo>
                    <a:pt x="0" y="392874"/>
                  </a:lnTo>
                  <a:lnTo>
                    <a:pt x="0" y="17144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6598157" y="5370321"/>
            <a:ext cx="1949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Host: SERVER1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0554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DNS </a:t>
            </a:r>
            <a:r>
              <a:rPr spc="-5" dirty="0"/>
              <a:t>Improvements for </a:t>
            </a:r>
            <a:r>
              <a:rPr dirty="0"/>
              <a:t>Windows </a:t>
            </a:r>
            <a:r>
              <a:rPr spc="-5" dirty="0"/>
              <a:t>Server</a:t>
            </a:r>
            <a:r>
              <a:rPr spc="65" dirty="0"/>
              <a:t> </a:t>
            </a:r>
            <a:r>
              <a:rPr spc="-5" dirty="0" smtClean="0"/>
              <a:t>20</a:t>
            </a:r>
            <a:r>
              <a:rPr lang="en-US" spc="-5" dirty="0" smtClean="0"/>
              <a:t>12</a:t>
            </a:r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640080" y="1431036"/>
            <a:ext cx="7863840" cy="4037329"/>
            <a:chOff x="640080" y="1431036"/>
            <a:chExt cx="7863840" cy="4037329"/>
          </a:xfrm>
        </p:grpSpPr>
        <p:sp>
          <p:nvSpPr>
            <p:cNvPr id="4" name="object 4"/>
            <p:cNvSpPr/>
            <p:nvPr/>
          </p:nvSpPr>
          <p:spPr>
            <a:xfrm>
              <a:off x="644652" y="1435608"/>
              <a:ext cx="7854950" cy="4028440"/>
            </a:xfrm>
            <a:custGeom>
              <a:avLst/>
              <a:gdLst/>
              <a:ahLst/>
              <a:cxnLst/>
              <a:rect l="l" t="t" r="r" b="b"/>
              <a:pathLst>
                <a:path w="7854950" h="4028440">
                  <a:moveTo>
                    <a:pt x="7686802" y="0"/>
                  </a:moveTo>
                  <a:lnTo>
                    <a:pt x="167843" y="0"/>
                  </a:lnTo>
                  <a:lnTo>
                    <a:pt x="123223" y="5998"/>
                  </a:lnTo>
                  <a:lnTo>
                    <a:pt x="83129" y="22925"/>
                  </a:lnTo>
                  <a:lnTo>
                    <a:pt x="49160" y="49180"/>
                  </a:lnTo>
                  <a:lnTo>
                    <a:pt x="22915" y="83161"/>
                  </a:lnTo>
                  <a:lnTo>
                    <a:pt x="5995" y="123266"/>
                  </a:lnTo>
                  <a:lnTo>
                    <a:pt x="0" y="167893"/>
                  </a:lnTo>
                  <a:lnTo>
                    <a:pt x="0" y="3860038"/>
                  </a:lnTo>
                  <a:lnTo>
                    <a:pt x="5995" y="3904665"/>
                  </a:lnTo>
                  <a:lnTo>
                    <a:pt x="22915" y="3944770"/>
                  </a:lnTo>
                  <a:lnTo>
                    <a:pt x="49160" y="3978751"/>
                  </a:lnTo>
                  <a:lnTo>
                    <a:pt x="83129" y="4005006"/>
                  </a:lnTo>
                  <a:lnTo>
                    <a:pt x="123223" y="4021933"/>
                  </a:lnTo>
                  <a:lnTo>
                    <a:pt x="167843" y="4027931"/>
                  </a:lnTo>
                  <a:lnTo>
                    <a:pt x="7686802" y="4027931"/>
                  </a:lnTo>
                  <a:lnTo>
                    <a:pt x="7731429" y="4021933"/>
                  </a:lnTo>
                  <a:lnTo>
                    <a:pt x="7771534" y="4005006"/>
                  </a:lnTo>
                  <a:lnTo>
                    <a:pt x="7805515" y="3978751"/>
                  </a:lnTo>
                  <a:lnTo>
                    <a:pt x="7831770" y="3944770"/>
                  </a:lnTo>
                  <a:lnTo>
                    <a:pt x="7848697" y="3904665"/>
                  </a:lnTo>
                  <a:lnTo>
                    <a:pt x="7854696" y="3860038"/>
                  </a:lnTo>
                  <a:lnTo>
                    <a:pt x="7854696" y="167893"/>
                  </a:lnTo>
                  <a:lnTo>
                    <a:pt x="7848697" y="123266"/>
                  </a:lnTo>
                  <a:lnTo>
                    <a:pt x="7831770" y="83161"/>
                  </a:lnTo>
                  <a:lnTo>
                    <a:pt x="7805515" y="49180"/>
                  </a:lnTo>
                  <a:lnTo>
                    <a:pt x="7771534" y="22925"/>
                  </a:lnTo>
                  <a:lnTo>
                    <a:pt x="7731429" y="5998"/>
                  </a:lnTo>
                  <a:lnTo>
                    <a:pt x="7686802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2" y="1435608"/>
              <a:ext cx="7854950" cy="4028440"/>
            </a:xfrm>
            <a:custGeom>
              <a:avLst/>
              <a:gdLst/>
              <a:ahLst/>
              <a:cxnLst/>
              <a:rect l="l" t="t" r="r" b="b"/>
              <a:pathLst>
                <a:path w="7854950" h="4028440">
                  <a:moveTo>
                    <a:pt x="0" y="167893"/>
                  </a:moveTo>
                  <a:lnTo>
                    <a:pt x="5995" y="123266"/>
                  </a:lnTo>
                  <a:lnTo>
                    <a:pt x="22915" y="83161"/>
                  </a:lnTo>
                  <a:lnTo>
                    <a:pt x="49160" y="49180"/>
                  </a:lnTo>
                  <a:lnTo>
                    <a:pt x="83129" y="22925"/>
                  </a:lnTo>
                  <a:lnTo>
                    <a:pt x="123223" y="5998"/>
                  </a:lnTo>
                  <a:lnTo>
                    <a:pt x="167843" y="0"/>
                  </a:lnTo>
                  <a:lnTo>
                    <a:pt x="7686802" y="0"/>
                  </a:lnTo>
                  <a:lnTo>
                    <a:pt x="7731429" y="5998"/>
                  </a:lnTo>
                  <a:lnTo>
                    <a:pt x="7771534" y="22925"/>
                  </a:lnTo>
                  <a:lnTo>
                    <a:pt x="7805515" y="49180"/>
                  </a:lnTo>
                  <a:lnTo>
                    <a:pt x="7831770" y="83161"/>
                  </a:lnTo>
                  <a:lnTo>
                    <a:pt x="7848697" y="123266"/>
                  </a:lnTo>
                  <a:lnTo>
                    <a:pt x="7854696" y="167893"/>
                  </a:lnTo>
                  <a:lnTo>
                    <a:pt x="7854696" y="3860038"/>
                  </a:lnTo>
                  <a:lnTo>
                    <a:pt x="7848697" y="3904665"/>
                  </a:lnTo>
                  <a:lnTo>
                    <a:pt x="7831770" y="3944770"/>
                  </a:lnTo>
                  <a:lnTo>
                    <a:pt x="7805515" y="3978751"/>
                  </a:lnTo>
                  <a:lnTo>
                    <a:pt x="7771534" y="4005006"/>
                  </a:lnTo>
                  <a:lnTo>
                    <a:pt x="7731429" y="4021933"/>
                  </a:lnTo>
                  <a:lnTo>
                    <a:pt x="7686802" y="4027931"/>
                  </a:lnTo>
                  <a:lnTo>
                    <a:pt x="167843" y="4027931"/>
                  </a:lnTo>
                  <a:lnTo>
                    <a:pt x="123223" y="4021933"/>
                  </a:lnTo>
                  <a:lnTo>
                    <a:pt x="83129" y="4005006"/>
                  </a:lnTo>
                  <a:lnTo>
                    <a:pt x="49160" y="3978751"/>
                  </a:lnTo>
                  <a:lnTo>
                    <a:pt x="22915" y="3944770"/>
                  </a:lnTo>
                  <a:lnTo>
                    <a:pt x="5995" y="3904665"/>
                  </a:lnTo>
                  <a:lnTo>
                    <a:pt x="0" y="3860038"/>
                  </a:lnTo>
                  <a:lnTo>
                    <a:pt x="0" y="16789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9368" y="2273808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5833" y="466343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9368" y="2273808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9368" y="2869691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5">
                  <a:moveTo>
                    <a:pt x="7045833" y="0"/>
                  </a:moveTo>
                  <a:lnTo>
                    <a:pt x="19494" y="0"/>
                  </a:lnTo>
                  <a:lnTo>
                    <a:pt x="11905" y="1535"/>
                  </a:lnTo>
                  <a:lnTo>
                    <a:pt x="5708" y="5715"/>
                  </a:lnTo>
                  <a:lnTo>
                    <a:pt x="1531" y="11894"/>
                  </a:lnTo>
                  <a:lnTo>
                    <a:pt x="0" y="19431"/>
                  </a:lnTo>
                  <a:lnTo>
                    <a:pt x="0" y="448310"/>
                  </a:lnTo>
                  <a:lnTo>
                    <a:pt x="1531" y="455920"/>
                  </a:lnTo>
                  <a:lnTo>
                    <a:pt x="5708" y="462137"/>
                  </a:lnTo>
                  <a:lnTo>
                    <a:pt x="11905" y="466330"/>
                  </a:lnTo>
                  <a:lnTo>
                    <a:pt x="19494" y="467868"/>
                  </a:lnTo>
                  <a:lnTo>
                    <a:pt x="7045833" y="467868"/>
                  </a:lnTo>
                  <a:lnTo>
                    <a:pt x="7053369" y="466330"/>
                  </a:lnTo>
                  <a:lnTo>
                    <a:pt x="7059549" y="462137"/>
                  </a:lnTo>
                  <a:lnTo>
                    <a:pt x="7063728" y="455920"/>
                  </a:lnTo>
                  <a:lnTo>
                    <a:pt x="7065263" y="448310"/>
                  </a:lnTo>
                  <a:lnTo>
                    <a:pt x="7065263" y="19431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9368" y="2869691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5">
                  <a:moveTo>
                    <a:pt x="0" y="19431"/>
                  </a:moveTo>
                  <a:lnTo>
                    <a:pt x="1531" y="11894"/>
                  </a:lnTo>
                  <a:lnTo>
                    <a:pt x="5708" y="5715"/>
                  </a:lnTo>
                  <a:lnTo>
                    <a:pt x="11905" y="1535"/>
                  </a:lnTo>
                  <a:lnTo>
                    <a:pt x="19494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1"/>
                  </a:lnTo>
                  <a:lnTo>
                    <a:pt x="7065263" y="448310"/>
                  </a:lnTo>
                  <a:lnTo>
                    <a:pt x="7063728" y="455920"/>
                  </a:lnTo>
                  <a:lnTo>
                    <a:pt x="7059549" y="462137"/>
                  </a:lnTo>
                  <a:lnTo>
                    <a:pt x="7053369" y="466330"/>
                  </a:lnTo>
                  <a:lnTo>
                    <a:pt x="7045833" y="467868"/>
                  </a:lnTo>
                  <a:lnTo>
                    <a:pt x="19494" y="467868"/>
                  </a:lnTo>
                  <a:lnTo>
                    <a:pt x="11905" y="466330"/>
                  </a:lnTo>
                  <a:lnTo>
                    <a:pt x="5708" y="462137"/>
                  </a:lnTo>
                  <a:lnTo>
                    <a:pt x="1531" y="455920"/>
                  </a:lnTo>
                  <a:lnTo>
                    <a:pt x="0" y="448310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6320" y="3467100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6320" y="3467100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6320" y="4064508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5"/>
                  </a:lnTo>
                  <a:lnTo>
                    <a:pt x="1526" y="11894"/>
                  </a:lnTo>
                  <a:lnTo>
                    <a:pt x="0" y="19431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9" y="464808"/>
                  </a:lnTo>
                  <a:lnTo>
                    <a:pt x="7059549" y="460629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1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6320" y="4064508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1"/>
                  </a:moveTo>
                  <a:lnTo>
                    <a:pt x="1526" y="11894"/>
                  </a:lnTo>
                  <a:lnTo>
                    <a:pt x="5691" y="5715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1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9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3272" y="4744212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5"/>
                  </a:lnTo>
                  <a:lnTo>
                    <a:pt x="1526" y="11894"/>
                  </a:lnTo>
                  <a:lnTo>
                    <a:pt x="0" y="19431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1"/>
                  </a:lnTo>
                  <a:lnTo>
                    <a:pt x="7063728" y="11894"/>
                  </a:lnTo>
                  <a:lnTo>
                    <a:pt x="7059549" y="5714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33272" y="4744212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1"/>
                  </a:moveTo>
                  <a:lnTo>
                    <a:pt x="1526" y="11894"/>
                  </a:lnTo>
                  <a:lnTo>
                    <a:pt x="5691" y="5715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4"/>
                  </a:lnTo>
                  <a:lnTo>
                    <a:pt x="7063728" y="11894"/>
                  </a:lnTo>
                  <a:lnTo>
                    <a:pt x="7065263" y="19431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2464" y="1516126"/>
            <a:ext cx="7313295" cy="3597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970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New or </a:t>
            </a:r>
            <a:r>
              <a:rPr sz="1800" b="1" spc="-5" dirty="0">
                <a:latin typeface="Verdana"/>
                <a:cs typeface="Verdana"/>
              </a:rPr>
              <a:t>enhanced features </a:t>
            </a:r>
            <a:r>
              <a:rPr sz="1800" b="1" dirty="0">
                <a:latin typeface="Verdana"/>
                <a:cs typeface="Verdana"/>
              </a:rPr>
              <a:t>in </a:t>
            </a:r>
            <a:r>
              <a:rPr sz="1800" b="1" spc="-5" dirty="0">
                <a:latin typeface="Verdana"/>
                <a:cs typeface="Verdana"/>
              </a:rPr>
              <a:t>the Windows Server </a:t>
            </a:r>
            <a:r>
              <a:rPr lang="en-US" sz="1800" b="1" dirty="0" smtClean="0">
                <a:latin typeface="Verdana"/>
                <a:cs typeface="Verdana"/>
              </a:rPr>
              <a:t>2012</a:t>
            </a:r>
            <a:r>
              <a:rPr sz="1800" b="1" dirty="0" smtClean="0">
                <a:latin typeface="Verdana"/>
                <a:cs typeface="Verdana"/>
              </a:rPr>
              <a:t>  </a:t>
            </a:r>
            <a:r>
              <a:rPr sz="1800" b="1" spc="-5" dirty="0">
                <a:latin typeface="Verdana"/>
                <a:cs typeface="Verdana"/>
              </a:rPr>
              <a:t>version </a:t>
            </a:r>
            <a:r>
              <a:rPr sz="1800" b="1" dirty="0">
                <a:latin typeface="Verdana"/>
                <a:cs typeface="Verdana"/>
              </a:rPr>
              <a:t>of DNS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include: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 dirty="0">
              <a:latin typeface="Verdana"/>
              <a:cs typeface="Verdana"/>
            </a:endParaRPr>
          </a:p>
          <a:p>
            <a:pPr marL="59309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3725" algn="l"/>
              </a:tabLst>
            </a:pPr>
            <a:r>
              <a:rPr sz="1800" b="1" spc="-5" dirty="0">
                <a:latin typeface="Verdana"/>
                <a:cs typeface="Verdana"/>
              </a:rPr>
              <a:t>Background </a:t>
            </a:r>
            <a:r>
              <a:rPr sz="1800" b="1" dirty="0">
                <a:latin typeface="Verdana"/>
                <a:cs typeface="Verdana"/>
              </a:rPr>
              <a:t>zone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loading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 dirty="0">
              <a:latin typeface="Verdana"/>
              <a:cs typeface="Verdana"/>
            </a:endParaRPr>
          </a:p>
          <a:p>
            <a:pPr marL="59309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3725" algn="l"/>
              </a:tabLst>
            </a:pPr>
            <a:r>
              <a:rPr sz="1800" b="1" dirty="0">
                <a:latin typeface="Verdana"/>
                <a:cs typeface="Verdana"/>
              </a:rPr>
              <a:t>IP </a:t>
            </a:r>
            <a:r>
              <a:rPr sz="1800" b="1" spc="-5" dirty="0">
                <a:latin typeface="Verdana"/>
                <a:cs typeface="Verdana"/>
              </a:rPr>
              <a:t>version </a:t>
            </a:r>
            <a:r>
              <a:rPr sz="1800" b="1" dirty="0">
                <a:latin typeface="Verdana"/>
                <a:cs typeface="Verdana"/>
              </a:rPr>
              <a:t>6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support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 dirty="0">
              <a:latin typeface="Verdana"/>
              <a:cs typeface="Verdana"/>
            </a:endParaRPr>
          </a:p>
          <a:p>
            <a:pPr marL="58991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0550" algn="l"/>
              </a:tabLst>
            </a:pPr>
            <a:r>
              <a:rPr sz="1800" b="1" spc="-5" dirty="0">
                <a:latin typeface="Verdana"/>
                <a:cs typeface="Verdana"/>
              </a:rPr>
              <a:t>Support for </a:t>
            </a:r>
            <a:r>
              <a:rPr sz="1800" b="1" dirty="0">
                <a:latin typeface="Verdana"/>
                <a:cs typeface="Verdana"/>
              </a:rPr>
              <a:t>read-only </a:t>
            </a:r>
            <a:r>
              <a:rPr sz="1800" b="1" spc="-5" dirty="0">
                <a:latin typeface="Verdana"/>
                <a:cs typeface="Verdana"/>
              </a:rPr>
              <a:t>domain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controllers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 dirty="0">
              <a:latin typeface="Verdana"/>
              <a:cs typeface="Verdana"/>
            </a:endParaRPr>
          </a:p>
          <a:p>
            <a:pPr marL="58991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0550" algn="l"/>
              </a:tabLst>
            </a:pPr>
            <a:r>
              <a:rPr sz="1800" b="1" spc="-5" dirty="0">
                <a:latin typeface="Verdana"/>
                <a:cs typeface="Verdana"/>
              </a:rPr>
              <a:t>Global single names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699"/>
              </a:buClr>
              <a:buFont typeface="Verdana"/>
              <a:buChar char="•"/>
            </a:pPr>
            <a:endParaRPr sz="2600" dirty="0">
              <a:latin typeface="Verdana"/>
              <a:cs typeface="Verdana"/>
            </a:endParaRPr>
          </a:p>
          <a:p>
            <a:pPr marL="58674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87375" algn="l"/>
              </a:tabLst>
            </a:pPr>
            <a:r>
              <a:rPr sz="1800" b="1" spc="-5" dirty="0">
                <a:latin typeface="Verdana"/>
                <a:cs typeface="Verdana"/>
              </a:rPr>
              <a:t>Global query block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list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569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DNS </a:t>
            </a:r>
            <a:r>
              <a:rPr spc="-5" dirty="0"/>
              <a:t>Improvements for </a:t>
            </a:r>
            <a:r>
              <a:rPr dirty="0"/>
              <a:t>Windows </a:t>
            </a:r>
            <a:r>
              <a:rPr spc="-5" dirty="0"/>
              <a:t>Server </a:t>
            </a:r>
            <a:r>
              <a:rPr lang="en-US" dirty="0" smtClean="0"/>
              <a:t>2012</a:t>
            </a:r>
            <a:r>
              <a:rPr spc="65" dirty="0" smtClean="0"/>
              <a:t> </a:t>
            </a:r>
            <a:r>
              <a:rPr spc="-5" dirty="0"/>
              <a:t>R2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3983" y="1482852"/>
            <a:ext cx="7863840" cy="4320540"/>
            <a:chOff x="633983" y="1482852"/>
            <a:chExt cx="7863840" cy="4320540"/>
          </a:xfrm>
        </p:grpSpPr>
        <p:sp>
          <p:nvSpPr>
            <p:cNvPr id="4" name="object 4"/>
            <p:cNvSpPr/>
            <p:nvPr/>
          </p:nvSpPr>
          <p:spPr>
            <a:xfrm>
              <a:off x="638555" y="1487424"/>
              <a:ext cx="7854950" cy="4311650"/>
            </a:xfrm>
            <a:custGeom>
              <a:avLst/>
              <a:gdLst/>
              <a:ahLst/>
              <a:cxnLst/>
              <a:rect l="l" t="t" r="r" b="b"/>
              <a:pathLst>
                <a:path w="7854950" h="4311650">
                  <a:moveTo>
                    <a:pt x="7674991" y="0"/>
                  </a:moveTo>
                  <a:lnTo>
                    <a:pt x="179654" y="0"/>
                  </a:lnTo>
                  <a:lnTo>
                    <a:pt x="131897" y="6414"/>
                  </a:lnTo>
                  <a:lnTo>
                    <a:pt x="88982" y="24520"/>
                  </a:lnTo>
                  <a:lnTo>
                    <a:pt x="52622" y="52609"/>
                  </a:lnTo>
                  <a:lnTo>
                    <a:pt x="24529" y="88975"/>
                  </a:lnTo>
                  <a:lnTo>
                    <a:pt x="6417" y="131909"/>
                  </a:lnTo>
                  <a:lnTo>
                    <a:pt x="0" y="179704"/>
                  </a:lnTo>
                  <a:lnTo>
                    <a:pt x="0" y="4131741"/>
                  </a:lnTo>
                  <a:lnTo>
                    <a:pt x="6417" y="4179498"/>
                  </a:lnTo>
                  <a:lnTo>
                    <a:pt x="24529" y="4222413"/>
                  </a:lnTo>
                  <a:lnTo>
                    <a:pt x="52622" y="4258773"/>
                  </a:lnTo>
                  <a:lnTo>
                    <a:pt x="88982" y="4286866"/>
                  </a:lnTo>
                  <a:lnTo>
                    <a:pt x="131897" y="4304978"/>
                  </a:lnTo>
                  <a:lnTo>
                    <a:pt x="179654" y="4311396"/>
                  </a:lnTo>
                  <a:lnTo>
                    <a:pt x="7674991" y="4311396"/>
                  </a:lnTo>
                  <a:lnTo>
                    <a:pt x="7722786" y="4304978"/>
                  </a:lnTo>
                  <a:lnTo>
                    <a:pt x="7765720" y="4286866"/>
                  </a:lnTo>
                  <a:lnTo>
                    <a:pt x="7802086" y="4258773"/>
                  </a:lnTo>
                  <a:lnTo>
                    <a:pt x="7830175" y="4222413"/>
                  </a:lnTo>
                  <a:lnTo>
                    <a:pt x="7848281" y="4179498"/>
                  </a:lnTo>
                  <a:lnTo>
                    <a:pt x="7854696" y="4131741"/>
                  </a:lnTo>
                  <a:lnTo>
                    <a:pt x="7854696" y="179704"/>
                  </a:lnTo>
                  <a:lnTo>
                    <a:pt x="7848281" y="131909"/>
                  </a:lnTo>
                  <a:lnTo>
                    <a:pt x="7830175" y="88975"/>
                  </a:lnTo>
                  <a:lnTo>
                    <a:pt x="7802086" y="52609"/>
                  </a:lnTo>
                  <a:lnTo>
                    <a:pt x="7765720" y="24520"/>
                  </a:lnTo>
                  <a:lnTo>
                    <a:pt x="7722786" y="6414"/>
                  </a:lnTo>
                  <a:lnTo>
                    <a:pt x="7674991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8555" y="1487424"/>
              <a:ext cx="7854950" cy="4311650"/>
            </a:xfrm>
            <a:custGeom>
              <a:avLst/>
              <a:gdLst/>
              <a:ahLst/>
              <a:cxnLst/>
              <a:rect l="l" t="t" r="r" b="b"/>
              <a:pathLst>
                <a:path w="7854950" h="4311650">
                  <a:moveTo>
                    <a:pt x="0" y="179704"/>
                  </a:moveTo>
                  <a:lnTo>
                    <a:pt x="6417" y="131909"/>
                  </a:lnTo>
                  <a:lnTo>
                    <a:pt x="24529" y="88975"/>
                  </a:lnTo>
                  <a:lnTo>
                    <a:pt x="52622" y="52609"/>
                  </a:lnTo>
                  <a:lnTo>
                    <a:pt x="88982" y="24520"/>
                  </a:lnTo>
                  <a:lnTo>
                    <a:pt x="131897" y="6414"/>
                  </a:lnTo>
                  <a:lnTo>
                    <a:pt x="179654" y="0"/>
                  </a:lnTo>
                  <a:lnTo>
                    <a:pt x="7674991" y="0"/>
                  </a:lnTo>
                  <a:lnTo>
                    <a:pt x="7722786" y="6414"/>
                  </a:lnTo>
                  <a:lnTo>
                    <a:pt x="7765720" y="24520"/>
                  </a:lnTo>
                  <a:lnTo>
                    <a:pt x="7802086" y="52609"/>
                  </a:lnTo>
                  <a:lnTo>
                    <a:pt x="7830175" y="88975"/>
                  </a:lnTo>
                  <a:lnTo>
                    <a:pt x="7848281" y="131909"/>
                  </a:lnTo>
                  <a:lnTo>
                    <a:pt x="7854696" y="179704"/>
                  </a:lnTo>
                  <a:lnTo>
                    <a:pt x="7854696" y="4131741"/>
                  </a:lnTo>
                  <a:lnTo>
                    <a:pt x="7848281" y="4179498"/>
                  </a:lnTo>
                  <a:lnTo>
                    <a:pt x="7830175" y="4222413"/>
                  </a:lnTo>
                  <a:lnTo>
                    <a:pt x="7802086" y="4258773"/>
                  </a:lnTo>
                  <a:lnTo>
                    <a:pt x="7765720" y="4286866"/>
                  </a:lnTo>
                  <a:lnTo>
                    <a:pt x="7722786" y="4304978"/>
                  </a:lnTo>
                  <a:lnTo>
                    <a:pt x="7674991" y="4311396"/>
                  </a:lnTo>
                  <a:lnTo>
                    <a:pt x="179654" y="4311396"/>
                  </a:lnTo>
                  <a:lnTo>
                    <a:pt x="131897" y="4304978"/>
                  </a:lnTo>
                  <a:lnTo>
                    <a:pt x="88982" y="4286866"/>
                  </a:lnTo>
                  <a:lnTo>
                    <a:pt x="52622" y="4258773"/>
                  </a:lnTo>
                  <a:lnTo>
                    <a:pt x="24529" y="4222413"/>
                  </a:lnTo>
                  <a:lnTo>
                    <a:pt x="6417" y="4179498"/>
                  </a:lnTo>
                  <a:lnTo>
                    <a:pt x="0" y="4131741"/>
                  </a:lnTo>
                  <a:lnTo>
                    <a:pt x="0" y="17970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3271" y="2325624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4">
                  <a:moveTo>
                    <a:pt x="7045706" y="0"/>
                  </a:moveTo>
                  <a:lnTo>
                    <a:pt x="19494" y="0"/>
                  </a:lnTo>
                  <a:lnTo>
                    <a:pt x="11905" y="1535"/>
                  </a:lnTo>
                  <a:lnTo>
                    <a:pt x="5708" y="5714"/>
                  </a:lnTo>
                  <a:lnTo>
                    <a:pt x="1531" y="11894"/>
                  </a:lnTo>
                  <a:lnTo>
                    <a:pt x="0" y="19430"/>
                  </a:lnTo>
                  <a:lnTo>
                    <a:pt x="0" y="448310"/>
                  </a:lnTo>
                  <a:lnTo>
                    <a:pt x="1531" y="455920"/>
                  </a:lnTo>
                  <a:lnTo>
                    <a:pt x="5708" y="462137"/>
                  </a:lnTo>
                  <a:lnTo>
                    <a:pt x="11905" y="466330"/>
                  </a:lnTo>
                  <a:lnTo>
                    <a:pt x="19494" y="467867"/>
                  </a:lnTo>
                  <a:lnTo>
                    <a:pt x="7045706" y="467867"/>
                  </a:lnTo>
                  <a:lnTo>
                    <a:pt x="7053316" y="466330"/>
                  </a:lnTo>
                  <a:lnTo>
                    <a:pt x="7059533" y="462137"/>
                  </a:lnTo>
                  <a:lnTo>
                    <a:pt x="7063726" y="455920"/>
                  </a:lnTo>
                  <a:lnTo>
                    <a:pt x="7065263" y="448310"/>
                  </a:lnTo>
                  <a:lnTo>
                    <a:pt x="7065263" y="19430"/>
                  </a:lnTo>
                  <a:lnTo>
                    <a:pt x="7063726" y="11894"/>
                  </a:lnTo>
                  <a:lnTo>
                    <a:pt x="7059533" y="5715"/>
                  </a:lnTo>
                  <a:lnTo>
                    <a:pt x="7053316" y="1535"/>
                  </a:lnTo>
                  <a:lnTo>
                    <a:pt x="704570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3271" y="2325624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4">
                  <a:moveTo>
                    <a:pt x="0" y="19430"/>
                  </a:moveTo>
                  <a:lnTo>
                    <a:pt x="1531" y="11894"/>
                  </a:lnTo>
                  <a:lnTo>
                    <a:pt x="5708" y="5714"/>
                  </a:lnTo>
                  <a:lnTo>
                    <a:pt x="11905" y="1535"/>
                  </a:lnTo>
                  <a:lnTo>
                    <a:pt x="19494" y="0"/>
                  </a:lnTo>
                  <a:lnTo>
                    <a:pt x="7045706" y="0"/>
                  </a:lnTo>
                  <a:lnTo>
                    <a:pt x="7053316" y="1535"/>
                  </a:lnTo>
                  <a:lnTo>
                    <a:pt x="7059533" y="5715"/>
                  </a:lnTo>
                  <a:lnTo>
                    <a:pt x="7063726" y="11894"/>
                  </a:lnTo>
                  <a:lnTo>
                    <a:pt x="7065263" y="19430"/>
                  </a:lnTo>
                  <a:lnTo>
                    <a:pt x="7065263" y="448310"/>
                  </a:lnTo>
                  <a:lnTo>
                    <a:pt x="7063726" y="455920"/>
                  </a:lnTo>
                  <a:lnTo>
                    <a:pt x="7059533" y="462137"/>
                  </a:lnTo>
                  <a:lnTo>
                    <a:pt x="7053316" y="466330"/>
                  </a:lnTo>
                  <a:lnTo>
                    <a:pt x="7045706" y="467867"/>
                  </a:lnTo>
                  <a:lnTo>
                    <a:pt x="19494" y="467867"/>
                  </a:lnTo>
                  <a:lnTo>
                    <a:pt x="11905" y="466330"/>
                  </a:lnTo>
                  <a:lnTo>
                    <a:pt x="5708" y="462137"/>
                  </a:lnTo>
                  <a:lnTo>
                    <a:pt x="1531" y="455920"/>
                  </a:lnTo>
                  <a:lnTo>
                    <a:pt x="0" y="448310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3271" y="2923032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5833" y="466343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3271" y="2923032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0223" y="3520440"/>
              <a:ext cx="7063740" cy="466725"/>
            </a:xfrm>
            <a:custGeom>
              <a:avLst/>
              <a:gdLst/>
              <a:ahLst/>
              <a:cxnLst/>
              <a:rect l="l" t="t" r="r" b="b"/>
              <a:pathLst>
                <a:path w="7063740" h="466725">
                  <a:moveTo>
                    <a:pt x="7044308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5"/>
                  </a:lnTo>
                  <a:lnTo>
                    <a:pt x="1526" y="11894"/>
                  </a:lnTo>
                  <a:lnTo>
                    <a:pt x="0" y="19431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4308" y="466344"/>
                  </a:lnTo>
                  <a:lnTo>
                    <a:pt x="7051845" y="464808"/>
                  </a:lnTo>
                  <a:lnTo>
                    <a:pt x="7058025" y="460628"/>
                  </a:lnTo>
                  <a:lnTo>
                    <a:pt x="7062204" y="454449"/>
                  </a:lnTo>
                  <a:lnTo>
                    <a:pt x="7063740" y="446913"/>
                  </a:lnTo>
                  <a:lnTo>
                    <a:pt x="7063740" y="19431"/>
                  </a:lnTo>
                  <a:lnTo>
                    <a:pt x="7062204" y="11894"/>
                  </a:lnTo>
                  <a:lnTo>
                    <a:pt x="7058025" y="5715"/>
                  </a:lnTo>
                  <a:lnTo>
                    <a:pt x="7051845" y="1535"/>
                  </a:lnTo>
                  <a:lnTo>
                    <a:pt x="704430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0223" y="3520440"/>
              <a:ext cx="7063740" cy="466725"/>
            </a:xfrm>
            <a:custGeom>
              <a:avLst/>
              <a:gdLst/>
              <a:ahLst/>
              <a:cxnLst/>
              <a:rect l="l" t="t" r="r" b="b"/>
              <a:pathLst>
                <a:path w="7063740" h="466725">
                  <a:moveTo>
                    <a:pt x="0" y="19431"/>
                  </a:moveTo>
                  <a:lnTo>
                    <a:pt x="1526" y="11894"/>
                  </a:lnTo>
                  <a:lnTo>
                    <a:pt x="5691" y="5715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4308" y="0"/>
                  </a:lnTo>
                  <a:lnTo>
                    <a:pt x="7051845" y="1535"/>
                  </a:lnTo>
                  <a:lnTo>
                    <a:pt x="7058025" y="5715"/>
                  </a:lnTo>
                  <a:lnTo>
                    <a:pt x="7062204" y="11894"/>
                  </a:lnTo>
                  <a:lnTo>
                    <a:pt x="7063740" y="19431"/>
                  </a:lnTo>
                  <a:lnTo>
                    <a:pt x="7063740" y="446913"/>
                  </a:lnTo>
                  <a:lnTo>
                    <a:pt x="7062204" y="454449"/>
                  </a:lnTo>
                  <a:lnTo>
                    <a:pt x="7058025" y="460628"/>
                  </a:lnTo>
                  <a:lnTo>
                    <a:pt x="7051845" y="464808"/>
                  </a:lnTo>
                  <a:lnTo>
                    <a:pt x="7044308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0223" y="4116324"/>
              <a:ext cx="7063740" cy="467995"/>
            </a:xfrm>
            <a:custGeom>
              <a:avLst/>
              <a:gdLst/>
              <a:ahLst/>
              <a:cxnLst/>
              <a:rect l="l" t="t" r="r" b="b"/>
              <a:pathLst>
                <a:path w="7063740" h="467995">
                  <a:moveTo>
                    <a:pt x="7044182" y="0"/>
                  </a:moveTo>
                  <a:lnTo>
                    <a:pt x="19494" y="0"/>
                  </a:lnTo>
                  <a:lnTo>
                    <a:pt x="11905" y="1537"/>
                  </a:lnTo>
                  <a:lnTo>
                    <a:pt x="5708" y="5730"/>
                  </a:lnTo>
                  <a:lnTo>
                    <a:pt x="1531" y="11947"/>
                  </a:lnTo>
                  <a:lnTo>
                    <a:pt x="0" y="19557"/>
                  </a:lnTo>
                  <a:lnTo>
                    <a:pt x="0" y="448309"/>
                  </a:lnTo>
                  <a:lnTo>
                    <a:pt x="1531" y="455920"/>
                  </a:lnTo>
                  <a:lnTo>
                    <a:pt x="5708" y="462137"/>
                  </a:lnTo>
                  <a:lnTo>
                    <a:pt x="11905" y="466330"/>
                  </a:lnTo>
                  <a:lnTo>
                    <a:pt x="19494" y="467868"/>
                  </a:lnTo>
                  <a:lnTo>
                    <a:pt x="7044182" y="467868"/>
                  </a:lnTo>
                  <a:lnTo>
                    <a:pt x="7051792" y="466330"/>
                  </a:lnTo>
                  <a:lnTo>
                    <a:pt x="7058009" y="462137"/>
                  </a:lnTo>
                  <a:lnTo>
                    <a:pt x="7062202" y="455920"/>
                  </a:lnTo>
                  <a:lnTo>
                    <a:pt x="7063740" y="448309"/>
                  </a:lnTo>
                  <a:lnTo>
                    <a:pt x="7063740" y="19557"/>
                  </a:lnTo>
                  <a:lnTo>
                    <a:pt x="7062202" y="11947"/>
                  </a:lnTo>
                  <a:lnTo>
                    <a:pt x="7058009" y="5730"/>
                  </a:lnTo>
                  <a:lnTo>
                    <a:pt x="7051792" y="1537"/>
                  </a:lnTo>
                  <a:lnTo>
                    <a:pt x="704418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0223" y="4116324"/>
              <a:ext cx="7063740" cy="467995"/>
            </a:xfrm>
            <a:custGeom>
              <a:avLst/>
              <a:gdLst/>
              <a:ahLst/>
              <a:cxnLst/>
              <a:rect l="l" t="t" r="r" b="b"/>
              <a:pathLst>
                <a:path w="7063740" h="467995">
                  <a:moveTo>
                    <a:pt x="0" y="19557"/>
                  </a:moveTo>
                  <a:lnTo>
                    <a:pt x="1531" y="11947"/>
                  </a:lnTo>
                  <a:lnTo>
                    <a:pt x="5708" y="5730"/>
                  </a:lnTo>
                  <a:lnTo>
                    <a:pt x="11905" y="1537"/>
                  </a:lnTo>
                  <a:lnTo>
                    <a:pt x="19494" y="0"/>
                  </a:lnTo>
                  <a:lnTo>
                    <a:pt x="7044182" y="0"/>
                  </a:lnTo>
                  <a:lnTo>
                    <a:pt x="7051792" y="1537"/>
                  </a:lnTo>
                  <a:lnTo>
                    <a:pt x="7058009" y="5730"/>
                  </a:lnTo>
                  <a:lnTo>
                    <a:pt x="7062202" y="11947"/>
                  </a:lnTo>
                  <a:lnTo>
                    <a:pt x="7063740" y="19557"/>
                  </a:lnTo>
                  <a:lnTo>
                    <a:pt x="7063740" y="448309"/>
                  </a:lnTo>
                  <a:lnTo>
                    <a:pt x="7062202" y="455920"/>
                  </a:lnTo>
                  <a:lnTo>
                    <a:pt x="7058009" y="462137"/>
                  </a:lnTo>
                  <a:lnTo>
                    <a:pt x="7051792" y="466330"/>
                  </a:lnTo>
                  <a:lnTo>
                    <a:pt x="7044182" y="467868"/>
                  </a:lnTo>
                  <a:lnTo>
                    <a:pt x="19494" y="467868"/>
                  </a:lnTo>
                  <a:lnTo>
                    <a:pt x="11905" y="466330"/>
                  </a:lnTo>
                  <a:lnTo>
                    <a:pt x="5708" y="462137"/>
                  </a:lnTo>
                  <a:lnTo>
                    <a:pt x="1531" y="455920"/>
                  </a:lnTo>
                  <a:lnTo>
                    <a:pt x="0" y="448309"/>
                  </a:lnTo>
                  <a:lnTo>
                    <a:pt x="0" y="19557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3271" y="4744211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5"/>
                  </a:lnTo>
                  <a:lnTo>
                    <a:pt x="1526" y="11894"/>
                  </a:lnTo>
                  <a:lnTo>
                    <a:pt x="0" y="19431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1"/>
                  </a:lnTo>
                  <a:lnTo>
                    <a:pt x="7063728" y="11894"/>
                  </a:lnTo>
                  <a:lnTo>
                    <a:pt x="7059549" y="5714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33271" y="4744211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1"/>
                  </a:moveTo>
                  <a:lnTo>
                    <a:pt x="1526" y="11894"/>
                  </a:lnTo>
                  <a:lnTo>
                    <a:pt x="5691" y="5715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4"/>
                  </a:lnTo>
                  <a:lnTo>
                    <a:pt x="7063728" y="11894"/>
                  </a:lnTo>
                  <a:lnTo>
                    <a:pt x="7065263" y="19431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9721" y="1572514"/>
            <a:ext cx="7553959" cy="354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New or </a:t>
            </a:r>
            <a:r>
              <a:rPr sz="1800" b="1" spc="-5" dirty="0">
                <a:latin typeface="Verdana"/>
                <a:cs typeface="Verdana"/>
              </a:rPr>
              <a:t>enhanced features </a:t>
            </a:r>
            <a:r>
              <a:rPr sz="1800" b="1" dirty="0">
                <a:latin typeface="Verdana"/>
                <a:cs typeface="Verdana"/>
              </a:rPr>
              <a:t>in </a:t>
            </a:r>
            <a:r>
              <a:rPr sz="1800" b="1" spc="-5" dirty="0">
                <a:latin typeface="Verdana"/>
                <a:cs typeface="Verdana"/>
              </a:rPr>
              <a:t>the Windows Server </a:t>
            </a:r>
            <a:r>
              <a:rPr lang="en-US" sz="1800" b="1" dirty="0" smtClean="0">
                <a:latin typeface="Verdana"/>
                <a:cs typeface="Verdana"/>
              </a:rPr>
              <a:t>2012</a:t>
            </a:r>
            <a:r>
              <a:rPr sz="1800" b="1" dirty="0" smtClean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R2  version </a:t>
            </a:r>
            <a:r>
              <a:rPr sz="1800" b="1" dirty="0">
                <a:latin typeface="Verdana"/>
                <a:cs typeface="Verdana"/>
              </a:rPr>
              <a:t>of DNS include: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Verdana"/>
              <a:cs typeface="Verdana"/>
            </a:endParaRPr>
          </a:p>
          <a:p>
            <a:pPr marL="589280" indent="-229235"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589915" algn="l"/>
              </a:tabLst>
            </a:pPr>
            <a:r>
              <a:rPr sz="1800" b="1" dirty="0">
                <a:latin typeface="Verdana"/>
                <a:cs typeface="Verdana"/>
              </a:rPr>
              <a:t>DNS </a:t>
            </a:r>
            <a:r>
              <a:rPr sz="1800" b="1" spc="-5" dirty="0">
                <a:latin typeface="Verdana"/>
                <a:cs typeface="Verdana"/>
              </a:rPr>
              <a:t>Security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Extensions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050" dirty="0">
              <a:latin typeface="Verdana"/>
              <a:cs typeface="Verdana"/>
            </a:endParaRPr>
          </a:p>
          <a:p>
            <a:pPr marL="58928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89915" algn="l"/>
              </a:tabLst>
            </a:pPr>
            <a:r>
              <a:rPr sz="1800" b="1" dirty="0">
                <a:latin typeface="Verdana"/>
                <a:cs typeface="Verdana"/>
              </a:rPr>
              <a:t>DNS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Devolution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 dirty="0">
              <a:latin typeface="Verdana"/>
              <a:cs typeface="Verdana"/>
            </a:endParaRPr>
          </a:p>
          <a:p>
            <a:pPr marL="586105" indent="-229235"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586740" algn="l"/>
              </a:tabLst>
            </a:pPr>
            <a:r>
              <a:rPr sz="1800" b="1" dirty="0">
                <a:latin typeface="Verdana"/>
                <a:cs typeface="Verdana"/>
              </a:rPr>
              <a:t>DNS Cache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Locking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050" dirty="0">
              <a:latin typeface="Verdana"/>
              <a:cs typeface="Verdana"/>
            </a:endParaRPr>
          </a:p>
          <a:p>
            <a:pPr marL="58610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86740" algn="l"/>
              </a:tabLst>
            </a:pPr>
            <a:r>
              <a:rPr sz="1800" b="1" spc="-5" dirty="0">
                <a:latin typeface="Verdana"/>
                <a:cs typeface="Verdana"/>
              </a:rPr>
              <a:t>DNS Socket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Pool</a:t>
            </a:r>
            <a:endParaRPr sz="1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250" dirty="0">
              <a:latin typeface="Verdana"/>
              <a:cs typeface="Verdana"/>
            </a:endParaRPr>
          </a:p>
          <a:p>
            <a:pPr marL="58928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89915" algn="l"/>
              </a:tabLst>
            </a:pPr>
            <a:r>
              <a:rPr sz="1800" b="1" dirty="0">
                <a:latin typeface="Verdana"/>
                <a:cs typeface="Verdana"/>
              </a:rPr>
              <a:t>Name </a:t>
            </a:r>
            <a:r>
              <a:rPr sz="1800" b="1" spc="-5" dirty="0">
                <a:latin typeface="Verdana"/>
                <a:cs typeface="Verdana"/>
              </a:rPr>
              <a:t>Resolution Policy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Table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7254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Considerations for Deploying the </a:t>
            </a:r>
            <a:r>
              <a:rPr dirty="0"/>
              <a:t>DNS </a:t>
            </a:r>
            <a:r>
              <a:rPr spc="-5" dirty="0"/>
              <a:t>Server</a:t>
            </a:r>
            <a:r>
              <a:rPr spc="145" dirty="0"/>
              <a:t> </a:t>
            </a:r>
            <a:r>
              <a:rPr spc="-10" dirty="0"/>
              <a:t>Role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7177" y="2910649"/>
            <a:ext cx="3067050" cy="1553210"/>
            <a:chOff x="277177" y="2910649"/>
            <a:chExt cx="3067050" cy="1553210"/>
          </a:xfrm>
        </p:grpSpPr>
        <p:sp>
          <p:nvSpPr>
            <p:cNvPr id="4" name="object 4"/>
            <p:cNvSpPr/>
            <p:nvPr/>
          </p:nvSpPr>
          <p:spPr>
            <a:xfrm>
              <a:off x="301752" y="2935223"/>
              <a:ext cx="3041904" cy="15285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940" y="2915411"/>
              <a:ext cx="3029712" cy="15163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" y="2915411"/>
              <a:ext cx="3030220" cy="1516380"/>
            </a:xfrm>
            <a:custGeom>
              <a:avLst/>
              <a:gdLst/>
              <a:ahLst/>
              <a:cxnLst/>
              <a:rect l="l" t="t" r="r" b="b"/>
              <a:pathLst>
                <a:path w="3030220" h="1516379">
                  <a:moveTo>
                    <a:pt x="0" y="758189"/>
                  </a:moveTo>
                  <a:lnTo>
                    <a:pt x="5021" y="696009"/>
                  </a:lnTo>
                  <a:lnTo>
                    <a:pt x="19826" y="635211"/>
                  </a:lnTo>
                  <a:lnTo>
                    <a:pt x="44025" y="575993"/>
                  </a:lnTo>
                  <a:lnTo>
                    <a:pt x="77227" y="518550"/>
                  </a:lnTo>
                  <a:lnTo>
                    <a:pt x="119044" y="463075"/>
                  </a:lnTo>
                  <a:lnTo>
                    <a:pt x="169084" y="409765"/>
                  </a:lnTo>
                  <a:lnTo>
                    <a:pt x="226958" y="358815"/>
                  </a:lnTo>
                  <a:lnTo>
                    <a:pt x="258712" y="334286"/>
                  </a:lnTo>
                  <a:lnTo>
                    <a:pt x="292277" y="310420"/>
                  </a:lnTo>
                  <a:lnTo>
                    <a:pt x="327606" y="287241"/>
                  </a:lnTo>
                  <a:lnTo>
                    <a:pt x="364650" y="264775"/>
                  </a:lnTo>
                  <a:lnTo>
                    <a:pt x="403361" y="243045"/>
                  </a:lnTo>
                  <a:lnTo>
                    <a:pt x="443688" y="222075"/>
                  </a:lnTo>
                  <a:lnTo>
                    <a:pt x="485585" y="201890"/>
                  </a:lnTo>
                  <a:lnTo>
                    <a:pt x="529001" y="182515"/>
                  </a:lnTo>
                  <a:lnTo>
                    <a:pt x="573889" y="163974"/>
                  </a:lnTo>
                  <a:lnTo>
                    <a:pt x="620199" y="146291"/>
                  </a:lnTo>
                  <a:lnTo>
                    <a:pt x="667882" y="129491"/>
                  </a:lnTo>
                  <a:lnTo>
                    <a:pt x="716891" y="113598"/>
                  </a:lnTo>
                  <a:lnTo>
                    <a:pt x="767177" y="98636"/>
                  </a:lnTo>
                  <a:lnTo>
                    <a:pt x="818689" y="84631"/>
                  </a:lnTo>
                  <a:lnTo>
                    <a:pt x="871381" y="71605"/>
                  </a:lnTo>
                  <a:lnTo>
                    <a:pt x="925203" y="59584"/>
                  </a:lnTo>
                  <a:lnTo>
                    <a:pt x="980106" y="48593"/>
                  </a:lnTo>
                  <a:lnTo>
                    <a:pt x="1036042" y="38654"/>
                  </a:lnTo>
                  <a:lnTo>
                    <a:pt x="1092961" y="29794"/>
                  </a:lnTo>
                  <a:lnTo>
                    <a:pt x="1150816" y="22036"/>
                  </a:lnTo>
                  <a:lnTo>
                    <a:pt x="1209557" y="15404"/>
                  </a:lnTo>
                  <a:lnTo>
                    <a:pt x="1269137" y="9923"/>
                  </a:lnTo>
                  <a:lnTo>
                    <a:pt x="1329505" y="5618"/>
                  </a:lnTo>
                  <a:lnTo>
                    <a:pt x="1390613" y="2513"/>
                  </a:lnTo>
                  <a:lnTo>
                    <a:pt x="1452413" y="632"/>
                  </a:lnTo>
                  <a:lnTo>
                    <a:pt x="1514855" y="0"/>
                  </a:lnTo>
                  <a:lnTo>
                    <a:pt x="1577301" y="632"/>
                  </a:lnTo>
                  <a:lnTo>
                    <a:pt x="1639103" y="2513"/>
                  </a:lnTo>
                  <a:lnTo>
                    <a:pt x="1700214" y="5618"/>
                  </a:lnTo>
                  <a:lnTo>
                    <a:pt x="1760584" y="9923"/>
                  </a:lnTo>
                  <a:lnTo>
                    <a:pt x="1820164" y="15404"/>
                  </a:lnTo>
                  <a:lnTo>
                    <a:pt x="1878907" y="22036"/>
                  </a:lnTo>
                  <a:lnTo>
                    <a:pt x="1936763" y="29794"/>
                  </a:lnTo>
                  <a:lnTo>
                    <a:pt x="1993684" y="38654"/>
                  </a:lnTo>
                  <a:lnTo>
                    <a:pt x="2049621" y="48593"/>
                  </a:lnTo>
                  <a:lnTo>
                    <a:pt x="2104524" y="59584"/>
                  </a:lnTo>
                  <a:lnTo>
                    <a:pt x="2158347" y="71605"/>
                  </a:lnTo>
                  <a:lnTo>
                    <a:pt x="2211039" y="84631"/>
                  </a:lnTo>
                  <a:lnTo>
                    <a:pt x="2262551" y="98636"/>
                  </a:lnTo>
                  <a:lnTo>
                    <a:pt x="2312837" y="113598"/>
                  </a:lnTo>
                  <a:lnTo>
                    <a:pt x="2361845" y="129491"/>
                  </a:lnTo>
                  <a:lnTo>
                    <a:pt x="2409529" y="146291"/>
                  </a:lnTo>
                  <a:lnTo>
                    <a:pt x="2455839" y="163974"/>
                  </a:lnTo>
                  <a:lnTo>
                    <a:pt x="2500726" y="182515"/>
                  </a:lnTo>
                  <a:lnTo>
                    <a:pt x="2544141" y="201890"/>
                  </a:lnTo>
                  <a:lnTo>
                    <a:pt x="2586037" y="222075"/>
                  </a:lnTo>
                  <a:lnTo>
                    <a:pt x="2626364" y="243045"/>
                  </a:lnTo>
                  <a:lnTo>
                    <a:pt x="2665073" y="264775"/>
                  </a:lnTo>
                  <a:lnTo>
                    <a:pt x="2702117" y="287241"/>
                  </a:lnTo>
                  <a:lnTo>
                    <a:pt x="2737445" y="310420"/>
                  </a:lnTo>
                  <a:lnTo>
                    <a:pt x="2771010" y="334286"/>
                  </a:lnTo>
                  <a:lnTo>
                    <a:pt x="2802762" y="358815"/>
                  </a:lnTo>
                  <a:lnTo>
                    <a:pt x="2832653" y="383983"/>
                  </a:lnTo>
                  <a:lnTo>
                    <a:pt x="2886657" y="436138"/>
                  </a:lnTo>
                  <a:lnTo>
                    <a:pt x="2932632" y="490554"/>
                  </a:lnTo>
                  <a:lnTo>
                    <a:pt x="2970189" y="547038"/>
                  </a:lnTo>
                  <a:lnTo>
                    <a:pt x="2998937" y="605393"/>
                  </a:lnTo>
                  <a:lnTo>
                    <a:pt x="3018486" y="665425"/>
                  </a:lnTo>
                  <a:lnTo>
                    <a:pt x="3028448" y="726938"/>
                  </a:lnTo>
                  <a:lnTo>
                    <a:pt x="3029712" y="758189"/>
                  </a:lnTo>
                  <a:lnTo>
                    <a:pt x="3028448" y="789441"/>
                  </a:lnTo>
                  <a:lnTo>
                    <a:pt x="3018486" y="850954"/>
                  </a:lnTo>
                  <a:lnTo>
                    <a:pt x="2998937" y="910986"/>
                  </a:lnTo>
                  <a:lnTo>
                    <a:pt x="2970189" y="969341"/>
                  </a:lnTo>
                  <a:lnTo>
                    <a:pt x="2932632" y="1025825"/>
                  </a:lnTo>
                  <a:lnTo>
                    <a:pt x="2886657" y="1080241"/>
                  </a:lnTo>
                  <a:lnTo>
                    <a:pt x="2832653" y="1132396"/>
                  </a:lnTo>
                  <a:lnTo>
                    <a:pt x="2802762" y="1157564"/>
                  </a:lnTo>
                  <a:lnTo>
                    <a:pt x="2771010" y="1182093"/>
                  </a:lnTo>
                  <a:lnTo>
                    <a:pt x="2737445" y="1205959"/>
                  </a:lnTo>
                  <a:lnTo>
                    <a:pt x="2702117" y="1229138"/>
                  </a:lnTo>
                  <a:lnTo>
                    <a:pt x="2665073" y="1251604"/>
                  </a:lnTo>
                  <a:lnTo>
                    <a:pt x="2626364" y="1273334"/>
                  </a:lnTo>
                  <a:lnTo>
                    <a:pt x="2586037" y="1294304"/>
                  </a:lnTo>
                  <a:lnTo>
                    <a:pt x="2544141" y="1314489"/>
                  </a:lnTo>
                  <a:lnTo>
                    <a:pt x="2500726" y="1333864"/>
                  </a:lnTo>
                  <a:lnTo>
                    <a:pt x="2455839" y="1352405"/>
                  </a:lnTo>
                  <a:lnTo>
                    <a:pt x="2409529" y="1370088"/>
                  </a:lnTo>
                  <a:lnTo>
                    <a:pt x="2361845" y="1386888"/>
                  </a:lnTo>
                  <a:lnTo>
                    <a:pt x="2312837" y="1402781"/>
                  </a:lnTo>
                  <a:lnTo>
                    <a:pt x="2262551" y="1417743"/>
                  </a:lnTo>
                  <a:lnTo>
                    <a:pt x="2211039" y="1431748"/>
                  </a:lnTo>
                  <a:lnTo>
                    <a:pt x="2158347" y="1444774"/>
                  </a:lnTo>
                  <a:lnTo>
                    <a:pt x="2104524" y="1456795"/>
                  </a:lnTo>
                  <a:lnTo>
                    <a:pt x="2049621" y="1467786"/>
                  </a:lnTo>
                  <a:lnTo>
                    <a:pt x="1993684" y="1477725"/>
                  </a:lnTo>
                  <a:lnTo>
                    <a:pt x="1936763" y="1486585"/>
                  </a:lnTo>
                  <a:lnTo>
                    <a:pt x="1878907" y="1494343"/>
                  </a:lnTo>
                  <a:lnTo>
                    <a:pt x="1820164" y="1500975"/>
                  </a:lnTo>
                  <a:lnTo>
                    <a:pt x="1760584" y="1506456"/>
                  </a:lnTo>
                  <a:lnTo>
                    <a:pt x="1700214" y="1510761"/>
                  </a:lnTo>
                  <a:lnTo>
                    <a:pt x="1639103" y="1513866"/>
                  </a:lnTo>
                  <a:lnTo>
                    <a:pt x="1577301" y="1515747"/>
                  </a:lnTo>
                  <a:lnTo>
                    <a:pt x="1514855" y="1516380"/>
                  </a:lnTo>
                  <a:lnTo>
                    <a:pt x="1452413" y="1515747"/>
                  </a:lnTo>
                  <a:lnTo>
                    <a:pt x="1390613" y="1513866"/>
                  </a:lnTo>
                  <a:lnTo>
                    <a:pt x="1329505" y="1510761"/>
                  </a:lnTo>
                  <a:lnTo>
                    <a:pt x="1269137" y="1506456"/>
                  </a:lnTo>
                  <a:lnTo>
                    <a:pt x="1209557" y="1500975"/>
                  </a:lnTo>
                  <a:lnTo>
                    <a:pt x="1150816" y="1494343"/>
                  </a:lnTo>
                  <a:lnTo>
                    <a:pt x="1092961" y="1486585"/>
                  </a:lnTo>
                  <a:lnTo>
                    <a:pt x="1036042" y="1477725"/>
                  </a:lnTo>
                  <a:lnTo>
                    <a:pt x="980106" y="1467786"/>
                  </a:lnTo>
                  <a:lnTo>
                    <a:pt x="925203" y="1456795"/>
                  </a:lnTo>
                  <a:lnTo>
                    <a:pt x="871381" y="1444774"/>
                  </a:lnTo>
                  <a:lnTo>
                    <a:pt x="818689" y="1431748"/>
                  </a:lnTo>
                  <a:lnTo>
                    <a:pt x="767177" y="1417743"/>
                  </a:lnTo>
                  <a:lnTo>
                    <a:pt x="716891" y="1402781"/>
                  </a:lnTo>
                  <a:lnTo>
                    <a:pt x="667882" y="1386888"/>
                  </a:lnTo>
                  <a:lnTo>
                    <a:pt x="620199" y="1370088"/>
                  </a:lnTo>
                  <a:lnTo>
                    <a:pt x="573889" y="1352405"/>
                  </a:lnTo>
                  <a:lnTo>
                    <a:pt x="529001" y="1333864"/>
                  </a:lnTo>
                  <a:lnTo>
                    <a:pt x="485585" y="1314489"/>
                  </a:lnTo>
                  <a:lnTo>
                    <a:pt x="443688" y="1294304"/>
                  </a:lnTo>
                  <a:lnTo>
                    <a:pt x="403361" y="1273334"/>
                  </a:lnTo>
                  <a:lnTo>
                    <a:pt x="364650" y="1251604"/>
                  </a:lnTo>
                  <a:lnTo>
                    <a:pt x="327606" y="1229138"/>
                  </a:lnTo>
                  <a:lnTo>
                    <a:pt x="292277" y="1205959"/>
                  </a:lnTo>
                  <a:lnTo>
                    <a:pt x="258712" y="1182093"/>
                  </a:lnTo>
                  <a:lnTo>
                    <a:pt x="226958" y="1157564"/>
                  </a:lnTo>
                  <a:lnTo>
                    <a:pt x="197066" y="1132396"/>
                  </a:lnTo>
                  <a:lnTo>
                    <a:pt x="143060" y="1080241"/>
                  </a:lnTo>
                  <a:lnTo>
                    <a:pt x="97083" y="1025825"/>
                  </a:lnTo>
                  <a:lnTo>
                    <a:pt x="59525" y="969341"/>
                  </a:lnTo>
                  <a:lnTo>
                    <a:pt x="30776" y="910986"/>
                  </a:lnTo>
                  <a:lnTo>
                    <a:pt x="11225" y="850954"/>
                  </a:lnTo>
                  <a:lnTo>
                    <a:pt x="1263" y="789441"/>
                  </a:lnTo>
                  <a:lnTo>
                    <a:pt x="0" y="758189"/>
                  </a:lnTo>
                  <a:close/>
                </a:path>
              </a:pathLst>
            </a:custGeom>
            <a:ln w="914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39468" y="4063109"/>
            <a:ext cx="1197509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Liberation Sans Narrow"/>
                <a:cs typeface="Liberation Sans Narrow"/>
              </a:rPr>
              <a:t>Subnet</a:t>
            </a:r>
            <a:r>
              <a:rPr sz="1600" b="1" spc="-75" dirty="0">
                <a:latin typeface="Liberation Sans Narrow"/>
                <a:cs typeface="Liberation Sans Narrow"/>
              </a:rPr>
              <a:t> </a:t>
            </a:r>
            <a:r>
              <a:rPr sz="1600" b="1" spc="-5" dirty="0">
                <a:latin typeface="Liberation Sans Narrow"/>
                <a:cs typeface="Liberation Sans Narrow"/>
              </a:rPr>
              <a:t>1</a:t>
            </a:r>
            <a:endParaRPr sz="1600" dirty="0">
              <a:latin typeface="Liberation Sans Narrow"/>
              <a:cs typeface="Liberation Sans Narro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37597" y="1414081"/>
            <a:ext cx="3065145" cy="1556385"/>
            <a:chOff x="3637597" y="1414081"/>
            <a:chExt cx="3065145" cy="1556385"/>
          </a:xfrm>
        </p:grpSpPr>
        <p:sp>
          <p:nvSpPr>
            <p:cNvPr id="9" name="object 9"/>
            <p:cNvSpPr/>
            <p:nvPr/>
          </p:nvSpPr>
          <p:spPr>
            <a:xfrm>
              <a:off x="3662171" y="1438656"/>
              <a:ext cx="3040379" cy="15316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42359" y="1418844"/>
              <a:ext cx="3028188" cy="151942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42359" y="1418844"/>
              <a:ext cx="3028315" cy="1519555"/>
            </a:xfrm>
            <a:custGeom>
              <a:avLst/>
              <a:gdLst/>
              <a:ahLst/>
              <a:cxnLst/>
              <a:rect l="l" t="t" r="r" b="b"/>
              <a:pathLst>
                <a:path w="3028315" h="1519555">
                  <a:moveTo>
                    <a:pt x="0" y="759713"/>
                  </a:moveTo>
                  <a:lnTo>
                    <a:pt x="5019" y="697401"/>
                  </a:lnTo>
                  <a:lnTo>
                    <a:pt x="19818" y="636477"/>
                  </a:lnTo>
                  <a:lnTo>
                    <a:pt x="44006" y="577136"/>
                  </a:lnTo>
                  <a:lnTo>
                    <a:pt x="77193" y="519574"/>
                  </a:lnTo>
                  <a:lnTo>
                    <a:pt x="118991" y="463986"/>
                  </a:lnTo>
                  <a:lnTo>
                    <a:pt x="169008" y="410568"/>
                  </a:lnTo>
                  <a:lnTo>
                    <a:pt x="226856" y="359515"/>
                  </a:lnTo>
                  <a:lnTo>
                    <a:pt x="258594" y="334937"/>
                  </a:lnTo>
                  <a:lnTo>
                    <a:pt x="292144" y="311024"/>
                  </a:lnTo>
                  <a:lnTo>
                    <a:pt x="327457" y="287799"/>
                  </a:lnTo>
                  <a:lnTo>
                    <a:pt x="364483" y="265288"/>
                  </a:lnTo>
                  <a:lnTo>
                    <a:pt x="403175" y="243514"/>
                  </a:lnTo>
                  <a:lnTo>
                    <a:pt x="443483" y="222504"/>
                  </a:lnTo>
                  <a:lnTo>
                    <a:pt x="485360" y="202279"/>
                  </a:lnTo>
                  <a:lnTo>
                    <a:pt x="528755" y="182866"/>
                  </a:lnTo>
                  <a:lnTo>
                    <a:pt x="573621" y="164289"/>
                  </a:lnTo>
                  <a:lnTo>
                    <a:pt x="619908" y="146572"/>
                  </a:lnTo>
                  <a:lnTo>
                    <a:pt x="667568" y="129739"/>
                  </a:lnTo>
                  <a:lnTo>
                    <a:pt x="716552" y="113815"/>
                  </a:lnTo>
                  <a:lnTo>
                    <a:pt x="766812" y="98825"/>
                  </a:lnTo>
                  <a:lnTo>
                    <a:pt x="818299" y="84792"/>
                  </a:lnTo>
                  <a:lnTo>
                    <a:pt x="870964" y="71741"/>
                  </a:lnTo>
                  <a:lnTo>
                    <a:pt x="924758" y="59697"/>
                  </a:lnTo>
                  <a:lnTo>
                    <a:pt x="979633" y="48685"/>
                  </a:lnTo>
                  <a:lnTo>
                    <a:pt x="1035539" y="38727"/>
                  </a:lnTo>
                  <a:lnTo>
                    <a:pt x="1092429" y="29850"/>
                  </a:lnTo>
                  <a:lnTo>
                    <a:pt x="1150253" y="22077"/>
                  </a:lnTo>
                  <a:lnTo>
                    <a:pt x="1208963" y="15433"/>
                  </a:lnTo>
                  <a:lnTo>
                    <a:pt x="1268510" y="9942"/>
                  </a:lnTo>
                  <a:lnTo>
                    <a:pt x="1328845" y="5629"/>
                  </a:lnTo>
                  <a:lnTo>
                    <a:pt x="1389920" y="2518"/>
                  </a:lnTo>
                  <a:lnTo>
                    <a:pt x="1451686" y="633"/>
                  </a:lnTo>
                  <a:lnTo>
                    <a:pt x="1514093" y="0"/>
                  </a:lnTo>
                  <a:lnTo>
                    <a:pt x="1576501" y="633"/>
                  </a:lnTo>
                  <a:lnTo>
                    <a:pt x="1638267" y="2518"/>
                  </a:lnTo>
                  <a:lnTo>
                    <a:pt x="1699342" y="5629"/>
                  </a:lnTo>
                  <a:lnTo>
                    <a:pt x="1759677" y="9942"/>
                  </a:lnTo>
                  <a:lnTo>
                    <a:pt x="1819224" y="15433"/>
                  </a:lnTo>
                  <a:lnTo>
                    <a:pt x="1877934" y="22077"/>
                  </a:lnTo>
                  <a:lnTo>
                    <a:pt x="1935758" y="29850"/>
                  </a:lnTo>
                  <a:lnTo>
                    <a:pt x="1992648" y="38727"/>
                  </a:lnTo>
                  <a:lnTo>
                    <a:pt x="2048554" y="48685"/>
                  </a:lnTo>
                  <a:lnTo>
                    <a:pt x="2103429" y="59697"/>
                  </a:lnTo>
                  <a:lnTo>
                    <a:pt x="2157223" y="71741"/>
                  </a:lnTo>
                  <a:lnTo>
                    <a:pt x="2209888" y="84792"/>
                  </a:lnTo>
                  <a:lnTo>
                    <a:pt x="2261375" y="98825"/>
                  </a:lnTo>
                  <a:lnTo>
                    <a:pt x="2311635" y="113815"/>
                  </a:lnTo>
                  <a:lnTo>
                    <a:pt x="2360619" y="129739"/>
                  </a:lnTo>
                  <a:lnTo>
                    <a:pt x="2408279" y="146572"/>
                  </a:lnTo>
                  <a:lnTo>
                    <a:pt x="2454566" y="164289"/>
                  </a:lnTo>
                  <a:lnTo>
                    <a:pt x="2499432" y="182866"/>
                  </a:lnTo>
                  <a:lnTo>
                    <a:pt x="2542827" y="202279"/>
                  </a:lnTo>
                  <a:lnTo>
                    <a:pt x="2584703" y="222504"/>
                  </a:lnTo>
                  <a:lnTo>
                    <a:pt x="2625012" y="243514"/>
                  </a:lnTo>
                  <a:lnTo>
                    <a:pt x="2663704" y="265288"/>
                  </a:lnTo>
                  <a:lnTo>
                    <a:pt x="2700730" y="287799"/>
                  </a:lnTo>
                  <a:lnTo>
                    <a:pt x="2736043" y="311024"/>
                  </a:lnTo>
                  <a:lnTo>
                    <a:pt x="2769593" y="334937"/>
                  </a:lnTo>
                  <a:lnTo>
                    <a:pt x="2801331" y="359515"/>
                  </a:lnTo>
                  <a:lnTo>
                    <a:pt x="2831209" y="384734"/>
                  </a:lnTo>
                  <a:lnTo>
                    <a:pt x="2885191" y="436994"/>
                  </a:lnTo>
                  <a:lnTo>
                    <a:pt x="2931147" y="491521"/>
                  </a:lnTo>
                  <a:lnTo>
                    <a:pt x="2968688" y="548120"/>
                  </a:lnTo>
                  <a:lnTo>
                    <a:pt x="2997425" y="606596"/>
                  </a:lnTo>
                  <a:lnTo>
                    <a:pt x="3016967" y="666753"/>
                  </a:lnTo>
                  <a:lnTo>
                    <a:pt x="3026925" y="728396"/>
                  </a:lnTo>
                  <a:lnTo>
                    <a:pt x="3028188" y="759713"/>
                  </a:lnTo>
                  <a:lnTo>
                    <a:pt x="3026925" y="791031"/>
                  </a:lnTo>
                  <a:lnTo>
                    <a:pt x="3016967" y="852674"/>
                  </a:lnTo>
                  <a:lnTo>
                    <a:pt x="2997425" y="912831"/>
                  </a:lnTo>
                  <a:lnTo>
                    <a:pt x="2968688" y="971307"/>
                  </a:lnTo>
                  <a:lnTo>
                    <a:pt x="2931147" y="1027906"/>
                  </a:lnTo>
                  <a:lnTo>
                    <a:pt x="2885191" y="1082433"/>
                  </a:lnTo>
                  <a:lnTo>
                    <a:pt x="2831209" y="1134693"/>
                  </a:lnTo>
                  <a:lnTo>
                    <a:pt x="2801331" y="1159912"/>
                  </a:lnTo>
                  <a:lnTo>
                    <a:pt x="2769593" y="1184490"/>
                  </a:lnTo>
                  <a:lnTo>
                    <a:pt x="2736043" y="1208403"/>
                  </a:lnTo>
                  <a:lnTo>
                    <a:pt x="2700730" y="1231628"/>
                  </a:lnTo>
                  <a:lnTo>
                    <a:pt x="2663704" y="1254139"/>
                  </a:lnTo>
                  <a:lnTo>
                    <a:pt x="2625012" y="1275913"/>
                  </a:lnTo>
                  <a:lnTo>
                    <a:pt x="2584703" y="1296923"/>
                  </a:lnTo>
                  <a:lnTo>
                    <a:pt x="2542827" y="1317148"/>
                  </a:lnTo>
                  <a:lnTo>
                    <a:pt x="2499432" y="1336561"/>
                  </a:lnTo>
                  <a:lnTo>
                    <a:pt x="2454566" y="1355138"/>
                  </a:lnTo>
                  <a:lnTo>
                    <a:pt x="2408279" y="1372855"/>
                  </a:lnTo>
                  <a:lnTo>
                    <a:pt x="2360619" y="1389688"/>
                  </a:lnTo>
                  <a:lnTo>
                    <a:pt x="2311635" y="1405612"/>
                  </a:lnTo>
                  <a:lnTo>
                    <a:pt x="2261375" y="1420602"/>
                  </a:lnTo>
                  <a:lnTo>
                    <a:pt x="2209888" y="1434635"/>
                  </a:lnTo>
                  <a:lnTo>
                    <a:pt x="2157223" y="1447686"/>
                  </a:lnTo>
                  <a:lnTo>
                    <a:pt x="2103429" y="1459730"/>
                  </a:lnTo>
                  <a:lnTo>
                    <a:pt x="2048554" y="1470742"/>
                  </a:lnTo>
                  <a:lnTo>
                    <a:pt x="1992648" y="1480700"/>
                  </a:lnTo>
                  <a:lnTo>
                    <a:pt x="1935758" y="1489577"/>
                  </a:lnTo>
                  <a:lnTo>
                    <a:pt x="1877934" y="1497350"/>
                  </a:lnTo>
                  <a:lnTo>
                    <a:pt x="1819224" y="1503994"/>
                  </a:lnTo>
                  <a:lnTo>
                    <a:pt x="1759677" y="1509485"/>
                  </a:lnTo>
                  <a:lnTo>
                    <a:pt x="1699342" y="1513798"/>
                  </a:lnTo>
                  <a:lnTo>
                    <a:pt x="1638267" y="1516909"/>
                  </a:lnTo>
                  <a:lnTo>
                    <a:pt x="1576501" y="1518794"/>
                  </a:lnTo>
                  <a:lnTo>
                    <a:pt x="1514093" y="1519427"/>
                  </a:lnTo>
                  <a:lnTo>
                    <a:pt x="1451686" y="1518794"/>
                  </a:lnTo>
                  <a:lnTo>
                    <a:pt x="1389920" y="1516909"/>
                  </a:lnTo>
                  <a:lnTo>
                    <a:pt x="1328845" y="1513798"/>
                  </a:lnTo>
                  <a:lnTo>
                    <a:pt x="1268510" y="1509485"/>
                  </a:lnTo>
                  <a:lnTo>
                    <a:pt x="1208963" y="1503994"/>
                  </a:lnTo>
                  <a:lnTo>
                    <a:pt x="1150253" y="1497350"/>
                  </a:lnTo>
                  <a:lnTo>
                    <a:pt x="1092429" y="1489577"/>
                  </a:lnTo>
                  <a:lnTo>
                    <a:pt x="1035539" y="1480700"/>
                  </a:lnTo>
                  <a:lnTo>
                    <a:pt x="979633" y="1470742"/>
                  </a:lnTo>
                  <a:lnTo>
                    <a:pt x="924758" y="1459730"/>
                  </a:lnTo>
                  <a:lnTo>
                    <a:pt x="870964" y="1447686"/>
                  </a:lnTo>
                  <a:lnTo>
                    <a:pt x="818299" y="1434635"/>
                  </a:lnTo>
                  <a:lnTo>
                    <a:pt x="766812" y="1420602"/>
                  </a:lnTo>
                  <a:lnTo>
                    <a:pt x="716552" y="1405612"/>
                  </a:lnTo>
                  <a:lnTo>
                    <a:pt x="667568" y="1389688"/>
                  </a:lnTo>
                  <a:lnTo>
                    <a:pt x="619908" y="1372855"/>
                  </a:lnTo>
                  <a:lnTo>
                    <a:pt x="573621" y="1355138"/>
                  </a:lnTo>
                  <a:lnTo>
                    <a:pt x="528755" y="1336561"/>
                  </a:lnTo>
                  <a:lnTo>
                    <a:pt x="485360" y="1317148"/>
                  </a:lnTo>
                  <a:lnTo>
                    <a:pt x="443484" y="1296923"/>
                  </a:lnTo>
                  <a:lnTo>
                    <a:pt x="403175" y="1275913"/>
                  </a:lnTo>
                  <a:lnTo>
                    <a:pt x="364483" y="1254139"/>
                  </a:lnTo>
                  <a:lnTo>
                    <a:pt x="327457" y="1231628"/>
                  </a:lnTo>
                  <a:lnTo>
                    <a:pt x="292144" y="1208403"/>
                  </a:lnTo>
                  <a:lnTo>
                    <a:pt x="258594" y="1184490"/>
                  </a:lnTo>
                  <a:lnTo>
                    <a:pt x="226856" y="1159912"/>
                  </a:lnTo>
                  <a:lnTo>
                    <a:pt x="196978" y="1134693"/>
                  </a:lnTo>
                  <a:lnTo>
                    <a:pt x="142996" y="1082433"/>
                  </a:lnTo>
                  <a:lnTo>
                    <a:pt x="97040" y="1027906"/>
                  </a:lnTo>
                  <a:lnTo>
                    <a:pt x="59499" y="971307"/>
                  </a:lnTo>
                  <a:lnTo>
                    <a:pt x="30762" y="912831"/>
                  </a:lnTo>
                  <a:lnTo>
                    <a:pt x="11220" y="852674"/>
                  </a:lnTo>
                  <a:lnTo>
                    <a:pt x="1262" y="791031"/>
                  </a:lnTo>
                  <a:lnTo>
                    <a:pt x="0" y="75971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97450" y="1489329"/>
            <a:ext cx="1047877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Liberation Sans Narrow"/>
                <a:cs typeface="Liberation Sans Narrow"/>
              </a:rPr>
              <a:t>Subnet</a:t>
            </a:r>
            <a:r>
              <a:rPr sz="1600" b="1" spc="-75" dirty="0">
                <a:latin typeface="Liberation Sans Narrow"/>
                <a:cs typeface="Liberation Sans Narrow"/>
              </a:rPr>
              <a:t> </a:t>
            </a:r>
            <a:r>
              <a:rPr sz="1600" b="1" spc="-5" dirty="0">
                <a:latin typeface="Liberation Sans Narrow"/>
                <a:cs typeface="Liberation Sans Narrow"/>
              </a:rPr>
              <a:t>2</a:t>
            </a:r>
            <a:endParaRPr sz="1600" dirty="0">
              <a:latin typeface="Liberation Sans Narrow"/>
              <a:cs typeface="Liberation Sans Narro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4340" y="918972"/>
            <a:ext cx="7524115" cy="3503929"/>
            <a:chOff x="434340" y="918972"/>
            <a:chExt cx="7524115" cy="3503929"/>
          </a:xfrm>
        </p:grpSpPr>
        <p:sp>
          <p:nvSpPr>
            <p:cNvPr id="14" name="object 14"/>
            <p:cNvSpPr/>
            <p:nvPr/>
          </p:nvSpPr>
          <p:spPr>
            <a:xfrm>
              <a:off x="826770" y="3033522"/>
              <a:ext cx="2254250" cy="731520"/>
            </a:xfrm>
            <a:custGeom>
              <a:avLst/>
              <a:gdLst/>
              <a:ahLst/>
              <a:cxnLst/>
              <a:rect l="l" t="t" r="r" b="b"/>
              <a:pathLst>
                <a:path w="2254250" h="731520">
                  <a:moveTo>
                    <a:pt x="0" y="386206"/>
                  </a:moveTo>
                  <a:lnTo>
                    <a:pt x="594614" y="0"/>
                  </a:lnTo>
                  <a:lnTo>
                    <a:pt x="2253996" y="358901"/>
                  </a:lnTo>
                  <a:lnTo>
                    <a:pt x="1729232" y="731519"/>
                  </a:lnTo>
                </a:path>
              </a:pathLst>
            </a:custGeom>
            <a:ln w="380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4340" y="3003804"/>
              <a:ext cx="745235" cy="9052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8191" y="3515867"/>
              <a:ext cx="745236" cy="90677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62222" y="1899666"/>
              <a:ext cx="2016760" cy="937260"/>
            </a:xfrm>
            <a:custGeom>
              <a:avLst/>
              <a:gdLst/>
              <a:ahLst/>
              <a:cxnLst/>
              <a:rect l="l" t="t" r="r" b="b"/>
              <a:pathLst>
                <a:path w="2016760" h="937260">
                  <a:moveTo>
                    <a:pt x="0" y="662939"/>
                  </a:moveTo>
                  <a:lnTo>
                    <a:pt x="842772" y="0"/>
                  </a:lnTo>
                </a:path>
                <a:path w="2016760" h="937260">
                  <a:moveTo>
                    <a:pt x="1171955" y="937260"/>
                  </a:moveTo>
                  <a:lnTo>
                    <a:pt x="2016252" y="275844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89248" y="1895855"/>
              <a:ext cx="745236" cy="9067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45963" y="2174747"/>
              <a:ext cx="745236" cy="90677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42966" y="1706118"/>
              <a:ext cx="428625" cy="329565"/>
            </a:xfrm>
            <a:custGeom>
              <a:avLst/>
              <a:gdLst/>
              <a:ahLst/>
              <a:cxnLst/>
              <a:rect l="l" t="t" r="r" b="b"/>
              <a:pathLst>
                <a:path w="428625" h="329564">
                  <a:moveTo>
                    <a:pt x="0" y="329184"/>
                  </a:moveTo>
                  <a:lnTo>
                    <a:pt x="428244" y="0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63540" y="918972"/>
              <a:ext cx="798576" cy="10119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20740" y="1487423"/>
              <a:ext cx="571500" cy="4632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18893" y="1643634"/>
              <a:ext cx="4808220" cy="1455420"/>
            </a:xfrm>
            <a:custGeom>
              <a:avLst/>
              <a:gdLst/>
              <a:ahLst/>
              <a:cxnLst/>
              <a:rect l="l" t="t" r="r" b="b"/>
              <a:pathLst>
                <a:path w="4808220" h="1455420">
                  <a:moveTo>
                    <a:pt x="0" y="1455419"/>
                  </a:moveTo>
                  <a:lnTo>
                    <a:pt x="1863979" y="0"/>
                  </a:lnTo>
                  <a:lnTo>
                    <a:pt x="4808220" y="649351"/>
                  </a:lnTo>
                </a:path>
              </a:pathLst>
            </a:custGeom>
            <a:ln w="380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67712" y="2057400"/>
              <a:ext cx="961644" cy="6141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93698" y="3227070"/>
              <a:ext cx="843280" cy="662940"/>
            </a:xfrm>
            <a:custGeom>
              <a:avLst/>
              <a:gdLst/>
              <a:ahLst/>
              <a:cxnLst/>
              <a:rect l="l" t="t" r="r" b="b"/>
              <a:pathLst>
                <a:path w="843280" h="662939">
                  <a:moveTo>
                    <a:pt x="0" y="662939"/>
                  </a:moveTo>
                  <a:lnTo>
                    <a:pt x="842772" y="0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67028" y="3250692"/>
              <a:ext cx="743711" cy="90677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97930" y="1146047"/>
              <a:ext cx="457200" cy="114300"/>
            </a:xfrm>
            <a:custGeom>
              <a:avLst/>
              <a:gdLst/>
              <a:ahLst/>
              <a:cxnLst/>
              <a:rect l="l" t="t" r="r" b="b"/>
              <a:pathLst>
                <a:path w="4572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45720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457200" h="114300">
                  <a:moveTo>
                    <a:pt x="457200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457200" y="76200"/>
                  </a:lnTo>
                  <a:lnTo>
                    <a:pt x="457200" y="381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68440" y="1040892"/>
              <a:ext cx="1389888" cy="39319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31863" y="1028700"/>
              <a:ext cx="1307592" cy="48310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48628" y="1021080"/>
              <a:ext cx="1377950" cy="381000"/>
            </a:xfrm>
            <a:custGeom>
              <a:avLst/>
              <a:gdLst/>
              <a:ahLst/>
              <a:cxnLst/>
              <a:rect l="l" t="t" r="r" b="b"/>
              <a:pathLst>
                <a:path w="1377950" h="381000">
                  <a:moveTo>
                    <a:pt x="1370583" y="0"/>
                  </a:moveTo>
                  <a:lnTo>
                    <a:pt x="7112" y="0"/>
                  </a:lnTo>
                  <a:lnTo>
                    <a:pt x="0" y="7112"/>
                  </a:lnTo>
                  <a:lnTo>
                    <a:pt x="0" y="373888"/>
                  </a:lnTo>
                  <a:lnTo>
                    <a:pt x="7112" y="381000"/>
                  </a:lnTo>
                  <a:lnTo>
                    <a:pt x="1370583" y="381000"/>
                  </a:lnTo>
                  <a:lnTo>
                    <a:pt x="1377696" y="373888"/>
                  </a:lnTo>
                  <a:lnTo>
                    <a:pt x="1377696" y="7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548628" y="1021080"/>
            <a:ext cx="1377950" cy="381000"/>
          </a:xfrm>
          <a:prstGeom prst="rect">
            <a:avLst/>
          </a:prstGeom>
          <a:ln w="20447">
            <a:solidFill>
              <a:srgbClr val="4D4D4D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380"/>
              </a:spcBef>
            </a:pPr>
            <a:r>
              <a:rPr sz="1800" b="1" dirty="0">
                <a:latin typeface="Liberation Sans Narrow"/>
                <a:cs typeface="Liberation Sans Narrow"/>
              </a:rPr>
              <a:t>DNS</a:t>
            </a:r>
            <a:r>
              <a:rPr sz="1800" b="1" spc="-20" dirty="0">
                <a:latin typeface="Liberation Sans Narrow"/>
                <a:cs typeface="Liberation Sans Narrow"/>
              </a:rPr>
              <a:t> </a:t>
            </a:r>
            <a:r>
              <a:rPr sz="1800" b="1" spc="-5" dirty="0">
                <a:latin typeface="Liberation Sans Narrow"/>
                <a:cs typeface="Liberation Sans Narrow"/>
              </a:rPr>
              <a:t>Server</a:t>
            </a:r>
            <a:endParaRPr sz="1800">
              <a:latin typeface="Liberation Sans Narrow"/>
              <a:cs typeface="Liberation Sans Narro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631685" y="1504188"/>
            <a:ext cx="1400175" cy="716280"/>
            <a:chOff x="6631685" y="1504188"/>
            <a:chExt cx="1400175" cy="716280"/>
          </a:xfrm>
        </p:grpSpPr>
        <p:sp>
          <p:nvSpPr>
            <p:cNvPr id="33" name="object 33"/>
            <p:cNvSpPr/>
            <p:nvPr/>
          </p:nvSpPr>
          <p:spPr>
            <a:xfrm>
              <a:off x="6631685" y="1682496"/>
              <a:ext cx="457200" cy="114300"/>
            </a:xfrm>
            <a:custGeom>
              <a:avLst/>
              <a:gdLst/>
              <a:ahLst/>
              <a:cxnLst/>
              <a:rect l="l" t="t" r="r" b="b"/>
              <a:pathLst>
                <a:path w="4572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45720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457200" h="114300">
                  <a:moveTo>
                    <a:pt x="457200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457200" y="76200"/>
                  </a:lnTo>
                  <a:lnTo>
                    <a:pt x="457200" y="381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32675" y="1565148"/>
              <a:ext cx="1098803" cy="56692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99147" y="1504188"/>
              <a:ext cx="725424" cy="71627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12863" y="1545336"/>
              <a:ext cx="1087120" cy="554990"/>
            </a:xfrm>
            <a:custGeom>
              <a:avLst/>
              <a:gdLst/>
              <a:ahLst/>
              <a:cxnLst/>
              <a:rect l="l" t="t" r="r" b="b"/>
              <a:pathLst>
                <a:path w="1087120" h="554989">
                  <a:moveTo>
                    <a:pt x="1063497" y="0"/>
                  </a:moveTo>
                  <a:lnTo>
                    <a:pt x="23113" y="0"/>
                  </a:lnTo>
                  <a:lnTo>
                    <a:pt x="14091" y="1807"/>
                  </a:lnTo>
                  <a:lnTo>
                    <a:pt x="6746" y="6746"/>
                  </a:lnTo>
                  <a:lnTo>
                    <a:pt x="1807" y="14091"/>
                  </a:lnTo>
                  <a:lnTo>
                    <a:pt x="0" y="23113"/>
                  </a:lnTo>
                  <a:lnTo>
                    <a:pt x="0" y="531622"/>
                  </a:lnTo>
                  <a:lnTo>
                    <a:pt x="1807" y="540644"/>
                  </a:lnTo>
                  <a:lnTo>
                    <a:pt x="6746" y="547989"/>
                  </a:lnTo>
                  <a:lnTo>
                    <a:pt x="14091" y="552928"/>
                  </a:lnTo>
                  <a:lnTo>
                    <a:pt x="23113" y="554736"/>
                  </a:lnTo>
                  <a:lnTo>
                    <a:pt x="1063497" y="554736"/>
                  </a:lnTo>
                  <a:lnTo>
                    <a:pt x="1072520" y="552928"/>
                  </a:lnTo>
                  <a:lnTo>
                    <a:pt x="1079865" y="547989"/>
                  </a:lnTo>
                  <a:lnTo>
                    <a:pt x="1084804" y="540644"/>
                  </a:lnTo>
                  <a:lnTo>
                    <a:pt x="1086611" y="531622"/>
                  </a:lnTo>
                  <a:lnTo>
                    <a:pt x="1086611" y="23113"/>
                  </a:lnTo>
                  <a:lnTo>
                    <a:pt x="1084804" y="14091"/>
                  </a:lnTo>
                  <a:lnTo>
                    <a:pt x="1079865" y="6746"/>
                  </a:lnTo>
                  <a:lnTo>
                    <a:pt x="1072520" y="1807"/>
                  </a:lnTo>
                  <a:lnTo>
                    <a:pt x="106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12863" y="1545336"/>
              <a:ext cx="1087120" cy="554990"/>
            </a:xfrm>
            <a:custGeom>
              <a:avLst/>
              <a:gdLst/>
              <a:ahLst/>
              <a:cxnLst/>
              <a:rect l="l" t="t" r="r" b="b"/>
              <a:pathLst>
                <a:path w="1087120" h="554989">
                  <a:moveTo>
                    <a:pt x="0" y="23113"/>
                  </a:moveTo>
                  <a:lnTo>
                    <a:pt x="1807" y="14091"/>
                  </a:lnTo>
                  <a:lnTo>
                    <a:pt x="6746" y="6746"/>
                  </a:lnTo>
                  <a:lnTo>
                    <a:pt x="14091" y="1807"/>
                  </a:lnTo>
                  <a:lnTo>
                    <a:pt x="23113" y="0"/>
                  </a:lnTo>
                  <a:lnTo>
                    <a:pt x="1063497" y="0"/>
                  </a:lnTo>
                  <a:lnTo>
                    <a:pt x="1072520" y="1807"/>
                  </a:lnTo>
                  <a:lnTo>
                    <a:pt x="1079865" y="6746"/>
                  </a:lnTo>
                  <a:lnTo>
                    <a:pt x="1084804" y="14091"/>
                  </a:lnTo>
                  <a:lnTo>
                    <a:pt x="1086611" y="23113"/>
                  </a:lnTo>
                  <a:lnTo>
                    <a:pt x="1086611" y="531622"/>
                  </a:lnTo>
                  <a:lnTo>
                    <a:pt x="1084804" y="540644"/>
                  </a:lnTo>
                  <a:lnTo>
                    <a:pt x="1079865" y="547989"/>
                  </a:lnTo>
                  <a:lnTo>
                    <a:pt x="1072520" y="552928"/>
                  </a:lnTo>
                  <a:lnTo>
                    <a:pt x="1063497" y="554736"/>
                  </a:lnTo>
                  <a:lnTo>
                    <a:pt x="23113" y="554736"/>
                  </a:lnTo>
                  <a:lnTo>
                    <a:pt x="14091" y="552928"/>
                  </a:lnTo>
                  <a:lnTo>
                    <a:pt x="6746" y="547989"/>
                  </a:lnTo>
                  <a:lnTo>
                    <a:pt x="1807" y="540644"/>
                  </a:lnTo>
                  <a:lnTo>
                    <a:pt x="0" y="531622"/>
                  </a:lnTo>
                  <a:lnTo>
                    <a:pt x="0" y="23113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000492" y="1530807"/>
            <a:ext cx="1610107" cy="53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00"/>
              </a:lnSpc>
              <a:spcBef>
                <a:spcPts val="100"/>
              </a:spcBef>
            </a:pPr>
            <a:r>
              <a:rPr sz="1800" b="1" dirty="0">
                <a:latin typeface="Liberation Sans Narrow"/>
                <a:cs typeface="Liberation Sans Narrow"/>
              </a:rPr>
              <a:t>DNS</a:t>
            </a:r>
            <a:endParaRPr sz="1800" dirty="0">
              <a:latin typeface="Liberation Sans Narrow"/>
              <a:cs typeface="Liberation Sans Narrow"/>
            </a:endParaRPr>
          </a:p>
          <a:p>
            <a:pPr marL="12700">
              <a:lnSpc>
                <a:spcPts val="2000"/>
              </a:lnSpc>
            </a:pPr>
            <a:r>
              <a:rPr sz="1800" b="1" spc="-5" dirty="0">
                <a:latin typeface="Liberation Sans Narrow"/>
                <a:cs typeface="Liberation Sans Narrow"/>
              </a:rPr>
              <a:t>Zone</a:t>
            </a:r>
            <a:endParaRPr sz="1800" dirty="0">
              <a:latin typeface="Liberation Sans Narrow"/>
              <a:cs typeface="Liberation Sans Narro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728971" y="3079242"/>
            <a:ext cx="1370330" cy="828675"/>
            <a:chOff x="4728971" y="3079242"/>
            <a:chExt cx="1370330" cy="828675"/>
          </a:xfrm>
        </p:grpSpPr>
        <p:sp>
          <p:nvSpPr>
            <p:cNvPr id="40" name="object 40"/>
            <p:cNvSpPr/>
            <p:nvPr/>
          </p:nvSpPr>
          <p:spPr>
            <a:xfrm>
              <a:off x="5350763" y="3079242"/>
              <a:ext cx="114300" cy="457200"/>
            </a:xfrm>
            <a:custGeom>
              <a:avLst/>
              <a:gdLst/>
              <a:ahLst/>
              <a:cxnLst/>
              <a:rect l="l" t="t" r="r" b="b"/>
              <a:pathLst>
                <a:path w="114300" h="45720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457200"/>
                  </a:lnTo>
                  <a:lnTo>
                    <a:pt x="76200" y="457200"/>
                  </a:lnTo>
                  <a:lnTo>
                    <a:pt x="76200" y="95250"/>
                  </a:lnTo>
                  <a:close/>
                </a:path>
                <a:path w="114300" h="45720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45720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67071" y="3436620"/>
              <a:ext cx="1331976" cy="39319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28971" y="3424428"/>
              <a:ext cx="1245108" cy="48310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747259" y="3416808"/>
              <a:ext cx="1320165" cy="381000"/>
            </a:xfrm>
            <a:custGeom>
              <a:avLst/>
              <a:gdLst/>
              <a:ahLst/>
              <a:cxnLst/>
              <a:rect l="l" t="t" r="r" b="b"/>
              <a:pathLst>
                <a:path w="1320164" h="381000">
                  <a:moveTo>
                    <a:pt x="1312672" y="0"/>
                  </a:moveTo>
                  <a:lnTo>
                    <a:pt x="7112" y="0"/>
                  </a:lnTo>
                  <a:lnTo>
                    <a:pt x="0" y="7112"/>
                  </a:lnTo>
                  <a:lnTo>
                    <a:pt x="0" y="373887"/>
                  </a:lnTo>
                  <a:lnTo>
                    <a:pt x="7112" y="380999"/>
                  </a:lnTo>
                  <a:lnTo>
                    <a:pt x="1312672" y="380999"/>
                  </a:lnTo>
                  <a:lnTo>
                    <a:pt x="1319784" y="373887"/>
                  </a:lnTo>
                  <a:lnTo>
                    <a:pt x="1319784" y="7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47259" y="3416808"/>
              <a:ext cx="1320165" cy="381000"/>
            </a:xfrm>
            <a:custGeom>
              <a:avLst/>
              <a:gdLst/>
              <a:ahLst/>
              <a:cxnLst/>
              <a:rect l="l" t="t" r="r" b="b"/>
              <a:pathLst>
                <a:path w="1320164" h="381000">
                  <a:moveTo>
                    <a:pt x="0" y="15875"/>
                  </a:moveTo>
                  <a:lnTo>
                    <a:pt x="0" y="7112"/>
                  </a:lnTo>
                  <a:lnTo>
                    <a:pt x="7112" y="0"/>
                  </a:lnTo>
                  <a:lnTo>
                    <a:pt x="15875" y="0"/>
                  </a:lnTo>
                  <a:lnTo>
                    <a:pt x="1303909" y="0"/>
                  </a:lnTo>
                  <a:lnTo>
                    <a:pt x="1312672" y="0"/>
                  </a:lnTo>
                  <a:lnTo>
                    <a:pt x="1319784" y="7112"/>
                  </a:lnTo>
                  <a:lnTo>
                    <a:pt x="1319784" y="15875"/>
                  </a:lnTo>
                  <a:lnTo>
                    <a:pt x="1319784" y="365124"/>
                  </a:lnTo>
                  <a:lnTo>
                    <a:pt x="1319784" y="373887"/>
                  </a:lnTo>
                  <a:lnTo>
                    <a:pt x="1312672" y="380999"/>
                  </a:lnTo>
                  <a:lnTo>
                    <a:pt x="1303909" y="380999"/>
                  </a:lnTo>
                  <a:lnTo>
                    <a:pt x="15875" y="380999"/>
                  </a:lnTo>
                  <a:lnTo>
                    <a:pt x="7112" y="380999"/>
                  </a:lnTo>
                  <a:lnTo>
                    <a:pt x="0" y="373887"/>
                  </a:lnTo>
                  <a:lnTo>
                    <a:pt x="0" y="365124"/>
                  </a:lnTo>
                  <a:lnTo>
                    <a:pt x="0" y="15875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830826" y="3453129"/>
            <a:ext cx="18393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Liberation Sans Narrow"/>
                <a:cs typeface="Liberation Sans Narrow"/>
              </a:rPr>
              <a:t>DNS</a:t>
            </a:r>
            <a:r>
              <a:rPr sz="1800" b="1" spc="-60" dirty="0">
                <a:latin typeface="Liberation Sans Narrow"/>
                <a:cs typeface="Liberation Sans Narrow"/>
              </a:rPr>
              <a:t> </a:t>
            </a:r>
            <a:r>
              <a:rPr sz="1800" b="1" spc="-5" dirty="0">
                <a:latin typeface="Liberation Sans Narrow"/>
                <a:cs typeface="Liberation Sans Narrow"/>
              </a:rPr>
              <a:t>Client</a:t>
            </a:r>
            <a:endParaRPr sz="1800" dirty="0">
              <a:latin typeface="Liberation Sans Narrow"/>
              <a:cs typeface="Liberation Sans Narrow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017776" y="4495038"/>
            <a:ext cx="1370330" cy="828675"/>
            <a:chOff x="2017776" y="4495038"/>
            <a:chExt cx="1370330" cy="828675"/>
          </a:xfrm>
        </p:grpSpPr>
        <p:sp>
          <p:nvSpPr>
            <p:cNvPr id="47" name="object 47"/>
            <p:cNvSpPr/>
            <p:nvPr/>
          </p:nvSpPr>
          <p:spPr>
            <a:xfrm>
              <a:off x="2639568" y="4495038"/>
              <a:ext cx="114300" cy="457200"/>
            </a:xfrm>
            <a:custGeom>
              <a:avLst/>
              <a:gdLst/>
              <a:ahLst/>
              <a:cxnLst/>
              <a:rect l="l" t="t" r="r" b="b"/>
              <a:pathLst>
                <a:path w="114300" h="45720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457200"/>
                  </a:lnTo>
                  <a:lnTo>
                    <a:pt x="76200" y="457200"/>
                  </a:lnTo>
                  <a:lnTo>
                    <a:pt x="76200" y="95250"/>
                  </a:lnTo>
                  <a:close/>
                </a:path>
                <a:path w="114300" h="45720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45720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054352" y="4852416"/>
              <a:ext cx="1333500" cy="39319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017776" y="4840224"/>
              <a:ext cx="1245108" cy="483107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034540" y="4832604"/>
              <a:ext cx="1321435" cy="381000"/>
            </a:xfrm>
            <a:custGeom>
              <a:avLst/>
              <a:gdLst/>
              <a:ahLst/>
              <a:cxnLst/>
              <a:rect l="l" t="t" r="r" b="b"/>
              <a:pathLst>
                <a:path w="1321435" h="381000">
                  <a:moveTo>
                    <a:pt x="1314196" y="0"/>
                  </a:moveTo>
                  <a:lnTo>
                    <a:pt x="7112" y="0"/>
                  </a:lnTo>
                  <a:lnTo>
                    <a:pt x="0" y="7112"/>
                  </a:lnTo>
                  <a:lnTo>
                    <a:pt x="0" y="373888"/>
                  </a:lnTo>
                  <a:lnTo>
                    <a:pt x="7112" y="381000"/>
                  </a:lnTo>
                  <a:lnTo>
                    <a:pt x="1314196" y="381000"/>
                  </a:lnTo>
                  <a:lnTo>
                    <a:pt x="1321308" y="373888"/>
                  </a:lnTo>
                  <a:lnTo>
                    <a:pt x="1321308" y="7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034539" y="4832603"/>
            <a:ext cx="1321435" cy="381000"/>
          </a:xfrm>
          <a:prstGeom prst="rect">
            <a:avLst/>
          </a:prstGeom>
          <a:ln w="20447">
            <a:solidFill>
              <a:srgbClr val="4D4D4D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390"/>
              </a:spcBef>
            </a:pPr>
            <a:r>
              <a:rPr sz="1800" b="1" dirty="0">
                <a:latin typeface="Liberation Sans Narrow"/>
                <a:cs typeface="Liberation Sans Narrow"/>
              </a:rPr>
              <a:t>DNS</a:t>
            </a:r>
            <a:r>
              <a:rPr sz="1800" b="1" spc="-15" dirty="0">
                <a:latin typeface="Liberation Sans Narrow"/>
                <a:cs typeface="Liberation Sans Narrow"/>
              </a:rPr>
              <a:t> </a:t>
            </a:r>
            <a:r>
              <a:rPr sz="1800" b="1" spc="-5" dirty="0">
                <a:latin typeface="Liberation Sans Narrow"/>
                <a:cs typeface="Liberation Sans Narrow"/>
              </a:rPr>
              <a:t>Client</a:t>
            </a:r>
            <a:endParaRPr sz="1800">
              <a:latin typeface="Liberation Sans Narrow"/>
              <a:cs typeface="Liberation Sans Narrow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382833" y="4620577"/>
            <a:ext cx="3068320" cy="1555115"/>
            <a:chOff x="4382833" y="4620577"/>
            <a:chExt cx="3068320" cy="1555115"/>
          </a:xfrm>
        </p:grpSpPr>
        <p:sp>
          <p:nvSpPr>
            <p:cNvPr id="53" name="object 53"/>
            <p:cNvSpPr/>
            <p:nvPr/>
          </p:nvSpPr>
          <p:spPr>
            <a:xfrm>
              <a:off x="4407408" y="4645152"/>
              <a:ext cx="3043428" cy="153009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387596" y="4625340"/>
              <a:ext cx="3031235" cy="151790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387596" y="4625340"/>
              <a:ext cx="3031490" cy="1518285"/>
            </a:xfrm>
            <a:custGeom>
              <a:avLst/>
              <a:gdLst/>
              <a:ahLst/>
              <a:cxnLst/>
              <a:rect l="l" t="t" r="r" b="b"/>
              <a:pathLst>
                <a:path w="3031490" h="1518285">
                  <a:moveTo>
                    <a:pt x="0" y="758952"/>
                  </a:moveTo>
                  <a:lnTo>
                    <a:pt x="5024" y="696713"/>
                  </a:lnTo>
                  <a:lnTo>
                    <a:pt x="19836" y="635860"/>
                  </a:lnTo>
                  <a:lnTo>
                    <a:pt x="44047" y="576585"/>
                  </a:lnTo>
                  <a:lnTo>
                    <a:pt x="77266" y="519086"/>
                  </a:lnTo>
                  <a:lnTo>
                    <a:pt x="119104" y="463557"/>
                  </a:lnTo>
                  <a:lnTo>
                    <a:pt x="169169" y="410195"/>
                  </a:lnTo>
                  <a:lnTo>
                    <a:pt x="227073" y="359194"/>
                  </a:lnTo>
                  <a:lnTo>
                    <a:pt x="258842" y="334640"/>
                  </a:lnTo>
                  <a:lnTo>
                    <a:pt x="292425" y="310749"/>
                  </a:lnTo>
                  <a:lnTo>
                    <a:pt x="327772" y="287547"/>
                  </a:lnTo>
                  <a:lnTo>
                    <a:pt x="364834" y="265057"/>
                  </a:lnTo>
                  <a:lnTo>
                    <a:pt x="403564" y="243304"/>
                  </a:lnTo>
                  <a:lnTo>
                    <a:pt x="443912" y="222313"/>
                  </a:lnTo>
                  <a:lnTo>
                    <a:pt x="485830" y="202107"/>
                  </a:lnTo>
                  <a:lnTo>
                    <a:pt x="529268" y="182712"/>
                  </a:lnTo>
                  <a:lnTo>
                    <a:pt x="574178" y="164151"/>
                  </a:lnTo>
                  <a:lnTo>
                    <a:pt x="620511" y="146450"/>
                  </a:lnTo>
                  <a:lnTo>
                    <a:pt x="668219" y="129632"/>
                  </a:lnTo>
                  <a:lnTo>
                    <a:pt x="717253" y="113722"/>
                  </a:lnTo>
                  <a:lnTo>
                    <a:pt x="767563" y="98744"/>
                  </a:lnTo>
                  <a:lnTo>
                    <a:pt x="819102" y="84723"/>
                  </a:lnTo>
                  <a:lnTo>
                    <a:pt x="871820" y="71684"/>
                  </a:lnTo>
                  <a:lnTo>
                    <a:pt x="925669" y="59650"/>
                  </a:lnTo>
                  <a:lnTo>
                    <a:pt x="980599" y="48646"/>
                  </a:lnTo>
                  <a:lnTo>
                    <a:pt x="1036563" y="38697"/>
                  </a:lnTo>
                  <a:lnTo>
                    <a:pt x="1093512" y="29827"/>
                  </a:lnTo>
                  <a:lnTo>
                    <a:pt x="1151396" y="22060"/>
                  </a:lnTo>
                  <a:lnTo>
                    <a:pt x="1210166" y="15421"/>
                  </a:lnTo>
                  <a:lnTo>
                    <a:pt x="1269775" y="9934"/>
                  </a:lnTo>
                  <a:lnTo>
                    <a:pt x="1330174" y="5625"/>
                  </a:lnTo>
                  <a:lnTo>
                    <a:pt x="1391313" y="2516"/>
                  </a:lnTo>
                  <a:lnTo>
                    <a:pt x="1453144" y="633"/>
                  </a:lnTo>
                  <a:lnTo>
                    <a:pt x="1515617" y="0"/>
                  </a:lnTo>
                  <a:lnTo>
                    <a:pt x="1578091" y="633"/>
                  </a:lnTo>
                  <a:lnTo>
                    <a:pt x="1639922" y="2516"/>
                  </a:lnTo>
                  <a:lnTo>
                    <a:pt x="1701061" y="5625"/>
                  </a:lnTo>
                  <a:lnTo>
                    <a:pt x="1761460" y="9934"/>
                  </a:lnTo>
                  <a:lnTo>
                    <a:pt x="1821069" y="15421"/>
                  </a:lnTo>
                  <a:lnTo>
                    <a:pt x="1879839" y="22060"/>
                  </a:lnTo>
                  <a:lnTo>
                    <a:pt x="1937723" y="29827"/>
                  </a:lnTo>
                  <a:lnTo>
                    <a:pt x="1994672" y="38697"/>
                  </a:lnTo>
                  <a:lnTo>
                    <a:pt x="2050636" y="48646"/>
                  </a:lnTo>
                  <a:lnTo>
                    <a:pt x="2105566" y="59650"/>
                  </a:lnTo>
                  <a:lnTo>
                    <a:pt x="2159415" y="71684"/>
                  </a:lnTo>
                  <a:lnTo>
                    <a:pt x="2212133" y="84723"/>
                  </a:lnTo>
                  <a:lnTo>
                    <a:pt x="2263672" y="98744"/>
                  </a:lnTo>
                  <a:lnTo>
                    <a:pt x="2313982" y="113722"/>
                  </a:lnTo>
                  <a:lnTo>
                    <a:pt x="2363016" y="129632"/>
                  </a:lnTo>
                  <a:lnTo>
                    <a:pt x="2410724" y="146450"/>
                  </a:lnTo>
                  <a:lnTo>
                    <a:pt x="2457057" y="164151"/>
                  </a:lnTo>
                  <a:lnTo>
                    <a:pt x="2501967" y="182712"/>
                  </a:lnTo>
                  <a:lnTo>
                    <a:pt x="2545405" y="202107"/>
                  </a:lnTo>
                  <a:lnTo>
                    <a:pt x="2587323" y="222313"/>
                  </a:lnTo>
                  <a:lnTo>
                    <a:pt x="2627671" y="243304"/>
                  </a:lnTo>
                  <a:lnTo>
                    <a:pt x="2666401" y="265057"/>
                  </a:lnTo>
                  <a:lnTo>
                    <a:pt x="2703463" y="287547"/>
                  </a:lnTo>
                  <a:lnTo>
                    <a:pt x="2738810" y="310749"/>
                  </a:lnTo>
                  <a:lnTo>
                    <a:pt x="2772393" y="334640"/>
                  </a:lnTo>
                  <a:lnTo>
                    <a:pt x="2804162" y="359194"/>
                  </a:lnTo>
                  <a:lnTo>
                    <a:pt x="2834069" y="384387"/>
                  </a:lnTo>
                  <a:lnTo>
                    <a:pt x="2888103" y="436593"/>
                  </a:lnTo>
                  <a:lnTo>
                    <a:pt x="2934103" y="491063"/>
                  </a:lnTo>
                  <a:lnTo>
                    <a:pt x="2971680" y="547602"/>
                  </a:lnTo>
                  <a:lnTo>
                    <a:pt x="3000444" y="606013"/>
                  </a:lnTo>
                  <a:lnTo>
                    <a:pt x="3020004" y="666101"/>
                  </a:lnTo>
                  <a:lnTo>
                    <a:pt x="3029971" y="727672"/>
                  </a:lnTo>
                  <a:lnTo>
                    <a:pt x="3031235" y="758952"/>
                  </a:lnTo>
                  <a:lnTo>
                    <a:pt x="3029971" y="790236"/>
                  </a:lnTo>
                  <a:lnTo>
                    <a:pt x="3020004" y="851814"/>
                  </a:lnTo>
                  <a:lnTo>
                    <a:pt x="3000444" y="911908"/>
                  </a:lnTo>
                  <a:lnTo>
                    <a:pt x="2971680" y="970324"/>
                  </a:lnTo>
                  <a:lnTo>
                    <a:pt x="2934103" y="1026866"/>
                  </a:lnTo>
                  <a:lnTo>
                    <a:pt x="2888103" y="1081337"/>
                  </a:lnTo>
                  <a:lnTo>
                    <a:pt x="2834069" y="1133544"/>
                  </a:lnTo>
                  <a:lnTo>
                    <a:pt x="2804162" y="1158738"/>
                  </a:lnTo>
                  <a:lnTo>
                    <a:pt x="2772393" y="1183291"/>
                  </a:lnTo>
                  <a:lnTo>
                    <a:pt x="2738810" y="1207181"/>
                  </a:lnTo>
                  <a:lnTo>
                    <a:pt x="2703463" y="1230383"/>
                  </a:lnTo>
                  <a:lnTo>
                    <a:pt x="2666401" y="1252872"/>
                  </a:lnTo>
                  <a:lnTo>
                    <a:pt x="2627671" y="1274624"/>
                  </a:lnTo>
                  <a:lnTo>
                    <a:pt x="2587323" y="1295614"/>
                  </a:lnTo>
                  <a:lnTo>
                    <a:pt x="2545405" y="1315818"/>
                  </a:lnTo>
                  <a:lnTo>
                    <a:pt x="2501967" y="1335212"/>
                  </a:lnTo>
                  <a:lnTo>
                    <a:pt x="2457057" y="1353771"/>
                  </a:lnTo>
                  <a:lnTo>
                    <a:pt x="2410724" y="1371471"/>
                  </a:lnTo>
                  <a:lnTo>
                    <a:pt x="2363016" y="1388288"/>
                  </a:lnTo>
                  <a:lnTo>
                    <a:pt x="2313982" y="1404196"/>
                  </a:lnTo>
                  <a:lnTo>
                    <a:pt x="2263672" y="1419173"/>
                  </a:lnTo>
                  <a:lnTo>
                    <a:pt x="2212133" y="1433192"/>
                  </a:lnTo>
                  <a:lnTo>
                    <a:pt x="2159415" y="1446230"/>
                  </a:lnTo>
                  <a:lnTo>
                    <a:pt x="2105566" y="1458262"/>
                  </a:lnTo>
                  <a:lnTo>
                    <a:pt x="2050636" y="1469264"/>
                  </a:lnTo>
                  <a:lnTo>
                    <a:pt x="1994672" y="1479212"/>
                  </a:lnTo>
                  <a:lnTo>
                    <a:pt x="1937723" y="1488081"/>
                  </a:lnTo>
                  <a:lnTo>
                    <a:pt x="1879839" y="1495847"/>
                  </a:lnTo>
                  <a:lnTo>
                    <a:pt x="1821069" y="1502485"/>
                  </a:lnTo>
                  <a:lnTo>
                    <a:pt x="1761460" y="1507970"/>
                  </a:lnTo>
                  <a:lnTo>
                    <a:pt x="1701061" y="1512279"/>
                  </a:lnTo>
                  <a:lnTo>
                    <a:pt x="1639922" y="1515388"/>
                  </a:lnTo>
                  <a:lnTo>
                    <a:pt x="1578091" y="1517270"/>
                  </a:lnTo>
                  <a:lnTo>
                    <a:pt x="1515617" y="1517904"/>
                  </a:lnTo>
                  <a:lnTo>
                    <a:pt x="1453144" y="1517270"/>
                  </a:lnTo>
                  <a:lnTo>
                    <a:pt x="1391313" y="1515388"/>
                  </a:lnTo>
                  <a:lnTo>
                    <a:pt x="1330174" y="1512279"/>
                  </a:lnTo>
                  <a:lnTo>
                    <a:pt x="1269775" y="1507970"/>
                  </a:lnTo>
                  <a:lnTo>
                    <a:pt x="1210166" y="1502485"/>
                  </a:lnTo>
                  <a:lnTo>
                    <a:pt x="1151396" y="1495847"/>
                  </a:lnTo>
                  <a:lnTo>
                    <a:pt x="1093512" y="1488081"/>
                  </a:lnTo>
                  <a:lnTo>
                    <a:pt x="1036563" y="1479212"/>
                  </a:lnTo>
                  <a:lnTo>
                    <a:pt x="980599" y="1469264"/>
                  </a:lnTo>
                  <a:lnTo>
                    <a:pt x="925669" y="1458262"/>
                  </a:lnTo>
                  <a:lnTo>
                    <a:pt x="871820" y="1446230"/>
                  </a:lnTo>
                  <a:lnTo>
                    <a:pt x="819102" y="1433192"/>
                  </a:lnTo>
                  <a:lnTo>
                    <a:pt x="767563" y="1419173"/>
                  </a:lnTo>
                  <a:lnTo>
                    <a:pt x="717253" y="1404196"/>
                  </a:lnTo>
                  <a:lnTo>
                    <a:pt x="668219" y="1388288"/>
                  </a:lnTo>
                  <a:lnTo>
                    <a:pt x="620511" y="1371471"/>
                  </a:lnTo>
                  <a:lnTo>
                    <a:pt x="574178" y="1353771"/>
                  </a:lnTo>
                  <a:lnTo>
                    <a:pt x="529268" y="1335212"/>
                  </a:lnTo>
                  <a:lnTo>
                    <a:pt x="485830" y="1315818"/>
                  </a:lnTo>
                  <a:lnTo>
                    <a:pt x="443912" y="1295614"/>
                  </a:lnTo>
                  <a:lnTo>
                    <a:pt x="403564" y="1274624"/>
                  </a:lnTo>
                  <a:lnTo>
                    <a:pt x="364834" y="1252872"/>
                  </a:lnTo>
                  <a:lnTo>
                    <a:pt x="327772" y="1230383"/>
                  </a:lnTo>
                  <a:lnTo>
                    <a:pt x="292425" y="1207181"/>
                  </a:lnTo>
                  <a:lnTo>
                    <a:pt x="258842" y="1183291"/>
                  </a:lnTo>
                  <a:lnTo>
                    <a:pt x="227073" y="1158738"/>
                  </a:lnTo>
                  <a:lnTo>
                    <a:pt x="197166" y="1133544"/>
                  </a:lnTo>
                  <a:lnTo>
                    <a:pt x="143132" y="1081337"/>
                  </a:lnTo>
                  <a:lnTo>
                    <a:pt x="97132" y="1026866"/>
                  </a:lnTo>
                  <a:lnTo>
                    <a:pt x="59555" y="970324"/>
                  </a:lnTo>
                  <a:lnTo>
                    <a:pt x="30791" y="911908"/>
                  </a:lnTo>
                  <a:lnTo>
                    <a:pt x="11231" y="851814"/>
                  </a:lnTo>
                  <a:lnTo>
                    <a:pt x="1264" y="790236"/>
                  </a:lnTo>
                  <a:lnTo>
                    <a:pt x="0" y="758952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807076" y="5693764"/>
            <a:ext cx="135674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Liberation Sans Narrow"/>
                <a:cs typeface="Liberation Sans Narrow"/>
              </a:rPr>
              <a:t>Subnet</a:t>
            </a:r>
            <a:r>
              <a:rPr sz="1600" b="1" spc="-75" dirty="0">
                <a:latin typeface="Liberation Sans Narrow"/>
                <a:cs typeface="Liberation Sans Narrow"/>
              </a:rPr>
              <a:t> </a:t>
            </a:r>
            <a:r>
              <a:rPr sz="1600" b="1" spc="-5" dirty="0">
                <a:latin typeface="Liberation Sans Narrow"/>
                <a:cs typeface="Liberation Sans Narrow"/>
              </a:rPr>
              <a:t>3</a:t>
            </a:r>
            <a:endParaRPr sz="1600" dirty="0">
              <a:latin typeface="Liberation Sans Narrow"/>
              <a:cs typeface="Liberation Sans Narrow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575047" y="2196083"/>
            <a:ext cx="4261485" cy="3901440"/>
            <a:chOff x="4575047" y="2196083"/>
            <a:chExt cx="4261485" cy="3901440"/>
          </a:xfrm>
        </p:grpSpPr>
        <p:sp>
          <p:nvSpPr>
            <p:cNvPr id="58" name="object 58"/>
            <p:cNvSpPr/>
            <p:nvPr/>
          </p:nvSpPr>
          <p:spPr>
            <a:xfrm>
              <a:off x="4932425" y="4744973"/>
              <a:ext cx="2255520" cy="731520"/>
            </a:xfrm>
            <a:custGeom>
              <a:avLst/>
              <a:gdLst/>
              <a:ahLst/>
              <a:cxnLst/>
              <a:rect l="l" t="t" r="r" b="b"/>
              <a:pathLst>
                <a:path w="2255520" h="731520">
                  <a:moveTo>
                    <a:pt x="0" y="386206"/>
                  </a:moveTo>
                  <a:lnTo>
                    <a:pt x="594995" y="0"/>
                  </a:lnTo>
                  <a:lnTo>
                    <a:pt x="2255520" y="358901"/>
                  </a:lnTo>
                  <a:lnTo>
                    <a:pt x="1730375" y="731519"/>
                  </a:lnTo>
                </a:path>
              </a:pathLst>
            </a:custGeom>
            <a:ln w="38099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75047" y="4715255"/>
              <a:ext cx="745236" cy="9067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923025" y="2215133"/>
              <a:ext cx="2216150" cy="2593975"/>
            </a:xfrm>
            <a:custGeom>
              <a:avLst/>
              <a:gdLst/>
              <a:ahLst/>
              <a:cxnLst/>
              <a:rect l="l" t="t" r="r" b="b"/>
              <a:pathLst>
                <a:path w="2216150" h="2593975">
                  <a:moveTo>
                    <a:pt x="0" y="2593847"/>
                  </a:moveTo>
                  <a:lnTo>
                    <a:pt x="2215896" y="386333"/>
                  </a:lnTo>
                  <a:lnTo>
                    <a:pt x="331088" y="0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373367" y="3768851"/>
              <a:ext cx="961643" cy="6141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97829" y="4938522"/>
              <a:ext cx="843280" cy="661670"/>
            </a:xfrm>
            <a:custGeom>
              <a:avLst/>
              <a:gdLst/>
              <a:ahLst/>
              <a:cxnLst/>
              <a:rect l="l" t="t" r="r" b="b"/>
              <a:pathLst>
                <a:path w="843279" h="661670">
                  <a:moveTo>
                    <a:pt x="0" y="661415"/>
                  </a:moveTo>
                  <a:lnTo>
                    <a:pt x="842772" y="0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472683" y="4962144"/>
              <a:ext cx="743712" cy="9067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329171" y="5065776"/>
              <a:ext cx="798576" cy="10119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786371" y="5634227"/>
              <a:ext cx="571500" cy="46329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175753" y="5305044"/>
              <a:ext cx="457200" cy="114300"/>
            </a:xfrm>
            <a:custGeom>
              <a:avLst/>
              <a:gdLst/>
              <a:ahLst/>
              <a:cxnLst/>
              <a:rect l="l" t="t" r="r" b="b"/>
              <a:pathLst>
                <a:path w="457200" h="114300">
                  <a:moveTo>
                    <a:pt x="114300" y="0"/>
                  </a:moveTo>
                  <a:lnTo>
                    <a:pt x="0" y="57149"/>
                  </a:lnTo>
                  <a:lnTo>
                    <a:pt x="114300" y="114299"/>
                  </a:lnTo>
                  <a:lnTo>
                    <a:pt x="114300" y="76199"/>
                  </a:lnTo>
                  <a:lnTo>
                    <a:pt x="95250" y="76199"/>
                  </a:lnTo>
                  <a:lnTo>
                    <a:pt x="95250" y="38099"/>
                  </a:lnTo>
                  <a:lnTo>
                    <a:pt x="114300" y="38099"/>
                  </a:lnTo>
                  <a:lnTo>
                    <a:pt x="114300" y="0"/>
                  </a:lnTo>
                  <a:close/>
                </a:path>
                <a:path w="457200" h="114300">
                  <a:moveTo>
                    <a:pt x="114300" y="38099"/>
                  </a:moveTo>
                  <a:lnTo>
                    <a:pt x="95250" y="38099"/>
                  </a:lnTo>
                  <a:lnTo>
                    <a:pt x="95250" y="76199"/>
                  </a:lnTo>
                  <a:lnTo>
                    <a:pt x="114300" y="76199"/>
                  </a:lnTo>
                  <a:lnTo>
                    <a:pt x="114300" y="38099"/>
                  </a:lnTo>
                  <a:close/>
                </a:path>
                <a:path w="457200" h="114300">
                  <a:moveTo>
                    <a:pt x="457200" y="38099"/>
                  </a:moveTo>
                  <a:lnTo>
                    <a:pt x="114300" y="38099"/>
                  </a:lnTo>
                  <a:lnTo>
                    <a:pt x="114300" y="76199"/>
                  </a:lnTo>
                  <a:lnTo>
                    <a:pt x="457200" y="76199"/>
                  </a:lnTo>
                  <a:lnTo>
                    <a:pt x="457200" y="3809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46263" y="5199888"/>
              <a:ext cx="1389887" cy="39319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409687" y="5189219"/>
              <a:ext cx="1307592" cy="4831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426451" y="5180076"/>
              <a:ext cx="1377950" cy="381000"/>
            </a:xfrm>
            <a:custGeom>
              <a:avLst/>
              <a:gdLst/>
              <a:ahLst/>
              <a:cxnLst/>
              <a:rect l="l" t="t" r="r" b="b"/>
              <a:pathLst>
                <a:path w="1377950" h="381000">
                  <a:moveTo>
                    <a:pt x="1370583" y="0"/>
                  </a:moveTo>
                  <a:lnTo>
                    <a:pt x="7112" y="0"/>
                  </a:lnTo>
                  <a:lnTo>
                    <a:pt x="0" y="7112"/>
                  </a:lnTo>
                  <a:lnTo>
                    <a:pt x="0" y="373888"/>
                  </a:lnTo>
                  <a:lnTo>
                    <a:pt x="7112" y="381000"/>
                  </a:lnTo>
                  <a:lnTo>
                    <a:pt x="1370583" y="381000"/>
                  </a:lnTo>
                  <a:lnTo>
                    <a:pt x="1377696" y="373888"/>
                  </a:lnTo>
                  <a:lnTo>
                    <a:pt x="1377696" y="7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7426452" y="5180076"/>
            <a:ext cx="1377950" cy="381000"/>
          </a:xfrm>
          <a:prstGeom prst="rect">
            <a:avLst/>
          </a:prstGeom>
          <a:ln w="20447">
            <a:solidFill>
              <a:srgbClr val="4D4D4D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390"/>
              </a:spcBef>
            </a:pPr>
            <a:r>
              <a:rPr sz="1800" b="1" dirty="0">
                <a:latin typeface="Liberation Sans Narrow"/>
                <a:cs typeface="Liberation Sans Narrow"/>
              </a:rPr>
              <a:t>DNS</a:t>
            </a:r>
            <a:r>
              <a:rPr sz="1800" b="1" spc="-20" dirty="0">
                <a:latin typeface="Liberation Sans Narrow"/>
                <a:cs typeface="Liberation Sans Narrow"/>
              </a:rPr>
              <a:t> </a:t>
            </a:r>
            <a:r>
              <a:rPr sz="1800" b="1" spc="-5" dirty="0">
                <a:latin typeface="Liberation Sans Narrow"/>
                <a:cs typeface="Liberation Sans Narrow"/>
              </a:rPr>
              <a:t>Server</a:t>
            </a:r>
            <a:endParaRPr sz="1800">
              <a:latin typeface="Liberation Sans Narrow"/>
              <a:cs typeface="Liberation Sans Narrow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7430261" y="5730240"/>
            <a:ext cx="1400175" cy="716280"/>
            <a:chOff x="7430261" y="5730240"/>
            <a:chExt cx="1400175" cy="716280"/>
          </a:xfrm>
        </p:grpSpPr>
        <p:sp>
          <p:nvSpPr>
            <p:cNvPr id="72" name="object 72"/>
            <p:cNvSpPr/>
            <p:nvPr/>
          </p:nvSpPr>
          <p:spPr>
            <a:xfrm>
              <a:off x="7430261" y="5910072"/>
              <a:ext cx="457200" cy="114300"/>
            </a:xfrm>
            <a:custGeom>
              <a:avLst/>
              <a:gdLst/>
              <a:ahLst/>
              <a:cxnLst/>
              <a:rect l="l" t="t" r="r" b="b"/>
              <a:pathLst>
                <a:path w="457200" h="114300">
                  <a:moveTo>
                    <a:pt x="114300" y="0"/>
                  </a:moveTo>
                  <a:lnTo>
                    <a:pt x="0" y="57149"/>
                  </a:lnTo>
                  <a:lnTo>
                    <a:pt x="114300" y="114299"/>
                  </a:lnTo>
                  <a:lnTo>
                    <a:pt x="114300" y="76199"/>
                  </a:lnTo>
                  <a:lnTo>
                    <a:pt x="95250" y="76199"/>
                  </a:lnTo>
                  <a:lnTo>
                    <a:pt x="95250" y="38099"/>
                  </a:lnTo>
                  <a:lnTo>
                    <a:pt x="114300" y="38099"/>
                  </a:lnTo>
                  <a:lnTo>
                    <a:pt x="114300" y="0"/>
                  </a:lnTo>
                  <a:close/>
                </a:path>
                <a:path w="457200" h="114300">
                  <a:moveTo>
                    <a:pt x="114300" y="38099"/>
                  </a:moveTo>
                  <a:lnTo>
                    <a:pt x="95250" y="38099"/>
                  </a:lnTo>
                  <a:lnTo>
                    <a:pt x="95250" y="76199"/>
                  </a:lnTo>
                  <a:lnTo>
                    <a:pt x="114300" y="76199"/>
                  </a:lnTo>
                  <a:lnTo>
                    <a:pt x="114300" y="38099"/>
                  </a:lnTo>
                  <a:close/>
                </a:path>
                <a:path w="457200" h="114300">
                  <a:moveTo>
                    <a:pt x="457200" y="38099"/>
                  </a:moveTo>
                  <a:lnTo>
                    <a:pt x="114300" y="38099"/>
                  </a:lnTo>
                  <a:lnTo>
                    <a:pt x="114300" y="76199"/>
                  </a:lnTo>
                  <a:lnTo>
                    <a:pt x="457200" y="76199"/>
                  </a:lnTo>
                  <a:lnTo>
                    <a:pt x="457200" y="3809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731251" y="5792724"/>
              <a:ext cx="1098803" cy="56692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697723" y="5730240"/>
              <a:ext cx="725424" cy="716280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711439" y="5772912"/>
              <a:ext cx="1087120" cy="554990"/>
            </a:xfrm>
            <a:custGeom>
              <a:avLst/>
              <a:gdLst/>
              <a:ahLst/>
              <a:cxnLst/>
              <a:rect l="l" t="t" r="r" b="b"/>
              <a:pathLst>
                <a:path w="1087120" h="554989">
                  <a:moveTo>
                    <a:pt x="1063498" y="0"/>
                  </a:moveTo>
                  <a:lnTo>
                    <a:pt x="23113" y="0"/>
                  </a:lnTo>
                  <a:lnTo>
                    <a:pt x="14091" y="1816"/>
                  </a:lnTo>
                  <a:lnTo>
                    <a:pt x="6746" y="6770"/>
                  </a:lnTo>
                  <a:lnTo>
                    <a:pt x="1807" y="14117"/>
                  </a:lnTo>
                  <a:lnTo>
                    <a:pt x="0" y="23113"/>
                  </a:lnTo>
                  <a:lnTo>
                    <a:pt x="0" y="531622"/>
                  </a:lnTo>
                  <a:lnTo>
                    <a:pt x="1807" y="540618"/>
                  </a:lnTo>
                  <a:lnTo>
                    <a:pt x="6746" y="547965"/>
                  </a:lnTo>
                  <a:lnTo>
                    <a:pt x="14091" y="552919"/>
                  </a:lnTo>
                  <a:lnTo>
                    <a:pt x="23113" y="554736"/>
                  </a:lnTo>
                  <a:lnTo>
                    <a:pt x="1063498" y="554736"/>
                  </a:lnTo>
                  <a:lnTo>
                    <a:pt x="1072520" y="552919"/>
                  </a:lnTo>
                  <a:lnTo>
                    <a:pt x="1079865" y="547965"/>
                  </a:lnTo>
                  <a:lnTo>
                    <a:pt x="1084804" y="540618"/>
                  </a:lnTo>
                  <a:lnTo>
                    <a:pt x="1086611" y="531622"/>
                  </a:lnTo>
                  <a:lnTo>
                    <a:pt x="1086611" y="23113"/>
                  </a:lnTo>
                  <a:lnTo>
                    <a:pt x="1084804" y="14117"/>
                  </a:lnTo>
                  <a:lnTo>
                    <a:pt x="1079865" y="6770"/>
                  </a:lnTo>
                  <a:lnTo>
                    <a:pt x="1072520" y="1816"/>
                  </a:lnTo>
                  <a:lnTo>
                    <a:pt x="10634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711439" y="5772912"/>
              <a:ext cx="1087120" cy="554990"/>
            </a:xfrm>
            <a:custGeom>
              <a:avLst/>
              <a:gdLst/>
              <a:ahLst/>
              <a:cxnLst/>
              <a:rect l="l" t="t" r="r" b="b"/>
              <a:pathLst>
                <a:path w="1087120" h="554989">
                  <a:moveTo>
                    <a:pt x="0" y="23113"/>
                  </a:moveTo>
                  <a:lnTo>
                    <a:pt x="1807" y="14117"/>
                  </a:lnTo>
                  <a:lnTo>
                    <a:pt x="6746" y="6770"/>
                  </a:lnTo>
                  <a:lnTo>
                    <a:pt x="14091" y="1816"/>
                  </a:lnTo>
                  <a:lnTo>
                    <a:pt x="23113" y="0"/>
                  </a:lnTo>
                  <a:lnTo>
                    <a:pt x="1063498" y="0"/>
                  </a:lnTo>
                  <a:lnTo>
                    <a:pt x="1072520" y="1816"/>
                  </a:lnTo>
                  <a:lnTo>
                    <a:pt x="1079865" y="6770"/>
                  </a:lnTo>
                  <a:lnTo>
                    <a:pt x="1084804" y="14117"/>
                  </a:lnTo>
                  <a:lnTo>
                    <a:pt x="1086611" y="23113"/>
                  </a:lnTo>
                  <a:lnTo>
                    <a:pt x="1086611" y="531622"/>
                  </a:lnTo>
                  <a:lnTo>
                    <a:pt x="1084804" y="540618"/>
                  </a:lnTo>
                  <a:lnTo>
                    <a:pt x="1079865" y="547965"/>
                  </a:lnTo>
                  <a:lnTo>
                    <a:pt x="1072520" y="552919"/>
                  </a:lnTo>
                  <a:lnTo>
                    <a:pt x="1063498" y="554736"/>
                  </a:lnTo>
                  <a:lnTo>
                    <a:pt x="23113" y="554736"/>
                  </a:lnTo>
                  <a:lnTo>
                    <a:pt x="14091" y="552919"/>
                  </a:lnTo>
                  <a:lnTo>
                    <a:pt x="6746" y="547965"/>
                  </a:lnTo>
                  <a:lnTo>
                    <a:pt x="1807" y="540618"/>
                  </a:lnTo>
                  <a:lnTo>
                    <a:pt x="0" y="531622"/>
                  </a:lnTo>
                  <a:lnTo>
                    <a:pt x="0" y="23113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7723057" y="5759602"/>
            <a:ext cx="1052195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ts val="2000"/>
              </a:lnSpc>
              <a:spcBef>
                <a:spcPts val="100"/>
              </a:spcBef>
            </a:pPr>
            <a:r>
              <a:rPr sz="1800" b="1" dirty="0">
                <a:latin typeface="Liberation Sans Narrow"/>
                <a:cs typeface="Liberation Sans Narrow"/>
              </a:rPr>
              <a:t>DNS</a:t>
            </a:r>
            <a:endParaRPr sz="1800">
              <a:latin typeface="Liberation Sans Narrow"/>
              <a:cs typeface="Liberation Sans Narrow"/>
            </a:endParaRPr>
          </a:p>
          <a:p>
            <a:pPr marL="88265">
              <a:lnSpc>
                <a:spcPts val="2000"/>
              </a:lnSpc>
            </a:pPr>
            <a:r>
              <a:rPr sz="1800" b="1" spc="-5" dirty="0">
                <a:latin typeface="Liberation Sans Narrow"/>
                <a:cs typeface="Liberation Sans Narrow"/>
              </a:rPr>
              <a:t>Zone</a:t>
            </a:r>
            <a:endParaRPr sz="1800">
              <a:latin typeface="Liberation Sans Narrow"/>
              <a:cs typeface="Liberation Sans Narrow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061203" y="5843778"/>
            <a:ext cx="1370330" cy="829944"/>
            <a:chOff x="5061203" y="5843778"/>
            <a:chExt cx="1370330" cy="829944"/>
          </a:xfrm>
        </p:grpSpPr>
        <p:sp>
          <p:nvSpPr>
            <p:cNvPr id="79" name="object 79"/>
            <p:cNvSpPr/>
            <p:nvPr/>
          </p:nvSpPr>
          <p:spPr>
            <a:xfrm>
              <a:off x="5682995" y="5843778"/>
              <a:ext cx="114300" cy="457200"/>
            </a:xfrm>
            <a:custGeom>
              <a:avLst/>
              <a:gdLst/>
              <a:ahLst/>
              <a:cxnLst/>
              <a:rect l="l" t="t" r="r" b="b"/>
              <a:pathLst>
                <a:path w="114300" h="457200">
                  <a:moveTo>
                    <a:pt x="76200" y="95250"/>
                  </a:moveTo>
                  <a:lnTo>
                    <a:pt x="38100" y="95250"/>
                  </a:lnTo>
                  <a:lnTo>
                    <a:pt x="38100" y="457200"/>
                  </a:lnTo>
                  <a:lnTo>
                    <a:pt x="76200" y="457200"/>
                  </a:lnTo>
                  <a:lnTo>
                    <a:pt x="76200" y="95250"/>
                  </a:lnTo>
                  <a:close/>
                </a:path>
                <a:path w="114300" h="457200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457200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097779" y="6201156"/>
              <a:ext cx="1333500" cy="39319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061203" y="6190488"/>
              <a:ext cx="1245108" cy="48310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077967" y="6181344"/>
              <a:ext cx="1321435" cy="381000"/>
            </a:xfrm>
            <a:custGeom>
              <a:avLst/>
              <a:gdLst/>
              <a:ahLst/>
              <a:cxnLst/>
              <a:rect l="l" t="t" r="r" b="b"/>
              <a:pathLst>
                <a:path w="1321435" h="381000">
                  <a:moveTo>
                    <a:pt x="1314196" y="0"/>
                  </a:moveTo>
                  <a:lnTo>
                    <a:pt x="7112" y="0"/>
                  </a:lnTo>
                  <a:lnTo>
                    <a:pt x="0" y="7111"/>
                  </a:lnTo>
                  <a:lnTo>
                    <a:pt x="0" y="373887"/>
                  </a:lnTo>
                  <a:lnTo>
                    <a:pt x="7112" y="380999"/>
                  </a:lnTo>
                  <a:lnTo>
                    <a:pt x="1314196" y="380999"/>
                  </a:lnTo>
                  <a:lnTo>
                    <a:pt x="1321308" y="373887"/>
                  </a:lnTo>
                  <a:lnTo>
                    <a:pt x="1321308" y="71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5077967" y="6181344"/>
            <a:ext cx="1321435" cy="381000"/>
          </a:xfrm>
          <a:prstGeom prst="rect">
            <a:avLst/>
          </a:prstGeom>
          <a:ln w="20447">
            <a:solidFill>
              <a:srgbClr val="4D4D4D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395"/>
              </a:spcBef>
            </a:pPr>
            <a:r>
              <a:rPr sz="1800" b="1" dirty="0">
                <a:latin typeface="Liberation Sans Narrow"/>
                <a:cs typeface="Liberation Sans Narrow"/>
              </a:rPr>
              <a:t>DNS</a:t>
            </a:r>
            <a:r>
              <a:rPr sz="1800" b="1" spc="-15" dirty="0">
                <a:latin typeface="Liberation Sans Narrow"/>
                <a:cs typeface="Liberation Sans Narrow"/>
              </a:rPr>
              <a:t> </a:t>
            </a:r>
            <a:r>
              <a:rPr sz="1800" b="1" spc="-5" dirty="0">
                <a:latin typeface="Liberation Sans Narrow"/>
                <a:cs typeface="Liberation Sans Narrow"/>
              </a:rPr>
              <a:t>Client</a:t>
            </a:r>
            <a:endParaRPr sz="1800">
              <a:latin typeface="Liberation Sans Narrow"/>
              <a:cs typeface="Liberation Sans Narr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657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2: </a:t>
            </a:r>
            <a:r>
              <a:rPr spc="-5" dirty="0"/>
              <a:t>Configuring the </a:t>
            </a:r>
            <a:r>
              <a:rPr dirty="0"/>
              <a:t>DNS </a:t>
            </a:r>
            <a:r>
              <a:rPr spc="-5" dirty="0"/>
              <a:t>Server</a:t>
            </a:r>
            <a:r>
              <a:rPr spc="65" dirty="0"/>
              <a:t> </a:t>
            </a:r>
            <a:r>
              <a:rPr spc="-10" dirty="0"/>
              <a:t>Role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218680" cy="27578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Are the Components </a:t>
            </a:r>
            <a:r>
              <a:rPr sz="2000" dirty="0">
                <a:latin typeface="Verdana"/>
                <a:cs typeface="Verdana"/>
              </a:rPr>
              <a:t>of a DNS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Solution?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DNS </a:t>
            </a:r>
            <a:r>
              <a:rPr sz="2000" spc="-5" dirty="0">
                <a:latin typeface="Verdana"/>
                <a:cs typeface="Verdana"/>
              </a:rPr>
              <a:t>Resource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Records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Are Root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Hints?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Are </a:t>
            </a:r>
            <a:r>
              <a:rPr sz="2000" dirty="0">
                <a:latin typeface="Verdana"/>
                <a:cs typeface="Verdana"/>
              </a:rPr>
              <a:t>DNS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Queries?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Forwarding?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How DNS </a:t>
            </a:r>
            <a:r>
              <a:rPr sz="2000" spc="-5" dirty="0">
                <a:latin typeface="Verdana"/>
                <a:cs typeface="Verdana"/>
              </a:rPr>
              <a:t>Server Caching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 smtClean="0">
                <a:latin typeface="Verdana"/>
                <a:cs typeface="Verdana"/>
              </a:rPr>
              <a:t>Works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075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</a:t>
            </a:r>
            <a:r>
              <a:rPr spc="-5" dirty="0"/>
              <a:t>the </a:t>
            </a:r>
            <a:r>
              <a:rPr dirty="0"/>
              <a:t>Components of a </a:t>
            </a:r>
            <a:r>
              <a:rPr spc="-5" dirty="0"/>
              <a:t>DNS</a:t>
            </a:r>
            <a:r>
              <a:rPr spc="-25" dirty="0"/>
              <a:t> </a:t>
            </a:r>
            <a:r>
              <a:rPr spc="-5" dirty="0"/>
              <a:t>Solution?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22913" y="1279969"/>
            <a:ext cx="3510279" cy="4874260"/>
            <a:chOff x="5022913" y="1279969"/>
            <a:chExt cx="3510279" cy="4874260"/>
          </a:xfrm>
        </p:grpSpPr>
        <p:sp>
          <p:nvSpPr>
            <p:cNvPr id="4" name="object 4"/>
            <p:cNvSpPr/>
            <p:nvPr/>
          </p:nvSpPr>
          <p:spPr>
            <a:xfrm>
              <a:off x="5027676" y="1284732"/>
              <a:ext cx="3500754" cy="4864735"/>
            </a:xfrm>
            <a:custGeom>
              <a:avLst/>
              <a:gdLst/>
              <a:ahLst/>
              <a:cxnLst/>
              <a:rect l="l" t="t" r="r" b="b"/>
              <a:pathLst>
                <a:path w="3500754" h="4864735">
                  <a:moveTo>
                    <a:pt x="3315207" y="0"/>
                  </a:moveTo>
                  <a:lnTo>
                    <a:pt x="185420" y="0"/>
                  </a:lnTo>
                  <a:lnTo>
                    <a:pt x="136142" y="6626"/>
                  </a:lnTo>
                  <a:lnTo>
                    <a:pt x="91853" y="25324"/>
                  </a:lnTo>
                  <a:lnTo>
                    <a:pt x="54324" y="54324"/>
                  </a:lnTo>
                  <a:lnTo>
                    <a:pt x="25324" y="91853"/>
                  </a:lnTo>
                  <a:lnTo>
                    <a:pt x="6626" y="136142"/>
                  </a:lnTo>
                  <a:lnTo>
                    <a:pt x="0" y="185419"/>
                  </a:lnTo>
                  <a:lnTo>
                    <a:pt x="0" y="4679213"/>
                  </a:lnTo>
                  <a:lnTo>
                    <a:pt x="6626" y="4728497"/>
                  </a:lnTo>
                  <a:lnTo>
                    <a:pt x="25324" y="4772784"/>
                  </a:lnTo>
                  <a:lnTo>
                    <a:pt x="54324" y="4810305"/>
                  </a:lnTo>
                  <a:lnTo>
                    <a:pt x="91853" y="4839295"/>
                  </a:lnTo>
                  <a:lnTo>
                    <a:pt x="136142" y="4857985"/>
                  </a:lnTo>
                  <a:lnTo>
                    <a:pt x="185420" y="4864608"/>
                  </a:lnTo>
                  <a:lnTo>
                    <a:pt x="3315207" y="4864608"/>
                  </a:lnTo>
                  <a:lnTo>
                    <a:pt x="3364485" y="4857985"/>
                  </a:lnTo>
                  <a:lnTo>
                    <a:pt x="3408774" y="4839295"/>
                  </a:lnTo>
                  <a:lnTo>
                    <a:pt x="3446303" y="4810305"/>
                  </a:lnTo>
                  <a:lnTo>
                    <a:pt x="3475303" y="4772784"/>
                  </a:lnTo>
                  <a:lnTo>
                    <a:pt x="3494001" y="4728497"/>
                  </a:lnTo>
                  <a:lnTo>
                    <a:pt x="3500628" y="4679213"/>
                  </a:lnTo>
                  <a:lnTo>
                    <a:pt x="3500628" y="185419"/>
                  </a:lnTo>
                  <a:lnTo>
                    <a:pt x="3494001" y="136142"/>
                  </a:lnTo>
                  <a:lnTo>
                    <a:pt x="3475303" y="91853"/>
                  </a:lnTo>
                  <a:lnTo>
                    <a:pt x="3446303" y="54324"/>
                  </a:lnTo>
                  <a:lnTo>
                    <a:pt x="3408774" y="25324"/>
                  </a:lnTo>
                  <a:lnTo>
                    <a:pt x="3364485" y="6626"/>
                  </a:lnTo>
                  <a:lnTo>
                    <a:pt x="3315207" y="0"/>
                  </a:lnTo>
                  <a:close/>
                </a:path>
              </a:pathLst>
            </a:custGeom>
            <a:solidFill>
              <a:srgbClr val="BAC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27676" y="1284732"/>
              <a:ext cx="3500754" cy="4864735"/>
            </a:xfrm>
            <a:custGeom>
              <a:avLst/>
              <a:gdLst/>
              <a:ahLst/>
              <a:cxnLst/>
              <a:rect l="l" t="t" r="r" b="b"/>
              <a:pathLst>
                <a:path w="3500754" h="4864735">
                  <a:moveTo>
                    <a:pt x="0" y="185419"/>
                  </a:moveTo>
                  <a:lnTo>
                    <a:pt x="6626" y="136142"/>
                  </a:lnTo>
                  <a:lnTo>
                    <a:pt x="25324" y="91853"/>
                  </a:lnTo>
                  <a:lnTo>
                    <a:pt x="54324" y="54324"/>
                  </a:lnTo>
                  <a:lnTo>
                    <a:pt x="91853" y="25324"/>
                  </a:lnTo>
                  <a:lnTo>
                    <a:pt x="136142" y="6626"/>
                  </a:lnTo>
                  <a:lnTo>
                    <a:pt x="185420" y="0"/>
                  </a:lnTo>
                  <a:lnTo>
                    <a:pt x="3315207" y="0"/>
                  </a:lnTo>
                  <a:lnTo>
                    <a:pt x="3364485" y="6626"/>
                  </a:lnTo>
                  <a:lnTo>
                    <a:pt x="3408774" y="25324"/>
                  </a:lnTo>
                  <a:lnTo>
                    <a:pt x="3446303" y="54324"/>
                  </a:lnTo>
                  <a:lnTo>
                    <a:pt x="3475303" y="91853"/>
                  </a:lnTo>
                  <a:lnTo>
                    <a:pt x="3494001" y="136142"/>
                  </a:lnTo>
                  <a:lnTo>
                    <a:pt x="3500628" y="185419"/>
                  </a:lnTo>
                  <a:lnTo>
                    <a:pt x="3500628" y="4679213"/>
                  </a:lnTo>
                  <a:lnTo>
                    <a:pt x="3494001" y="4728497"/>
                  </a:lnTo>
                  <a:lnTo>
                    <a:pt x="3475303" y="4772784"/>
                  </a:lnTo>
                  <a:lnTo>
                    <a:pt x="3446303" y="4810305"/>
                  </a:lnTo>
                  <a:lnTo>
                    <a:pt x="3408774" y="4839295"/>
                  </a:lnTo>
                  <a:lnTo>
                    <a:pt x="3364485" y="4857985"/>
                  </a:lnTo>
                  <a:lnTo>
                    <a:pt x="3315207" y="4864608"/>
                  </a:lnTo>
                  <a:lnTo>
                    <a:pt x="185420" y="4864608"/>
                  </a:lnTo>
                  <a:lnTo>
                    <a:pt x="136142" y="4857985"/>
                  </a:lnTo>
                  <a:lnTo>
                    <a:pt x="91853" y="4839295"/>
                  </a:lnTo>
                  <a:lnTo>
                    <a:pt x="54324" y="4810305"/>
                  </a:lnTo>
                  <a:lnTo>
                    <a:pt x="25324" y="4772784"/>
                  </a:lnTo>
                  <a:lnTo>
                    <a:pt x="6626" y="4728497"/>
                  </a:lnTo>
                  <a:lnTo>
                    <a:pt x="0" y="4679213"/>
                  </a:lnTo>
                  <a:lnTo>
                    <a:pt x="0" y="18541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143627" y="5793130"/>
            <a:ext cx="32696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DNS Servers </a:t>
            </a:r>
            <a:r>
              <a:rPr sz="1600" b="1" spc="-5" dirty="0">
                <a:latin typeface="Verdana"/>
                <a:cs typeface="Verdana"/>
              </a:rPr>
              <a:t>on the</a:t>
            </a:r>
            <a:r>
              <a:rPr sz="1600" b="1" spc="3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Internet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72549" y="1279969"/>
            <a:ext cx="2108200" cy="4874260"/>
            <a:chOff x="2872549" y="1279969"/>
            <a:chExt cx="2108200" cy="4874260"/>
          </a:xfrm>
        </p:grpSpPr>
        <p:sp>
          <p:nvSpPr>
            <p:cNvPr id="8" name="object 8"/>
            <p:cNvSpPr/>
            <p:nvPr/>
          </p:nvSpPr>
          <p:spPr>
            <a:xfrm>
              <a:off x="2877311" y="1284732"/>
              <a:ext cx="2098675" cy="4864735"/>
            </a:xfrm>
            <a:custGeom>
              <a:avLst/>
              <a:gdLst/>
              <a:ahLst/>
              <a:cxnLst/>
              <a:rect l="l" t="t" r="r" b="b"/>
              <a:pathLst>
                <a:path w="2098675" h="4864735">
                  <a:moveTo>
                    <a:pt x="1941322" y="0"/>
                  </a:moveTo>
                  <a:lnTo>
                    <a:pt x="157225" y="0"/>
                  </a:lnTo>
                  <a:lnTo>
                    <a:pt x="107517" y="8012"/>
                  </a:lnTo>
                  <a:lnTo>
                    <a:pt x="64355" y="30325"/>
                  </a:lnTo>
                  <a:lnTo>
                    <a:pt x="30325" y="64355"/>
                  </a:lnTo>
                  <a:lnTo>
                    <a:pt x="8012" y="107517"/>
                  </a:lnTo>
                  <a:lnTo>
                    <a:pt x="0" y="157225"/>
                  </a:lnTo>
                  <a:lnTo>
                    <a:pt x="0" y="4707407"/>
                  </a:lnTo>
                  <a:lnTo>
                    <a:pt x="8012" y="4757094"/>
                  </a:lnTo>
                  <a:lnTo>
                    <a:pt x="30325" y="4800247"/>
                  </a:lnTo>
                  <a:lnTo>
                    <a:pt x="64355" y="4834276"/>
                  </a:lnTo>
                  <a:lnTo>
                    <a:pt x="107517" y="4856593"/>
                  </a:lnTo>
                  <a:lnTo>
                    <a:pt x="157225" y="4864608"/>
                  </a:lnTo>
                  <a:lnTo>
                    <a:pt x="1941322" y="4864608"/>
                  </a:lnTo>
                  <a:lnTo>
                    <a:pt x="1991030" y="4856593"/>
                  </a:lnTo>
                  <a:lnTo>
                    <a:pt x="2034192" y="4834276"/>
                  </a:lnTo>
                  <a:lnTo>
                    <a:pt x="2068222" y="4800247"/>
                  </a:lnTo>
                  <a:lnTo>
                    <a:pt x="2090535" y="4757094"/>
                  </a:lnTo>
                  <a:lnTo>
                    <a:pt x="2098548" y="4707407"/>
                  </a:lnTo>
                  <a:lnTo>
                    <a:pt x="2098548" y="157225"/>
                  </a:lnTo>
                  <a:lnTo>
                    <a:pt x="2090535" y="107517"/>
                  </a:lnTo>
                  <a:lnTo>
                    <a:pt x="2068222" y="64355"/>
                  </a:lnTo>
                  <a:lnTo>
                    <a:pt x="2034192" y="30325"/>
                  </a:lnTo>
                  <a:lnTo>
                    <a:pt x="1991030" y="8012"/>
                  </a:lnTo>
                  <a:lnTo>
                    <a:pt x="1941322" y="0"/>
                  </a:lnTo>
                  <a:close/>
                </a:path>
              </a:pathLst>
            </a:custGeom>
            <a:solidFill>
              <a:srgbClr val="E8F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77311" y="1284732"/>
              <a:ext cx="2098675" cy="4864735"/>
            </a:xfrm>
            <a:custGeom>
              <a:avLst/>
              <a:gdLst/>
              <a:ahLst/>
              <a:cxnLst/>
              <a:rect l="l" t="t" r="r" b="b"/>
              <a:pathLst>
                <a:path w="2098675" h="4864735">
                  <a:moveTo>
                    <a:pt x="0" y="157225"/>
                  </a:moveTo>
                  <a:lnTo>
                    <a:pt x="8012" y="107517"/>
                  </a:lnTo>
                  <a:lnTo>
                    <a:pt x="30325" y="64355"/>
                  </a:lnTo>
                  <a:lnTo>
                    <a:pt x="64355" y="30325"/>
                  </a:lnTo>
                  <a:lnTo>
                    <a:pt x="107517" y="8012"/>
                  </a:lnTo>
                  <a:lnTo>
                    <a:pt x="157225" y="0"/>
                  </a:lnTo>
                  <a:lnTo>
                    <a:pt x="1941322" y="0"/>
                  </a:lnTo>
                  <a:lnTo>
                    <a:pt x="1991030" y="8012"/>
                  </a:lnTo>
                  <a:lnTo>
                    <a:pt x="2034192" y="30325"/>
                  </a:lnTo>
                  <a:lnTo>
                    <a:pt x="2068222" y="64355"/>
                  </a:lnTo>
                  <a:lnTo>
                    <a:pt x="2090535" y="107517"/>
                  </a:lnTo>
                  <a:lnTo>
                    <a:pt x="2098548" y="157225"/>
                  </a:lnTo>
                  <a:lnTo>
                    <a:pt x="2098548" y="4707407"/>
                  </a:lnTo>
                  <a:lnTo>
                    <a:pt x="2090535" y="4757094"/>
                  </a:lnTo>
                  <a:lnTo>
                    <a:pt x="2068222" y="4800247"/>
                  </a:lnTo>
                  <a:lnTo>
                    <a:pt x="2034192" y="4834276"/>
                  </a:lnTo>
                  <a:lnTo>
                    <a:pt x="1991030" y="4856593"/>
                  </a:lnTo>
                  <a:lnTo>
                    <a:pt x="1941322" y="4864608"/>
                  </a:lnTo>
                  <a:lnTo>
                    <a:pt x="157225" y="4864608"/>
                  </a:lnTo>
                  <a:lnTo>
                    <a:pt x="107517" y="4856593"/>
                  </a:lnTo>
                  <a:lnTo>
                    <a:pt x="64355" y="4834276"/>
                  </a:lnTo>
                  <a:lnTo>
                    <a:pt x="30325" y="4800247"/>
                  </a:lnTo>
                  <a:lnTo>
                    <a:pt x="8012" y="4757094"/>
                  </a:lnTo>
                  <a:lnTo>
                    <a:pt x="0" y="4707407"/>
                  </a:lnTo>
                  <a:lnTo>
                    <a:pt x="0" y="157225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201670" y="5801359"/>
            <a:ext cx="1443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5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2081" y="1279969"/>
            <a:ext cx="2176780" cy="4874260"/>
            <a:chOff x="652081" y="1279969"/>
            <a:chExt cx="2176780" cy="4874260"/>
          </a:xfrm>
        </p:grpSpPr>
        <p:sp>
          <p:nvSpPr>
            <p:cNvPr id="12" name="object 12"/>
            <p:cNvSpPr/>
            <p:nvPr/>
          </p:nvSpPr>
          <p:spPr>
            <a:xfrm>
              <a:off x="656844" y="1284732"/>
              <a:ext cx="2167255" cy="4864735"/>
            </a:xfrm>
            <a:custGeom>
              <a:avLst/>
              <a:gdLst/>
              <a:ahLst/>
              <a:cxnLst/>
              <a:rect l="l" t="t" r="r" b="b"/>
              <a:pathLst>
                <a:path w="2167255" h="4864735">
                  <a:moveTo>
                    <a:pt x="2005076" y="0"/>
                  </a:moveTo>
                  <a:lnTo>
                    <a:pt x="162039" y="0"/>
                  </a:lnTo>
                  <a:lnTo>
                    <a:pt x="118961" y="5786"/>
                  </a:lnTo>
                  <a:lnTo>
                    <a:pt x="80252" y="22116"/>
                  </a:lnTo>
                  <a:lnTo>
                    <a:pt x="47458" y="47450"/>
                  </a:lnTo>
                  <a:lnTo>
                    <a:pt x="22121" y="80245"/>
                  </a:lnTo>
                  <a:lnTo>
                    <a:pt x="5787" y="118959"/>
                  </a:lnTo>
                  <a:lnTo>
                    <a:pt x="0" y="162051"/>
                  </a:lnTo>
                  <a:lnTo>
                    <a:pt x="0" y="4702568"/>
                  </a:lnTo>
                  <a:lnTo>
                    <a:pt x="5787" y="4745646"/>
                  </a:lnTo>
                  <a:lnTo>
                    <a:pt x="22121" y="4784355"/>
                  </a:lnTo>
                  <a:lnTo>
                    <a:pt x="47458" y="4817149"/>
                  </a:lnTo>
                  <a:lnTo>
                    <a:pt x="80252" y="4842486"/>
                  </a:lnTo>
                  <a:lnTo>
                    <a:pt x="118961" y="4858820"/>
                  </a:lnTo>
                  <a:lnTo>
                    <a:pt x="162039" y="4864608"/>
                  </a:lnTo>
                  <a:lnTo>
                    <a:pt x="2005076" y="4864608"/>
                  </a:lnTo>
                  <a:lnTo>
                    <a:pt x="2048168" y="4858820"/>
                  </a:lnTo>
                  <a:lnTo>
                    <a:pt x="2086882" y="4842486"/>
                  </a:lnTo>
                  <a:lnTo>
                    <a:pt x="2119677" y="4817149"/>
                  </a:lnTo>
                  <a:lnTo>
                    <a:pt x="2145011" y="4784355"/>
                  </a:lnTo>
                  <a:lnTo>
                    <a:pt x="2161341" y="4745646"/>
                  </a:lnTo>
                  <a:lnTo>
                    <a:pt x="2167128" y="4702568"/>
                  </a:lnTo>
                  <a:lnTo>
                    <a:pt x="2167128" y="162051"/>
                  </a:lnTo>
                  <a:lnTo>
                    <a:pt x="2161341" y="118959"/>
                  </a:lnTo>
                  <a:lnTo>
                    <a:pt x="2145011" y="80245"/>
                  </a:lnTo>
                  <a:lnTo>
                    <a:pt x="2119677" y="47450"/>
                  </a:lnTo>
                  <a:lnTo>
                    <a:pt x="2086882" y="22116"/>
                  </a:lnTo>
                  <a:lnTo>
                    <a:pt x="2048168" y="5786"/>
                  </a:lnTo>
                  <a:lnTo>
                    <a:pt x="2005076" y="0"/>
                  </a:lnTo>
                  <a:close/>
                </a:path>
              </a:pathLst>
            </a:custGeom>
            <a:solidFill>
              <a:srgbClr val="BAC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6844" y="1284732"/>
              <a:ext cx="2167255" cy="4864735"/>
            </a:xfrm>
            <a:custGeom>
              <a:avLst/>
              <a:gdLst/>
              <a:ahLst/>
              <a:cxnLst/>
              <a:rect l="l" t="t" r="r" b="b"/>
              <a:pathLst>
                <a:path w="2167255" h="4864735">
                  <a:moveTo>
                    <a:pt x="0" y="162051"/>
                  </a:moveTo>
                  <a:lnTo>
                    <a:pt x="5787" y="118959"/>
                  </a:lnTo>
                  <a:lnTo>
                    <a:pt x="22121" y="80245"/>
                  </a:lnTo>
                  <a:lnTo>
                    <a:pt x="47458" y="47450"/>
                  </a:lnTo>
                  <a:lnTo>
                    <a:pt x="80252" y="22116"/>
                  </a:lnTo>
                  <a:lnTo>
                    <a:pt x="118961" y="5786"/>
                  </a:lnTo>
                  <a:lnTo>
                    <a:pt x="162039" y="0"/>
                  </a:lnTo>
                  <a:lnTo>
                    <a:pt x="2005076" y="0"/>
                  </a:lnTo>
                  <a:lnTo>
                    <a:pt x="2048168" y="5786"/>
                  </a:lnTo>
                  <a:lnTo>
                    <a:pt x="2086882" y="22116"/>
                  </a:lnTo>
                  <a:lnTo>
                    <a:pt x="2119677" y="47450"/>
                  </a:lnTo>
                  <a:lnTo>
                    <a:pt x="2145011" y="80245"/>
                  </a:lnTo>
                  <a:lnTo>
                    <a:pt x="2161341" y="118959"/>
                  </a:lnTo>
                  <a:lnTo>
                    <a:pt x="2167128" y="162051"/>
                  </a:lnTo>
                  <a:lnTo>
                    <a:pt x="2167128" y="4702568"/>
                  </a:lnTo>
                  <a:lnTo>
                    <a:pt x="2161341" y="4745646"/>
                  </a:lnTo>
                  <a:lnTo>
                    <a:pt x="2145011" y="4784355"/>
                  </a:lnTo>
                  <a:lnTo>
                    <a:pt x="2119677" y="4817149"/>
                  </a:lnTo>
                  <a:lnTo>
                    <a:pt x="2086882" y="4842486"/>
                  </a:lnTo>
                  <a:lnTo>
                    <a:pt x="2048168" y="4858820"/>
                  </a:lnTo>
                  <a:lnTo>
                    <a:pt x="2005076" y="4864608"/>
                  </a:lnTo>
                  <a:lnTo>
                    <a:pt x="162039" y="4864608"/>
                  </a:lnTo>
                  <a:lnTo>
                    <a:pt x="118961" y="4858820"/>
                  </a:lnTo>
                  <a:lnTo>
                    <a:pt x="80252" y="4842486"/>
                  </a:lnTo>
                  <a:lnTo>
                    <a:pt x="47458" y="4817149"/>
                  </a:lnTo>
                  <a:lnTo>
                    <a:pt x="22121" y="4784355"/>
                  </a:lnTo>
                  <a:lnTo>
                    <a:pt x="5787" y="4745646"/>
                  </a:lnTo>
                  <a:lnTo>
                    <a:pt x="0" y="4702568"/>
                  </a:lnTo>
                  <a:lnTo>
                    <a:pt x="0" y="16205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4689" y="5800140"/>
            <a:ext cx="16897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Resolvers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80516" y="1717548"/>
            <a:ext cx="6154420" cy="3766185"/>
            <a:chOff x="1080516" y="1717548"/>
            <a:chExt cx="6154420" cy="3766185"/>
          </a:xfrm>
        </p:grpSpPr>
        <p:sp>
          <p:nvSpPr>
            <p:cNvPr id="16" name="object 16"/>
            <p:cNvSpPr/>
            <p:nvPr/>
          </p:nvSpPr>
          <p:spPr>
            <a:xfrm>
              <a:off x="3325367" y="2962656"/>
              <a:ext cx="1975485" cy="565785"/>
            </a:xfrm>
            <a:custGeom>
              <a:avLst/>
              <a:gdLst/>
              <a:ahLst/>
              <a:cxnLst/>
              <a:rect l="l" t="t" r="r" b="b"/>
              <a:pathLst>
                <a:path w="1975485" h="565785">
                  <a:moveTo>
                    <a:pt x="0" y="0"/>
                  </a:moveTo>
                  <a:lnTo>
                    <a:pt x="1975104" y="565404"/>
                  </a:lnTo>
                </a:path>
              </a:pathLst>
            </a:custGeom>
            <a:ln w="57912">
              <a:solidFill>
                <a:srgbClr val="33333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80516" y="2202180"/>
              <a:ext cx="2474976" cy="9646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10483" y="1734312"/>
              <a:ext cx="914399" cy="10744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41476" y="2592324"/>
              <a:ext cx="702563" cy="8564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20012" y="1717548"/>
              <a:ext cx="803148" cy="9448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80516" y="4120896"/>
              <a:ext cx="2474976" cy="9662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10483" y="4408932"/>
              <a:ext cx="914399" cy="10744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41476" y="3874008"/>
              <a:ext cx="702563" cy="8549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28216" y="4512564"/>
              <a:ext cx="775716" cy="8534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92096" y="3168396"/>
              <a:ext cx="2982595" cy="1144905"/>
            </a:xfrm>
            <a:custGeom>
              <a:avLst/>
              <a:gdLst/>
              <a:ahLst/>
              <a:cxnLst/>
              <a:rect l="l" t="t" r="r" b="b"/>
              <a:pathLst>
                <a:path w="2982595" h="1144904">
                  <a:moveTo>
                    <a:pt x="2982468" y="655319"/>
                  </a:moveTo>
                  <a:lnTo>
                    <a:pt x="1046988" y="1144523"/>
                  </a:lnTo>
                </a:path>
                <a:path w="2982595" h="1144904">
                  <a:moveTo>
                    <a:pt x="0" y="0"/>
                  </a:moveTo>
                  <a:lnTo>
                    <a:pt x="0" y="954023"/>
                  </a:lnTo>
                </a:path>
              </a:pathLst>
            </a:custGeom>
            <a:ln w="57912">
              <a:solidFill>
                <a:srgbClr val="333333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60848" y="2819400"/>
              <a:ext cx="1973579" cy="19690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12180" y="2196084"/>
              <a:ext cx="803148" cy="94335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297167" y="2119883"/>
            <a:ext cx="1109980" cy="281940"/>
          </a:xfrm>
          <a:prstGeom prst="rect">
            <a:avLst/>
          </a:prstGeom>
          <a:solidFill>
            <a:srgbClr val="FFFFFF"/>
          </a:solidFill>
          <a:ln w="16383">
            <a:solidFill>
              <a:srgbClr val="77777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6520">
              <a:lnSpc>
                <a:spcPts val="1864"/>
              </a:lnSpc>
            </a:pPr>
            <a:r>
              <a:rPr sz="1600" b="1" spc="-10" dirty="0">
                <a:latin typeface="Verdana"/>
                <a:cs typeface="Verdana"/>
              </a:rPr>
              <a:t>Root</a:t>
            </a:r>
            <a:r>
              <a:rPr sz="1600" b="1" spc="-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“.”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908292" y="3061716"/>
            <a:ext cx="803148" cy="9448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216140" y="2929127"/>
            <a:ext cx="745490" cy="281940"/>
          </a:xfrm>
          <a:prstGeom prst="rect">
            <a:avLst/>
          </a:prstGeom>
          <a:solidFill>
            <a:srgbClr val="FFFFFF"/>
          </a:solidFill>
          <a:ln w="16382">
            <a:solidFill>
              <a:srgbClr val="77777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6520">
              <a:lnSpc>
                <a:spcPts val="1870"/>
              </a:lnSpc>
            </a:pPr>
            <a:r>
              <a:rPr sz="1600" b="1" spc="-10" dirty="0">
                <a:latin typeface="Verdana"/>
                <a:cs typeface="Verdana"/>
              </a:rPr>
              <a:t>.com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02679" y="4360164"/>
            <a:ext cx="803148" cy="9448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728459" y="4703064"/>
            <a:ext cx="693420" cy="283845"/>
          </a:xfrm>
          <a:prstGeom prst="rect">
            <a:avLst/>
          </a:prstGeom>
          <a:solidFill>
            <a:srgbClr val="FFFFFF"/>
          </a:solidFill>
          <a:ln w="16382">
            <a:solidFill>
              <a:srgbClr val="77777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250">
              <a:lnSpc>
                <a:spcPts val="1880"/>
              </a:lnSpc>
            </a:pPr>
            <a:r>
              <a:rPr sz="1600" b="1" spc="-10" dirty="0">
                <a:latin typeface="Verdana"/>
                <a:cs typeface="Verdana"/>
              </a:rPr>
              <a:t>.edu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639311" y="2423160"/>
            <a:ext cx="1695450" cy="3080385"/>
            <a:chOff x="3639311" y="2423160"/>
            <a:chExt cx="1695450" cy="3080385"/>
          </a:xfrm>
        </p:grpSpPr>
        <p:sp>
          <p:nvSpPr>
            <p:cNvPr id="34" name="object 34"/>
            <p:cNvSpPr/>
            <p:nvPr/>
          </p:nvSpPr>
          <p:spPr>
            <a:xfrm>
              <a:off x="3671315" y="2423160"/>
              <a:ext cx="655320" cy="52730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39311" y="4975860"/>
              <a:ext cx="653796" cy="52730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71315" y="2450592"/>
              <a:ext cx="655320" cy="52882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99331" y="4389120"/>
              <a:ext cx="504443" cy="8229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70603" y="4981955"/>
              <a:ext cx="1259205" cy="462280"/>
            </a:xfrm>
            <a:custGeom>
              <a:avLst/>
              <a:gdLst/>
              <a:ahLst/>
              <a:cxnLst/>
              <a:rect l="l" t="t" r="r" b="b"/>
              <a:pathLst>
                <a:path w="1259204" h="462279">
                  <a:moveTo>
                    <a:pt x="1239520" y="0"/>
                  </a:moveTo>
                  <a:lnTo>
                    <a:pt x="19304" y="0"/>
                  </a:lnTo>
                  <a:lnTo>
                    <a:pt x="11787" y="1516"/>
                  </a:lnTo>
                  <a:lnTo>
                    <a:pt x="5651" y="5651"/>
                  </a:lnTo>
                  <a:lnTo>
                    <a:pt x="1516" y="11787"/>
                  </a:lnTo>
                  <a:lnTo>
                    <a:pt x="0" y="19304"/>
                  </a:lnTo>
                  <a:lnTo>
                    <a:pt x="0" y="442468"/>
                  </a:lnTo>
                  <a:lnTo>
                    <a:pt x="1516" y="449984"/>
                  </a:lnTo>
                  <a:lnTo>
                    <a:pt x="5651" y="456120"/>
                  </a:lnTo>
                  <a:lnTo>
                    <a:pt x="11787" y="460255"/>
                  </a:lnTo>
                  <a:lnTo>
                    <a:pt x="19304" y="461772"/>
                  </a:lnTo>
                  <a:lnTo>
                    <a:pt x="1239520" y="461772"/>
                  </a:lnTo>
                  <a:lnTo>
                    <a:pt x="1247036" y="460255"/>
                  </a:lnTo>
                  <a:lnTo>
                    <a:pt x="1253172" y="456120"/>
                  </a:lnTo>
                  <a:lnTo>
                    <a:pt x="1257307" y="449984"/>
                  </a:lnTo>
                  <a:lnTo>
                    <a:pt x="1258824" y="442468"/>
                  </a:lnTo>
                  <a:lnTo>
                    <a:pt x="1258824" y="19304"/>
                  </a:lnTo>
                  <a:lnTo>
                    <a:pt x="1257307" y="11787"/>
                  </a:lnTo>
                  <a:lnTo>
                    <a:pt x="1253172" y="5651"/>
                  </a:lnTo>
                  <a:lnTo>
                    <a:pt x="1247036" y="1516"/>
                  </a:lnTo>
                  <a:lnTo>
                    <a:pt x="1239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70603" y="4981955"/>
              <a:ext cx="1259205" cy="462280"/>
            </a:xfrm>
            <a:custGeom>
              <a:avLst/>
              <a:gdLst/>
              <a:ahLst/>
              <a:cxnLst/>
              <a:rect l="l" t="t" r="r" b="b"/>
              <a:pathLst>
                <a:path w="1259204" h="462279">
                  <a:moveTo>
                    <a:pt x="0" y="19304"/>
                  </a:moveTo>
                  <a:lnTo>
                    <a:pt x="1516" y="11787"/>
                  </a:lnTo>
                  <a:lnTo>
                    <a:pt x="5651" y="5651"/>
                  </a:lnTo>
                  <a:lnTo>
                    <a:pt x="11787" y="1516"/>
                  </a:lnTo>
                  <a:lnTo>
                    <a:pt x="19304" y="0"/>
                  </a:lnTo>
                  <a:lnTo>
                    <a:pt x="1239520" y="0"/>
                  </a:lnTo>
                  <a:lnTo>
                    <a:pt x="1247036" y="1516"/>
                  </a:lnTo>
                  <a:lnTo>
                    <a:pt x="1253172" y="5651"/>
                  </a:lnTo>
                  <a:lnTo>
                    <a:pt x="1257307" y="11787"/>
                  </a:lnTo>
                  <a:lnTo>
                    <a:pt x="1258824" y="19304"/>
                  </a:lnTo>
                  <a:lnTo>
                    <a:pt x="1258824" y="442468"/>
                  </a:lnTo>
                  <a:lnTo>
                    <a:pt x="1257307" y="449984"/>
                  </a:lnTo>
                  <a:lnTo>
                    <a:pt x="1253172" y="456120"/>
                  </a:lnTo>
                  <a:lnTo>
                    <a:pt x="1247036" y="460255"/>
                  </a:lnTo>
                  <a:lnTo>
                    <a:pt x="1239520" y="461772"/>
                  </a:lnTo>
                  <a:lnTo>
                    <a:pt x="19304" y="461772"/>
                  </a:lnTo>
                  <a:lnTo>
                    <a:pt x="11787" y="460255"/>
                  </a:lnTo>
                  <a:lnTo>
                    <a:pt x="5651" y="456120"/>
                  </a:lnTo>
                  <a:lnTo>
                    <a:pt x="1516" y="449984"/>
                  </a:lnTo>
                  <a:lnTo>
                    <a:pt x="0" y="442468"/>
                  </a:lnTo>
                  <a:lnTo>
                    <a:pt x="0" y="19304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081069" y="4955540"/>
            <a:ext cx="1229360" cy="46418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86995" marR="83820">
              <a:lnSpc>
                <a:spcPct val="80000"/>
              </a:lnSpc>
              <a:spcBef>
                <a:spcPts val="480"/>
              </a:spcBef>
            </a:pPr>
            <a:r>
              <a:rPr sz="1600" b="1" spc="-10" dirty="0">
                <a:latin typeface="Verdana"/>
                <a:cs typeface="Verdana"/>
              </a:rPr>
              <a:t>Res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10" dirty="0">
                <a:latin typeface="Verdana"/>
                <a:cs typeface="Verdana"/>
              </a:rPr>
              <a:t>urce  Record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794759" y="1798320"/>
            <a:ext cx="1564005" cy="958850"/>
            <a:chOff x="3794759" y="1798320"/>
            <a:chExt cx="1564005" cy="958850"/>
          </a:xfrm>
        </p:grpSpPr>
        <p:sp>
          <p:nvSpPr>
            <p:cNvPr id="42" name="object 42"/>
            <p:cNvSpPr/>
            <p:nvPr/>
          </p:nvSpPr>
          <p:spPr>
            <a:xfrm>
              <a:off x="3794759" y="1798320"/>
              <a:ext cx="504443" cy="8229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093463" y="2290572"/>
              <a:ext cx="1260475" cy="462280"/>
            </a:xfrm>
            <a:custGeom>
              <a:avLst/>
              <a:gdLst/>
              <a:ahLst/>
              <a:cxnLst/>
              <a:rect l="l" t="t" r="r" b="b"/>
              <a:pathLst>
                <a:path w="1260475" h="462280">
                  <a:moveTo>
                    <a:pt x="1241044" y="0"/>
                  </a:moveTo>
                  <a:lnTo>
                    <a:pt x="19303" y="0"/>
                  </a:lnTo>
                  <a:lnTo>
                    <a:pt x="11787" y="1516"/>
                  </a:lnTo>
                  <a:lnTo>
                    <a:pt x="5651" y="5651"/>
                  </a:lnTo>
                  <a:lnTo>
                    <a:pt x="1516" y="11787"/>
                  </a:lnTo>
                  <a:lnTo>
                    <a:pt x="0" y="19303"/>
                  </a:lnTo>
                  <a:lnTo>
                    <a:pt x="0" y="442467"/>
                  </a:lnTo>
                  <a:lnTo>
                    <a:pt x="1516" y="449984"/>
                  </a:lnTo>
                  <a:lnTo>
                    <a:pt x="5651" y="456120"/>
                  </a:lnTo>
                  <a:lnTo>
                    <a:pt x="11787" y="460255"/>
                  </a:lnTo>
                  <a:lnTo>
                    <a:pt x="19303" y="461772"/>
                  </a:lnTo>
                  <a:lnTo>
                    <a:pt x="1241044" y="461772"/>
                  </a:lnTo>
                  <a:lnTo>
                    <a:pt x="1248560" y="460255"/>
                  </a:lnTo>
                  <a:lnTo>
                    <a:pt x="1254696" y="456120"/>
                  </a:lnTo>
                  <a:lnTo>
                    <a:pt x="1258831" y="449984"/>
                  </a:lnTo>
                  <a:lnTo>
                    <a:pt x="1260348" y="442467"/>
                  </a:lnTo>
                  <a:lnTo>
                    <a:pt x="1260348" y="19303"/>
                  </a:lnTo>
                  <a:lnTo>
                    <a:pt x="1258831" y="11787"/>
                  </a:lnTo>
                  <a:lnTo>
                    <a:pt x="1254696" y="5651"/>
                  </a:lnTo>
                  <a:lnTo>
                    <a:pt x="1248560" y="1516"/>
                  </a:lnTo>
                  <a:lnTo>
                    <a:pt x="1241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93463" y="2290572"/>
              <a:ext cx="1260475" cy="462280"/>
            </a:xfrm>
            <a:custGeom>
              <a:avLst/>
              <a:gdLst/>
              <a:ahLst/>
              <a:cxnLst/>
              <a:rect l="l" t="t" r="r" b="b"/>
              <a:pathLst>
                <a:path w="1260475" h="462280">
                  <a:moveTo>
                    <a:pt x="0" y="19303"/>
                  </a:moveTo>
                  <a:lnTo>
                    <a:pt x="1516" y="11787"/>
                  </a:lnTo>
                  <a:lnTo>
                    <a:pt x="5651" y="5651"/>
                  </a:lnTo>
                  <a:lnTo>
                    <a:pt x="11787" y="1516"/>
                  </a:lnTo>
                  <a:lnTo>
                    <a:pt x="19303" y="0"/>
                  </a:lnTo>
                  <a:lnTo>
                    <a:pt x="1241044" y="0"/>
                  </a:lnTo>
                  <a:lnTo>
                    <a:pt x="1248560" y="1516"/>
                  </a:lnTo>
                  <a:lnTo>
                    <a:pt x="1254696" y="5651"/>
                  </a:lnTo>
                  <a:lnTo>
                    <a:pt x="1258831" y="11787"/>
                  </a:lnTo>
                  <a:lnTo>
                    <a:pt x="1260348" y="19303"/>
                  </a:lnTo>
                  <a:lnTo>
                    <a:pt x="1260348" y="442467"/>
                  </a:lnTo>
                  <a:lnTo>
                    <a:pt x="1258831" y="449984"/>
                  </a:lnTo>
                  <a:lnTo>
                    <a:pt x="1254696" y="456120"/>
                  </a:lnTo>
                  <a:lnTo>
                    <a:pt x="1248560" y="460255"/>
                  </a:lnTo>
                  <a:lnTo>
                    <a:pt x="1241044" y="461772"/>
                  </a:lnTo>
                  <a:lnTo>
                    <a:pt x="19303" y="461772"/>
                  </a:lnTo>
                  <a:lnTo>
                    <a:pt x="11787" y="460255"/>
                  </a:lnTo>
                  <a:lnTo>
                    <a:pt x="5651" y="456120"/>
                  </a:lnTo>
                  <a:lnTo>
                    <a:pt x="1516" y="449984"/>
                  </a:lnTo>
                  <a:lnTo>
                    <a:pt x="0" y="442467"/>
                  </a:lnTo>
                  <a:lnTo>
                    <a:pt x="0" y="19303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103929" y="2264155"/>
            <a:ext cx="1230630" cy="46418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87630" marR="84455">
              <a:lnSpc>
                <a:spcPts val="1540"/>
              </a:lnSpc>
              <a:spcBef>
                <a:spcPts val="459"/>
              </a:spcBef>
            </a:pPr>
            <a:r>
              <a:rPr sz="1600" b="1" spc="-10" dirty="0">
                <a:latin typeface="Verdana"/>
                <a:cs typeface="Verdana"/>
              </a:rPr>
              <a:t>Res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10" dirty="0">
                <a:latin typeface="Verdana"/>
                <a:cs typeface="Verdana"/>
              </a:rPr>
              <a:t>urce  Record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080" y="1417319"/>
            <a:ext cx="7863840" cy="4503420"/>
            <a:chOff x="640080" y="1417319"/>
            <a:chExt cx="7863840" cy="4503420"/>
          </a:xfrm>
        </p:grpSpPr>
        <p:sp>
          <p:nvSpPr>
            <p:cNvPr id="3" name="object 3"/>
            <p:cNvSpPr/>
            <p:nvPr/>
          </p:nvSpPr>
          <p:spPr>
            <a:xfrm>
              <a:off x="644652" y="1421891"/>
              <a:ext cx="7854950" cy="4494530"/>
            </a:xfrm>
            <a:custGeom>
              <a:avLst/>
              <a:gdLst/>
              <a:ahLst/>
              <a:cxnLst/>
              <a:rect l="l" t="t" r="r" b="b"/>
              <a:pathLst>
                <a:path w="7854950" h="4494530">
                  <a:moveTo>
                    <a:pt x="7667371" y="0"/>
                  </a:moveTo>
                  <a:lnTo>
                    <a:pt x="187274" y="0"/>
                  </a:lnTo>
                  <a:lnTo>
                    <a:pt x="137489" y="6688"/>
                  </a:lnTo>
                  <a:lnTo>
                    <a:pt x="92753" y="25564"/>
                  </a:lnTo>
                  <a:lnTo>
                    <a:pt x="54851" y="54848"/>
                  </a:lnTo>
                  <a:lnTo>
                    <a:pt x="25568" y="92757"/>
                  </a:lnTo>
                  <a:lnTo>
                    <a:pt x="6689" y="137509"/>
                  </a:lnTo>
                  <a:lnTo>
                    <a:pt x="0" y="187325"/>
                  </a:lnTo>
                  <a:lnTo>
                    <a:pt x="0" y="4307001"/>
                  </a:lnTo>
                  <a:lnTo>
                    <a:pt x="6689" y="4356786"/>
                  </a:lnTo>
                  <a:lnTo>
                    <a:pt x="25568" y="4401522"/>
                  </a:lnTo>
                  <a:lnTo>
                    <a:pt x="54851" y="4439424"/>
                  </a:lnTo>
                  <a:lnTo>
                    <a:pt x="92753" y="4468707"/>
                  </a:lnTo>
                  <a:lnTo>
                    <a:pt x="137489" y="4487586"/>
                  </a:lnTo>
                  <a:lnTo>
                    <a:pt x="187274" y="4494276"/>
                  </a:lnTo>
                  <a:lnTo>
                    <a:pt x="7667371" y="4494276"/>
                  </a:lnTo>
                  <a:lnTo>
                    <a:pt x="7717186" y="4487586"/>
                  </a:lnTo>
                  <a:lnTo>
                    <a:pt x="7761938" y="4468707"/>
                  </a:lnTo>
                  <a:lnTo>
                    <a:pt x="7799847" y="4439424"/>
                  </a:lnTo>
                  <a:lnTo>
                    <a:pt x="7829131" y="4401522"/>
                  </a:lnTo>
                  <a:lnTo>
                    <a:pt x="7848007" y="4356786"/>
                  </a:lnTo>
                  <a:lnTo>
                    <a:pt x="7854696" y="4307001"/>
                  </a:lnTo>
                  <a:lnTo>
                    <a:pt x="7854696" y="187325"/>
                  </a:lnTo>
                  <a:lnTo>
                    <a:pt x="7848007" y="137509"/>
                  </a:lnTo>
                  <a:lnTo>
                    <a:pt x="7829131" y="92757"/>
                  </a:lnTo>
                  <a:lnTo>
                    <a:pt x="7799847" y="54848"/>
                  </a:lnTo>
                  <a:lnTo>
                    <a:pt x="7761938" y="25564"/>
                  </a:lnTo>
                  <a:lnTo>
                    <a:pt x="7717186" y="6688"/>
                  </a:lnTo>
                  <a:lnTo>
                    <a:pt x="7667371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4652" y="1421891"/>
              <a:ext cx="7854950" cy="4494530"/>
            </a:xfrm>
            <a:custGeom>
              <a:avLst/>
              <a:gdLst/>
              <a:ahLst/>
              <a:cxnLst/>
              <a:rect l="l" t="t" r="r" b="b"/>
              <a:pathLst>
                <a:path w="7854950" h="4494530">
                  <a:moveTo>
                    <a:pt x="0" y="187325"/>
                  </a:moveTo>
                  <a:lnTo>
                    <a:pt x="6689" y="137509"/>
                  </a:lnTo>
                  <a:lnTo>
                    <a:pt x="25568" y="92757"/>
                  </a:lnTo>
                  <a:lnTo>
                    <a:pt x="54851" y="54848"/>
                  </a:lnTo>
                  <a:lnTo>
                    <a:pt x="92753" y="25564"/>
                  </a:lnTo>
                  <a:lnTo>
                    <a:pt x="137489" y="6688"/>
                  </a:lnTo>
                  <a:lnTo>
                    <a:pt x="187274" y="0"/>
                  </a:lnTo>
                  <a:lnTo>
                    <a:pt x="7667371" y="0"/>
                  </a:lnTo>
                  <a:lnTo>
                    <a:pt x="7717186" y="6688"/>
                  </a:lnTo>
                  <a:lnTo>
                    <a:pt x="7761938" y="25564"/>
                  </a:lnTo>
                  <a:lnTo>
                    <a:pt x="7799847" y="54848"/>
                  </a:lnTo>
                  <a:lnTo>
                    <a:pt x="7829131" y="92757"/>
                  </a:lnTo>
                  <a:lnTo>
                    <a:pt x="7848007" y="137509"/>
                  </a:lnTo>
                  <a:lnTo>
                    <a:pt x="7854696" y="187325"/>
                  </a:lnTo>
                  <a:lnTo>
                    <a:pt x="7854696" y="4307001"/>
                  </a:lnTo>
                  <a:lnTo>
                    <a:pt x="7848007" y="4356786"/>
                  </a:lnTo>
                  <a:lnTo>
                    <a:pt x="7829131" y="4401522"/>
                  </a:lnTo>
                  <a:lnTo>
                    <a:pt x="7799847" y="4439424"/>
                  </a:lnTo>
                  <a:lnTo>
                    <a:pt x="7761938" y="4468707"/>
                  </a:lnTo>
                  <a:lnTo>
                    <a:pt x="7717186" y="4487586"/>
                  </a:lnTo>
                  <a:lnTo>
                    <a:pt x="7667371" y="4494276"/>
                  </a:lnTo>
                  <a:lnTo>
                    <a:pt x="187274" y="4494276"/>
                  </a:lnTo>
                  <a:lnTo>
                    <a:pt x="137489" y="4487586"/>
                  </a:lnTo>
                  <a:lnTo>
                    <a:pt x="92753" y="4468707"/>
                  </a:lnTo>
                  <a:lnTo>
                    <a:pt x="54851" y="4439424"/>
                  </a:lnTo>
                  <a:lnTo>
                    <a:pt x="25568" y="4401522"/>
                  </a:lnTo>
                  <a:lnTo>
                    <a:pt x="6689" y="4356786"/>
                  </a:lnTo>
                  <a:lnTo>
                    <a:pt x="0" y="4307001"/>
                  </a:lnTo>
                  <a:lnTo>
                    <a:pt x="0" y="18732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9368" y="1970531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5833" y="466343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9368" y="1970531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9368" y="2502408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5833" y="466343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9368" y="2502408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6320" y="3034283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5833" y="466343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6320" y="3034283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6320" y="3581399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6320" y="3581399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5652" y="4110227"/>
              <a:ext cx="7063740" cy="466725"/>
            </a:xfrm>
            <a:custGeom>
              <a:avLst/>
              <a:gdLst/>
              <a:ahLst/>
              <a:cxnLst/>
              <a:rect l="l" t="t" r="r" b="b"/>
              <a:pathLst>
                <a:path w="7063740" h="466725">
                  <a:moveTo>
                    <a:pt x="7044308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5"/>
                  </a:lnTo>
                  <a:lnTo>
                    <a:pt x="1526" y="11894"/>
                  </a:lnTo>
                  <a:lnTo>
                    <a:pt x="0" y="19431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4308" y="466344"/>
                  </a:lnTo>
                  <a:lnTo>
                    <a:pt x="7051845" y="464808"/>
                  </a:lnTo>
                  <a:lnTo>
                    <a:pt x="7058025" y="460629"/>
                  </a:lnTo>
                  <a:lnTo>
                    <a:pt x="7062204" y="454449"/>
                  </a:lnTo>
                  <a:lnTo>
                    <a:pt x="7063740" y="446913"/>
                  </a:lnTo>
                  <a:lnTo>
                    <a:pt x="7063740" y="19431"/>
                  </a:lnTo>
                  <a:lnTo>
                    <a:pt x="7062204" y="11894"/>
                  </a:lnTo>
                  <a:lnTo>
                    <a:pt x="7058025" y="5714"/>
                  </a:lnTo>
                  <a:lnTo>
                    <a:pt x="7051845" y="1535"/>
                  </a:lnTo>
                  <a:lnTo>
                    <a:pt x="704430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5652" y="4110227"/>
              <a:ext cx="7063740" cy="466725"/>
            </a:xfrm>
            <a:custGeom>
              <a:avLst/>
              <a:gdLst/>
              <a:ahLst/>
              <a:cxnLst/>
              <a:rect l="l" t="t" r="r" b="b"/>
              <a:pathLst>
                <a:path w="7063740" h="466725">
                  <a:moveTo>
                    <a:pt x="0" y="19431"/>
                  </a:moveTo>
                  <a:lnTo>
                    <a:pt x="1526" y="11894"/>
                  </a:lnTo>
                  <a:lnTo>
                    <a:pt x="5691" y="5715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4308" y="0"/>
                  </a:lnTo>
                  <a:lnTo>
                    <a:pt x="7051845" y="1535"/>
                  </a:lnTo>
                  <a:lnTo>
                    <a:pt x="7058025" y="5714"/>
                  </a:lnTo>
                  <a:lnTo>
                    <a:pt x="7062204" y="11894"/>
                  </a:lnTo>
                  <a:lnTo>
                    <a:pt x="7063740" y="19431"/>
                  </a:lnTo>
                  <a:lnTo>
                    <a:pt x="7063740" y="446913"/>
                  </a:lnTo>
                  <a:lnTo>
                    <a:pt x="7062204" y="454449"/>
                  </a:lnTo>
                  <a:lnTo>
                    <a:pt x="7058025" y="460629"/>
                  </a:lnTo>
                  <a:lnTo>
                    <a:pt x="7051845" y="464808"/>
                  </a:lnTo>
                  <a:lnTo>
                    <a:pt x="7044308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4984" y="4652771"/>
              <a:ext cx="7063740" cy="466725"/>
            </a:xfrm>
            <a:custGeom>
              <a:avLst/>
              <a:gdLst/>
              <a:ahLst/>
              <a:cxnLst/>
              <a:rect l="l" t="t" r="r" b="b"/>
              <a:pathLst>
                <a:path w="7063740" h="466725">
                  <a:moveTo>
                    <a:pt x="7044309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4309" y="466344"/>
                  </a:lnTo>
                  <a:lnTo>
                    <a:pt x="7051845" y="464808"/>
                  </a:lnTo>
                  <a:lnTo>
                    <a:pt x="7058025" y="460628"/>
                  </a:lnTo>
                  <a:lnTo>
                    <a:pt x="7062204" y="454449"/>
                  </a:lnTo>
                  <a:lnTo>
                    <a:pt x="7063740" y="446913"/>
                  </a:lnTo>
                  <a:lnTo>
                    <a:pt x="7063740" y="19430"/>
                  </a:lnTo>
                  <a:lnTo>
                    <a:pt x="7062204" y="11894"/>
                  </a:lnTo>
                  <a:lnTo>
                    <a:pt x="7058025" y="5714"/>
                  </a:lnTo>
                  <a:lnTo>
                    <a:pt x="7051845" y="1535"/>
                  </a:lnTo>
                  <a:lnTo>
                    <a:pt x="704430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14984" y="4652771"/>
              <a:ext cx="7063740" cy="466725"/>
            </a:xfrm>
            <a:custGeom>
              <a:avLst/>
              <a:gdLst/>
              <a:ahLst/>
              <a:cxnLst/>
              <a:rect l="l" t="t" r="r" b="b"/>
              <a:pathLst>
                <a:path w="7063740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4309" y="0"/>
                  </a:lnTo>
                  <a:lnTo>
                    <a:pt x="7051845" y="1535"/>
                  </a:lnTo>
                  <a:lnTo>
                    <a:pt x="7058025" y="5714"/>
                  </a:lnTo>
                  <a:lnTo>
                    <a:pt x="7062204" y="11894"/>
                  </a:lnTo>
                  <a:lnTo>
                    <a:pt x="7063740" y="19430"/>
                  </a:lnTo>
                  <a:lnTo>
                    <a:pt x="7063740" y="446913"/>
                  </a:lnTo>
                  <a:lnTo>
                    <a:pt x="7062204" y="454449"/>
                  </a:lnTo>
                  <a:lnTo>
                    <a:pt x="7058025" y="460628"/>
                  </a:lnTo>
                  <a:lnTo>
                    <a:pt x="7051845" y="464808"/>
                  </a:lnTo>
                  <a:lnTo>
                    <a:pt x="7044309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25652" y="5227319"/>
              <a:ext cx="7063740" cy="466725"/>
            </a:xfrm>
            <a:custGeom>
              <a:avLst/>
              <a:gdLst/>
              <a:ahLst/>
              <a:cxnLst/>
              <a:rect l="l" t="t" r="r" b="b"/>
              <a:pathLst>
                <a:path w="7063740" h="466725">
                  <a:moveTo>
                    <a:pt x="7044308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2"/>
                  </a:lnTo>
                  <a:lnTo>
                    <a:pt x="1526" y="454476"/>
                  </a:lnTo>
                  <a:lnTo>
                    <a:pt x="5691" y="460652"/>
                  </a:lnTo>
                  <a:lnTo>
                    <a:pt x="11867" y="464817"/>
                  </a:lnTo>
                  <a:lnTo>
                    <a:pt x="19431" y="466343"/>
                  </a:lnTo>
                  <a:lnTo>
                    <a:pt x="7044308" y="466343"/>
                  </a:lnTo>
                  <a:lnTo>
                    <a:pt x="7051845" y="464817"/>
                  </a:lnTo>
                  <a:lnTo>
                    <a:pt x="7058025" y="460652"/>
                  </a:lnTo>
                  <a:lnTo>
                    <a:pt x="7062204" y="454476"/>
                  </a:lnTo>
                  <a:lnTo>
                    <a:pt x="7063740" y="446912"/>
                  </a:lnTo>
                  <a:lnTo>
                    <a:pt x="7063740" y="19430"/>
                  </a:lnTo>
                  <a:lnTo>
                    <a:pt x="7062204" y="11894"/>
                  </a:lnTo>
                  <a:lnTo>
                    <a:pt x="7058025" y="5714"/>
                  </a:lnTo>
                  <a:lnTo>
                    <a:pt x="7051845" y="1535"/>
                  </a:lnTo>
                  <a:lnTo>
                    <a:pt x="704430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25652" y="5227319"/>
              <a:ext cx="7063740" cy="466725"/>
            </a:xfrm>
            <a:custGeom>
              <a:avLst/>
              <a:gdLst/>
              <a:ahLst/>
              <a:cxnLst/>
              <a:rect l="l" t="t" r="r" b="b"/>
              <a:pathLst>
                <a:path w="7063740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4308" y="0"/>
                  </a:lnTo>
                  <a:lnTo>
                    <a:pt x="7051845" y="1535"/>
                  </a:lnTo>
                  <a:lnTo>
                    <a:pt x="7058025" y="5714"/>
                  </a:lnTo>
                  <a:lnTo>
                    <a:pt x="7062204" y="11894"/>
                  </a:lnTo>
                  <a:lnTo>
                    <a:pt x="7063740" y="19430"/>
                  </a:lnTo>
                  <a:lnTo>
                    <a:pt x="7063740" y="446912"/>
                  </a:lnTo>
                  <a:lnTo>
                    <a:pt x="7062204" y="454476"/>
                  </a:lnTo>
                  <a:lnTo>
                    <a:pt x="7058025" y="460652"/>
                  </a:lnTo>
                  <a:lnTo>
                    <a:pt x="7051845" y="464817"/>
                  </a:lnTo>
                  <a:lnTo>
                    <a:pt x="7044308" y="466343"/>
                  </a:lnTo>
                  <a:lnTo>
                    <a:pt x="19431" y="466343"/>
                  </a:lnTo>
                  <a:lnTo>
                    <a:pt x="11867" y="464817"/>
                  </a:lnTo>
                  <a:lnTo>
                    <a:pt x="5691" y="460652"/>
                  </a:lnTo>
                  <a:lnTo>
                    <a:pt x="1526" y="454476"/>
                  </a:lnTo>
                  <a:lnTo>
                    <a:pt x="0" y="446912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78255" y="1509140"/>
            <a:ext cx="7306945" cy="4088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DNS </a:t>
            </a:r>
            <a:r>
              <a:rPr sz="1800" b="1" spc="-5" dirty="0">
                <a:latin typeface="Verdana"/>
                <a:cs typeface="Verdana"/>
              </a:rPr>
              <a:t>resource records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include: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Verdana"/>
              <a:cs typeface="Verdana"/>
            </a:endParaRPr>
          </a:p>
          <a:p>
            <a:pPr marL="58737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88010" algn="l"/>
              </a:tabLst>
            </a:pPr>
            <a:r>
              <a:rPr sz="1800" b="1" spc="-5" dirty="0">
                <a:latin typeface="Verdana"/>
                <a:cs typeface="Verdana"/>
              </a:rPr>
              <a:t>SOA: Start </a:t>
            </a:r>
            <a:r>
              <a:rPr sz="1800" b="1" dirty="0">
                <a:latin typeface="Verdana"/>
                <a:cs typeface="Verdana"/>
              </a:rPr>
              <a:t>of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Authority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6699"/>
              </a:buClr>
              <a:buFont typeface="Verdana"/>
              <a:buChar char="•"/>
            </a:pPr>
            <a:endParaRPr sz="1650">
              <a:latin typeface="Verdana"/>
              <a:cs typeface="Verdana"/>
            </a:endParaRPr>
          </a:p>
          <a:p>
            <a:pPr marL="58737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88010" algn="l"/>
              </a:tabLst>
            </a:pPr>
            <a:r>
              <a:rPr sz="1800" b="1" spc="-5" dirty="0">
                <a:latin typeface="Verdana"/>
                <a:cs typeface="Verdana"/>
              </a:rPr>
              <a:t>A: Host Record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99"/>
              </a:buClr>
              <a:buFont typeface="Verdana"/>
              <a:buChar char="•"/>
            </a:pPr>
            <a:endParaRPr sz="1650">
              <a:latin typeface="Verdana"/>
              <a:cs typeface="Verdana"/>
            </a:endParaRPr>
          </a:p>
          <a:p>
            <a:pPr marL="58420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84835" algn="l"/>
              </a:tabLst>
            </a:pPr>
            <a:r>
              <a:rPr sz="1800" b="1" spc="-5" dirty="0">
                <a:latin typeface="Verdana"/>
                <a:cs typeface="Verdana"/>
              </a:rPr>
              <a:t>CNAME: Alias Record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99"/>
              </a:buClr>
              <a:buFont typeface="Verdana"/>
              <a:buChar char="•"/>
            </a:pPr>
            <a:endParaRPr sz="1750">
              <a:latin typeface="Verdana"/>
              <a:cs typeface="Verdana"/>
            </a:endParaRPr>
          </a:p>
          <a:p>
            <a:pPr marL="58420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84835" algn="l"/>
              </a:tabLst>
            </a:pPr>
            <a:r>
              <a:rPr sz="1800" b="1" dirty="0">
                <a:latin typeface="Verdana"/>
                <a:cs typeface="Verdana"/>
              </a:rPr>
              <a:t>MX: </a:t>
            </a:r>
            <a:r>
              <a:rPr sz="1800" b="1" spc="-5" dirty="0">
                <a:latin typeface="Verdana"/>
                <a:cs typeface="Verdana"/>
              </a:rPr>
              <a:t>Mail Exchange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Record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1650">
              <a:latin typeface="Verdana"/>
              <a:cs typeface="Verdana"/>
            </a:endParaRPr>
          </a:p>
          <a:p>
            <a:pPr marL="57277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73405" algn="l"/>
              </a:tabLst>
            </a:pPr>
            <a:r>
              <a:rPr sz="1800" b="1" spc="-5" dirty="0">
                <a:latin typeface="Verdana"/>
                <a:cs typeface="Verdana"/>
              </a:rPr>
              <a:t>SRV: Service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Resources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1700">
              <a:latin typeface="Verdana"/>
              <a:cs typeface="Verdana"/>
            </a:endParaRPr>
          </a:p>
          <a:p>
            <a:pPr marL="561975" indent="-22987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62610" algn="l"/>
              </a:tabLst>
            </a:pPr>
            <a:r>
              <a:rPr sz="1800" b="1" dirty="0">
                <a:latin typeface="Verdana"/>
                <a:cs typeface="Verdana"/>
              </a:rPr>
              <a:t>NS: Name</a:t>
            </a:r>
            <a:r>
              <a:rPr sz="1800" b="1" spc="-3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6699"/>
              </a:buClr>
              <a:buFont typeface="Verdana"/>
              <a:buChar char="•"/>
            </a:pPr>
            <a:endParaRPr sz="1900">
              <a:latin typeface="Verdana"/>
              <a:cs typeface="Verdana"/>
            </a:endParaRPr>
          </a:p>
          <a:p>
            <a:pPr marL="57277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73405" algn="l"/>
              </a:tabLst>
            </a:pPr>
            <a:r>
              <a:rPr sz="1800" b="1" spc="-10" dirty="0">
                <a:latin typeface="Verdana"/>
                <a:cs typeface="Verdana"/>
              </a:rPr>
              <a:t>AAAA: </a:t>
            </a:r>
            <a:r>
              <a:rPr sz="1800" b="1" dirty="0">
                <a:latin typeface="Verdana"/>
                <a:cs typeface="Verdana"/>
              </a:rPr>
              <a:t>IPv6 DNS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Record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5293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DNS </a:t>
            </a:r>
            <a:r>
              <a:rPr spc="-90" dirty="0"/>
              <a:t>Reso</a:t>
            </a:r>
            <a:r>
              <a:rPr b="1" spc="-90" dirty="0">
                <a:latin typeface="Verdana"/>
                <a:cs typeface="Verdana"/>
              </a:rPr>
              <a:t>urce</a:t>
            </a:r>
            <a:r>
              <a:rPr b="1" spc="-40" dirty="0">
                <a:latin typeface="Verdana"/>
                <a:cs typeface="Verdana"/>
              </a:rPr>
              <a:t> </a:t>
            </a:r>
            <a:r>
              <a:rPr spc="-80" dirty="0"/>
              <a:t>Reco</a:t>
            </a:r>
            <a:r>
              <a:rPr b="1" spc="-80" dirty="0">
                <a:latin typeface="Verdana"/>
                <a:cs typeface="Verdana"/>
              </a:rPr>
              <a:t>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322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</a:t>
            </a:r>
            <a:r>
              <a:rPr spc="-10" dirty="0"/>
              <a:t>Root</a:t>
            </a:r>
            <a:r>
              <a:rPr spc="-25" dirty="0"/>
              <a:t> </a:t>
            </a:r>
            <a:r>
              <a:rPr spc="-5" dirty="0"/>
              <a:t>Hints?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78180" y="1117091"/>
            <a:ext cx="7825740" cy="803275"/>
            <a:chOff x="678180" y="1117091"/>
            <a:chExt cx="7825740" cy="803275"/>
          </a:xfrm>
        </p:grpSpPr>
        <p:sp>
          <p:nvSpPr>
            <p:cNvPr id="4" name="object 4"/>
            <p:cNvSpPr/>
            <p:nvPr/>
          </p:nvSpPr>
          <p:spPr>
            <a:xfrm>
              <a:off x="702564" y="1141475"/>
              <a:ext cx="7801356" cy="7787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2752" y="1121663"/>
              <a:ext cx="7789164" cy="7665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2752" y="1121663"/>
              <a:ext cx="7789545" cy="767080"/>
            </a:xfrm>
            <a:custGeom>
              <a:avLst/>
              <a:gdLst/>
              <a:ahLst/>
              <a:cxnLst/>
              <a:rect l="l" t="t" r="r" b="b"/>
              <a:pathLst>
                <a:path w="7789545" h="767080">
                  <a:moveTo>
                    <a:pt x="0" y="127762"/>
                  </a:moveTo>
                  <a:lnTo>
                    <a:pt x="10040" y="78009"/>
                  </a:lnTo>
                  <a:lnTo>
                    <a:pt x="37420" y="37401"/>
                  </a:lnTo>
                  <a:lnTo>
                    <a:pt x="78031" y="10033"/>
                  </a:lnTo>
                  <a:lnTo>
                    <a:pt x="127762" y="0"/>
                  </a:lnTo>
                  <a:lnTo>
                    <a:pt x="7661402" y="0"/>
                  </a:lnTo>
                  <a:lnTo>
                    <a:pt x="7711154" y="10033"/>
                  </a:lnTo>
                  <a:lnTo>
                    <a:pt x="7751762" y="37401"/>
                  </a:lnTo>
                  <a:lnTo>
                    <a:pt x="7779131" y="78009"/>
                  </a:lnTo>
                  <a:lnTo>
                    <a:pt x="7789164" y="127762"/>
                  </a:lnTo>
                  <a:lnTo>
                    <a:pt x="7789164" y="638810"/>
                  </a:lnTo>
                  <a:lnTo>
                    <a:pt x="7779131" y="688562"/>
                  </a:lnTo>
                  <a:lnTo>
                    <a:pt x="7751762" y="729170"/>
                  </a:lnTo>
                  <a:lnTo>
                    <a:pt x="7711154" y="756538"/>
                  </a:lnTo>
                  <a:lnTo>
                    <a:pt x="7661402" y="766572"/>
                  </a:lnTo>
                  <a:lnTo>
                    <a:pt x="127762" y="766572"/>
                  </a:lnTo>
                  <a:lnTo>
                    <a:pt x="78031" y="756538"/>
                  </a:lnTo>
                  <a:lnTo>
                    <a:pt x="37420" y="729170"/>
                  </a:lnTo>
                  <a:lnTo>
                    <a:pt x="10040" y="688562"/>
                  </a:lnTo>
                  <a:lnTo>
                    <a:pt x="0" y="638810"/>
                  </a:lnTo>
                  <a:lnTo>
                    <a:pt x="0" y="127762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98982" y="1333246"/>
            <a:ext cx="7345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Verdana"/>
                <a:cs typeface="Verdana"/>
              </a:rPr>
              <a:t>Root hints </a:t>
            </a:r>
            <a:r>
              <a:rPr sz="1800" b="1" spc="-5" dirty="0">
                <a:latin typeface="Verdana"/>
                <a:cs typeface="Verdana"/>
              </a:rPr>
              <a:t>contain </a:t>
            </a:r>
            <a:r>
              <a:rPr sz="1800" b="1" dirty="0">
                <a:latin typeface="Verdana"/>
                <a:cs typeface="Verdana"/>
              </a:rPr>
              <a:t>the IP addresses </a:t>
            </a:r>
            <a:r>
              <a:rPr sz="1800" b="1" spc="-5" dirty="0">
                <a:latin typeface="Verdana"/>
                <a:cs typeface="Verdana"/>
              </a:rPr>
              <a:t>for </a:t>
            </a:r>
            <a:r>
              <a:rPr sz="1800" b="1" dirty="0">
                <a:latin typeface="Verdana"/>
                <a:cs typeface="Verdana"/>
              </a:rPr>
              <a:t>DNS root</a:t>
            </a:r>
            <a:r>
              <a:rPr sz="1800" b="1" spc="6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servers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639877" y="5548693"/>
            <a:ext cx="1395095" cy="526415"/>
            <a:chOff x="6639877" y="5548693"/>
            <a:chExt cx="1395095" cy="526415"/>
          </a:xfrm>
        </p:grpSpPr>
        <p:sp>
          <p:nvSpPr>
            <p:cNvPr id="9" name="object 9"/>
            <p:cNvSpPr/>
            <p:nvPr/>
          </p:nvSpPr>
          <p:spPr>
            <a:xfrm>
              <a:off x="6644640" y="5553455"/>
              <a:ext cx="1385315" cy="5166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44640" y="5553455"/>
              <a:ext cx="1385570" cy="516890"/>
            </a:xfrm>
            <a:custGeom>
              <a:avLst/>
              <a:gdLst/>
              <a:ahLst/>
              <a:cxnLst/>
              <a:rect l="l" t="t" r="r" b="b"/>
              <a:pathLst>
                <a:path w="1385570" h="516889">
                  <a:moveTo>
                    <a:pt x="0" y="21590"/>
                  </a:moveTo>
                  <a:lnTo>
                    <a:pt x="1694" y="13180"/>
                  </a:lnTo>
                  <a:lnTo>
                    <a:pt x="6318" y="6318"/>
                  </a:lnTo>
                  <a:lnTo>
                    <a:pt x="13180" y="1694"/>
                  </a:lnTo>
                  <a:lnTo>
                    <a:pt x="21589" y="0"/>
                  </a:lnTo>
                  <a:lnTo>
                    <a:pt x="1363726" y="0"/>
                  </a:lnTo>
                  <a:lnTo>
                    <a:pt x="1372135" y="1694"/>
                  </a:lnTo>
                  <a:lnTo>
                    <a:pt x="1378997" y="6318"/>
                  </a:lnTo>
                  <a:lnTo>
                    <a:pt x="1383621" y="13180"/>
                  </a:lnTo>
                  <a:lnTo>
                    <a:pt x="1385315" y="21590"/>
                  </a:lnTo>
                  <a:lnTo>
                    <a:pt x="1385315" y="495109"/>
                  </a:lnTo>
                  <a:lnTo>
                    <a:pt x="1383621" y="503487"/>
                  </a:lnTo>
                  <a:lnTo>
                    <a:pt x="1378997" y="510330"/>
                  </a:lnTo>
                  <a:lnTo>
                    <a:pt x="1372135" y="514944"/>
                  </a:lnTo>
                  <a:lnTo>
                    <a:pt x="1363726" y="516636"/>
                  </a:lnTo>
                  <a:lnTo>
                    <a:pt x="21589" y="516636"/>
                  </a:lnTo>
                  <a:lnTo>
                    <a:pt x="13180" y="514944"/>
                  </a:lnTo>
                  <a:lnTo>
                    <a:pt x="6318" y="510330"/>
                  </a:lnTo>
                  <a:lnTo>
                    <a:pt x="1694" y="503487"/>
                  </a:lnTo>
                  <a:lnTo>
                    <a:pt x="0" y="495109"/>
                  </a:lnTo>
                  <a:lnTo>
                    <a:pt x="0" y="21590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31634" y="5677001"/>
            <a:ext cx="11042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microsoft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1829" y="3087623"/>
            <a:ext cx="6503670" cy="2484120"/>
            <a:chOff x="921829" y="3087623"/>
            <a:chExt cx="6503670" cy="2484120"/>
          </a:xfrm>
        </p:grpSpPr>
        <p:sp>
          <p:nvSpPr>
            <p:cNvPr id="13" name="object 13"/>
            <p:cNvSpPr/>
            <p:nvPr/>
          </p:nvSpPr>
          <p:spPr>
            <a:xfrm>
              <a:off x="7251191" y="4920995"/>
              <a:ext cx="173990" cy="631190"/>
            </a:xfrm>
            <a:custGeom>
              <a:avLst/>
              <a:gdLst/>
              <a:ahLst/>
              <a:cxnLst/>
              <a:rect l="l" t="t" r="r" b="b"/>
              <a:pathLst>
                <a:path w="173990" h="631189">
                  <a:moveTo>
                    <a:pt x="57911" y="457199"/>
                  </a:moveTo>
                  <a:lnTo>
                    <a:pt x="0" y="457199"/>
                  </a:lnTo>
                  <a:lnTo>
                    <a:pt x="86867" y="630935"/>
                  </a:lnTo>
                  <a:lnTo>
                    <a:pt x="159257" y="486155"/>
                  </a:lnTo>
                  <a:lnTo>
                    <a:pt x="57911" y="486155"/>
                  </a:lnTo>
                  <a:lnTo>
                    <a:pt x="57911" y="457199"/>
                  </a:lnTo>
                  <a:close/>
                </a:path>
                <a:path w="173990" h="631189">
                  <a:moveTo>
                    <a:pt x="115824" y="0"/>
                  </a:moveTo>
                  <a:lnTo>
                    <a:pt x="57911" y="0"/>
                  </a:lnTo>
                  <a:lnTo>
                    <a:pt x="57911" y="486155"/>
                  </a:lnTo>
                  <a:lnTo>
                    <a:pt x="115824" y="486155"/>
                  </a:lnTo>
                  <a:lnTo>
                    <a:pt x="115824" y="0"/>
                  </a:lnTo>
                  <a:close/>
                </a:path>
                <a:path w="173990" h="631189">
                  <a:moveTo>
                    <a:pt x="173735" y="457199"/>
                  </a:moveTo>
                  <a:lnTo>
                    <a:pt x="115824" y="457199"/>
                  </a:lnTo>
                  <a:lnTo>
                    <a:pt x="115824" y="486155"/>
                  </a:lnTo>
                  <a:lnTo>
                    <a:pt x="159257" y="486155"/>
                  </a:lnTo>
                  <a:lnTo>
                    <a:pt x="173735" y="457199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6403" y="3892295"/>
              <a:ext cx="2796540" cy="1679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6591" y="3872483"/>
              <a:ext cx="2784348" cy="16672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26591" y="3872483"/>
              <a:ext cx="2784475" cy="1667510"/>
            </a:xfrm>
            <a:custGeom>
              <a:avLst/>
              <a:gdLst/>
              <a:ahLst/>
              <a:cxnLst/>
              <a:rect l="l" t="t" r="r" b="b"/>
              <a:pathLst>
                <a:path w="2784475" h="1667510">
                  <a:moveTo>
                    <a:pt x="0" y="833628"/>
                  </a:moveTo>
                  <a:lnTo>
                    <a:pt x="5110" y="761702"/>
                  </a:lnTo>
                  <a:lnTo>
                    <a:pt x="20162" y="691476"/>
                  </a:lnTo>
                  <a:lnTo>
                    <a:pt x="44738" y="623198"/>
                  </a:lnTo>
                  <a:lnTo>
                    <a:pt x="78420" y="557118"/>
                  </a:lnTo>
                  <a:lnTo>
                    <a:pt x="120790" y="493488"/>
                  </a:lnTo>
                  <a:lnTo>
                    <a:pt x="145103" y="462670"/>
                  </a:lnTo>
                  <a:lnTo>
                    <a:pt x="171431" y="432558"/>
                  </a:lnTo>
                  <a:lnTo>
                    <a:pt x="199721" y="403183"/>
                  </a:lnTo>
                  <a:lnTo>
                    <a:pt x="229923" y="374577"/>
                  </a:lnTo>
                  <a:lnTo>
                    <a:pt x="261983" y="346771"/>
                  </a:lnTo>
                  <a:lnTo>
                    <a:pt x="295850" y="319796"/>
                  </a:lnTo>
                  <a:lnTo>
                    <a:pt x="331470" y="293684"/>
                  </a:lnTo>
                  <a:lnTo>
                    <a:pt x="368793" y="268466"/>
                  </a:lnTo>
                  <a:lnTo>
                    <a:pt x="407765" y="244173"/>
                  </a:lnTo>
                  <a:lnTo>
                    <a:pt x="448334" y="220836"/>
                  </a:lnTo>
                  <a:lnTo>
                    <a:pt x="490449" y="198487"/>
                  </a:lnTo>
                  <a:lnTo>
                    <a:pt x="534056" y="177158"/>
                  </a:lnTo>
                  <a:lnTo>
                    <a:pt x="579104" y="156878"/>
                  </a:lnTo>
                  <a:lnTo>
                    <a:pt x="625540" y="137680"/>
                  </a:lnTo>
                  <a:lnTo>
                    <a:pt x="673313" y="119595"/>
                  </a:lnTo>
                  <a:lnTo>
                    <a:pt x="722369" y="102655"/>
                  </a:lnTo>
                  <a:lnTo>
                    <a:pt x="772657" y="86889"/>
                  </a:lnTo>
                  <a:lnTo>
                    <a:pt x="824125" y="72331"/>
                  </a:lnTo>
                  <a:lnTo>
                    <a:pt x="876719" y="59010"/>
                  </a:lnTo>
                  <a:lnTo>
                    <a:pt x="930389" y="46959"/>
                  </a:lnTo>
                  <a:lnTo>
                    <a:pt x="985081" y="36208"/>
                  </a:lnTo>
                  <a:lnTo>
                    <a:pt x="1040744" y="26790"/>
                  </a:lnTo>
                  <a:lnTo>
                    <a:pt x="1097325" y="18734"/>
                  </a:lnTo>
                  <a:lnTo>
                    <a:pt x="1154771" y="12073"/>
                  </a:lnTo>
                  <a:lnTo>
                    <a:pt x="1213032" y="6838"/>
                  </a:lnTo>
                  <a:lnTo>
                    <a:pt x="1272054" y="3060"/>
                  </a:lnTo>
                  <a:lnTo>
                    <a:pt x="1331785" y="770"/>
                  </a:lnTo>
                  <a:lnTo>
                    <a:pt x="1392174" y="0"/>
                  </a:lnTo>
                  <a:lnTo>
                    <a:pt x="1452562" y="770"/>
                  </a:lnTo>
                  <a:lnTo>
                    <a:pt x="1512293" y="3060"/>
                  </a:lnTo>
                  <a:lnTo>
                    <a:pt x="1571315" y="6838"/>
                  </a:lnTo>
                  <a:lnTo>
                    <a:pt x="1629576" y="12073"/>
                  </a:lnTo>
                  <a:lnTo>
                    <a:pt x="1687022" y="18734"/>
                  </a:lnTo>
                  <a:lnTo>
                    <a:pt x="1743603" y="26790"/>
                  </a:lnTo>
                  <a:lnTo>
                    <a:pt x="1799266" y="36208"/>
                  </a:lnTo>
                  <a:lnTo>
                    <a:pt x="1853958" y="46959"/>
                  </a:lnTo>
                  <a:lnTo>
                    <a:pt x="1907628" y="59010"/>
                  </a:lnTo>
                  <a:lnTo>
                    <a:pt x="1960222" y="72331"/>
                  </a:lnTo>
                  <a:lnTo>
                    <a:pt x="2011690" y="86889"/>
                  </a:lnTo>
                  <a:lnTo>
                    <a:pt x="2061978" y="102655"/>
                  </a:lnTo>
                  <a:lnTo>
                    <a:pt x="2111034" y="119595"/>
                  </a:lnTo>
                  <a:lnTo>
                    <a:pt x="2158807" y="137680"/>
                  </a:lnTo>
                  <a:lnTo>
                    <a:pt x="2205243" y="156878"/>
                  </a:lnTo>
                  <a:lnTo>
                    <a:pt x="2250291" y="177158"/>
                  </a:lnTo>
                  <a:lnTo>
                    <a:pt x="2293898" y="198487"/>
                  </a:lnTo>
                  <a:lnTo>
                    <a:pt x="2336013" y="220836"/>
                  </a:lnTo>
                  <a:lnTo>
                    <a:pt x="2376582" y="244173"/>
                  </a:lnTo>
                  <a:lnTo>
                    <a:pt x="2415554" y="268466"/>
                  </a:lnTo>
                  <a:lnTo>
                    <a:pt x="2452877" y="293684"/>
                  </a:lnTo>
                  <a:lnTo>
                    <a:pt x="2488497" y="319796"/>
                  </a:lnTo>
                  <a:lnTo>
                    <a:pt x="2522364" y="346771"/>
                  </a:lnTo>
                  <a:lnTo>
                    <a:pt x="2554424" y="374577"/>
                  </a:lnTo>
                  <a:lnTo>
                    <a:pt x="2584626" y="403183"/>
                  </a:lnTo>
                  <a:lnTo>
                    <a:pt x="2612916" y="432558"/>
                  </a:lnTo>
                  <a:lnTo>
                    <a:pt x="2639244" y="462670"/>
                  </a:lnTo>
                  <a:lnTo>
                    <a:pt x="2663557" y="493488"/>
                  </a:lnTo>
                  <a:lnTo>
                    <a:pt x="2685802" y="524981"/>
                  </a:lnTo>
                  <a:lnTo>
                    <a:pt x="2723880" y="589867"/>
                  </a:lnTo>
                  <a:lnTo>
                    <a:pt x="2753061" y="657077"/>
                  </a:lnTo>
                  <a:lnTo>
                    <a:pt x="2772928" y="726361"/>
                  </a:lnTo>
                  <a:lnTo>
                    <a:pt x="2783061" y="797468"/>
                  </a:lnTo>
                  <a:lnTo>
                    <a:pt x="2784348" y="833628"/>
                  </a:lnTo>
                  <a:lnTo>
                    <a:pt x="2783061" y="869787"/>
                  </a:lnTo>
                  <a:lnTo>
                    <a:pt x="2772928" y="940894"/>
                  </a:lnTo>
                  <a:lnTo>
                    <a:pt x="2753061" y="1010178"/>
                  </a:lnTo>
                  <a:lnTo>
                    <a:pt x="2723880" y="1077388"/>
                  </a:lnTo>
                  <a:lnTo>
                    <a:pt x="2685802" y="1142274"/>
                  </a:lnTo>
                  <a:lnTo>
                    <a:pt x="2663557" y="1173767"/>
                  </a:lnTo>
                  <a:lnTo>
                    <a:pt x="2639244" y="1204585"/>
                  </a:lnTo>
                  <a:lnTo>
                    <a:pt x="2612916" y="1234697"/>
                  </a:lnTo>
                  <a:lnTo>
                    <a:pt x="2584626" y="1264072"/>
                  </a:lnTo>
                  <a:lnTo>
                    <a:pt x="2554424" y="1292678"/>
                  </a:lnTo>
                  <a:lnTo>
                    <a:pt x="2522364" y="1320484"/>
                  </a:lnTo>
                  <a:lnTo>
                    <a:pt x="2488497" y="1347459"/>
                  </a:lnTo>
                  <a:lnTo>
                    <a:pt x="2452877" y="1373571"/>
                  </a:lnTo>
                  <a:lnTo>
                    <a:pt x="2415554" y="1398789"/>
                  </a:lnTo>
                  <a:lnTo>
                    <a:pt x="2376582" y="1423082"/>
                  </a:lnTo>
                  <a:lnTo>
                    <a:pt x="2336013" y="1446419"/>
                  </a:lnTo>
                  <a:lnTo>
                    <a:pt x="2293898" y="1468768"/>
                  </a:lnTo>
                  <a:lnTo>
                    <a:pt x="2250291" y="1490097"/>
                  </a:lnTo>
                  <a:lnTo>
                    <a:pt x="2205243" y="1510377"/>
                  </a:lnTo>
                  <a:lnTo>
                    <a:pt x="2158807" y="1529575"/>
                  </a:lnTo>
                  <a:lnTo>
                    <a:pt x="2111034" y="1547660"/>
                  </a:lnTo>
                  <a:lnTo>
                    <a:pt x="2061978" y="1564600"/>
                  </a:lnTo>
                  <a:lnTo>
                    <a:pt x="2011690" y="1580366"/>
                  </a:lnTo>
                  <a:lnTo>
                    <a:pt x="1960222" y="1594924"/>
                  </a:lnTo>
                  <a:lnTo>
                    <a:pt x="1907628" y="1608245"/>
                  </a:lnTo>
                  <a:lnTo>
                    <a:pt x="1853958" y="1620296"/>
                  </a:lnTo>
                  <a:lnTo>
                    <a:pt x="1799266" y="1631047"/>
                  </a:lnTo>
                  <a:lnTo>
                    <a:pt x="1743603" y="1640465"/>
                  </a:lnTo>
                  <a:lnTo>
                    <a:pt x="1687022" y="1648521"/>
                  </a:lnTo>
                  <a:lnTo>
                    <a:pt x="1629576" y="1655182"/>
                  </a:lnTo>
                  <a:lnTo>
                    <a:pt x="1571315" y="1660417"/>
                  </a:lnTo>
                  <a:lnTo>
                    <a:pt x="1512293" y="1664195"/>
                  </a:lnTo>
                  <a:lnTo>
                    <a:pt x="1452562" y="1666485"/>
                  </a:lnTo>
                  <a:lnTo>
                    <a:pt x="1392174" y="1667256"/>
                  </a:lnTo>
                  <a:lnTo>
                    <a:pt x="1331785" y="1666485"/>
                  </a:lnTo>
                  <a:lnTo>
                    <a:pt x="1272054" y="1664195"/>
                  </a:lnTo>
                  <a:lnTo>
                    <a:pt x="1213032" y="1660417"/>
                  </a:lnTo>
                  <a:lnTo>
                    <a:pt x="1154771" y="1655182"/>
                  </a:lnTo>
                  <a:lnTo>
                    <a:pt x="1097325" y="1648521"/>
                  </a:lnTo>
                  <a:lnTo>
                    <a:pt x="1040744" y="1640465"/>
                  </a:lnTo>
                  <a:lnTo>
                    <a:pt x="985081" y="1631047"/>
                  </a:lnTo>
                  <a:lnTo>
                    <a:pt x="930389" y="1620296"/>
                  </a:lnTo>
                  <a:lnTo>
                    <a:pt x="876719" y="1608245"/>
                  </a:lnTo>
                  <a:lnTo>
                    <a:pt x="824125" y="1594924"/>
                  </a:lnTo>
                  <a:lnTo>
                    <a:pt x="772657" y="1580366"/>
                  </a:lnTo>
                  <a:lnTo>
                    <a:pt x="722369" y="1564600"/>
                  </a:lnTo>
                  <a:lnTo>
                    <a:pt x="673313" y="1547660"/>
                  </a:lnTo>
                  <a:lnTo>
                    <a:pt x="625540" y="1529575"/>
                  </a:lnTo>
                  <a:lnTo>
                    <a:pt x="579104" y="1510377"/>
                  </a:lnTo>
                  <a:lnTo>
                    <a:pt x="534056" y="1490097"/>
                  </a:lnTo>
                  <a:lnTo>
                    <a:pt x="490449" y="1468768"/>
                  </a:lnTo>
                  <a:lnTo>
                    <a:pt x="448334" y="1446419"/>
                  </a:lnTo>
                  <a:lnTo>
                    <a:pt x="407765" y="1423082"/>
                  </a:lnTo>
                  <a:lnTo>
                    <a:pt x="368793" y="1398789"/>
                  </a:lnTo>
                  <a:lnTo>
                    <a:pt x="331470" y="1373571"/>
                  </a:lnTo>
                  <a:lnTo>
                    <a:pt x="295850" y="1347459"/>
                  </a:lnTo>
                  <a:lnTo>
                    <a:pt x="261983" y="1320484"/>
                  </a:lnTo>
                  <a:lnTo>
                    <a:pt x="229923" y="1292678"/>
                  </a:lnTo>
                  <a:lnTo>
                    <a:pt x="199721" y="1264072"/>
                  </a:lnTo>
                  <a:lnTo>
                    <a:pt x="171431" y="1234697"/>
                  </a:lnTo>
                  <a:lnTo>
                    <a:pt x="145103" y="1204585"/>
                  </a:lnTo>
                  <a:lnTo>
                    <a:pt x="120790" y="1173767"/>
                  </a:lnTo>
                  <a:lnTo>
                    <a:pt x="98545" y="1142274"/>
                  </a:lnTo>
                  <a:lnTo>
                    <a:pt x="60467" y="1077388"/>
                  </a:lnTo>
                  <a:lnTo>
                    <a:pt x="31286" y="1010178"/>
                  </a:lnTo>
                  <a:lnTo>
                    <a:pt x="11419" y="940894"/>
                  </a:lnTo>
                  <a:lnTo>
                    <a:pt x="1286" y="869787"/>
                  </a:lnTo>
                  <a:lnTo>
                    <a:pt x="0" y="83362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10283" y="3087623"/>
              <a:ext cx="856488" cy="100583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18031" y="3352799"/>
              <a:ext cx="854963" cy="100583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48383" y="3485387"/>
              <a:ext cx="854964" cy="100583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90016" y="2718816"/>
            <a:ext cx="1637030" cy="332740"/>
          </a:xfrm>
          <a:prstGeom prst="rect">
            <a:avLst/>
          </a:prstGeom>
          <a:ln w="18415">
            <a:solidFill>
              <a:srgbClr val="777777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45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20595" y="3927347"/>
            <a:ext cx="3792220" cy="2176780"/>
            <a:chOff x="1720595" y="3927347"/>
            <a:chExt cx="3792220" cy="2176780"/>
          </a:xfrm>
        </p:grpSpPr>
        <p:sp>
          <p:nvSpPr>
            <p:cNvPr id="22" name="object 22"/>
            <p:cNvSpPr/>
            <p:nvPr/>
          </p:nvSpPr>
          <p:spPr>
            <a:xfrm>
              <a:off x="2458973" y="5052059"/>
              <a:ext cx="834390" cy="437515"/>
            </a:xfrm>
            <a:custGeom>
              <a:avLst/>
              <a:gdLst/>
              <a:ahLst/>
              <a:cxnLst/>
              <a:rect l="l" t="t" r="r" b="b"/>
              <a:pathLst>
                <a:path w="834389" h="437514">
                  <a:moveTo>
                    <a:pt x="666140" y="51951"/>
                  </a:moveTo>
                  <a:lnTo>
                    <a:pt x="0" y="385571"/>
                  </a:lnTo>
                  <a:lnTo>
                    <a:pt x="25907" y="437387"/>
                  </a:lnTo>
                  <a:lnTo>
                    <a:pt x="692016" y="103661"/>
                  </a:lnTo>
                  <a:lnTo>
                    <a:pt x="666140" y="51951"/>
                  </a:lnTo>
                  <a:close/>
                </a:path>
                <a:path w="834389" h="437514">
                  <a:moveTo>
                    <a:pt x="805180" y="38988"/>
                  </a:moveTo>
                  <a:lnTo>
                    <a:pt x="692023" y="38988"/>
                  </a:lnTo>
                  <a:lnTo>
                    <a:pt x="717931" y="90677"/>
                  </a:lnTo>
                  <a:lnTo>
                    <a:pt x="692016" y="103661"/>
                  </a:lnTo>
                  <a:lnTo>
                    <a:pt x="717931" y="155447"/>
                  </a:lnTo>
                  <a:lnTo>
                    <a:pt x="805180" y="38988"/>
                  </a:lnTo>
                  <a:close/>
                </a:path>
                <a:path w="834389" h="437514">
                  <a:moveTo>
                    <a:pt x="692023" y="38988"/>
                  </a:moveTo>
                  <a:lnTo>
                    <a:pt x="666140" y="51951"/>
                  </a:lnTo>
                  <a:lnTo>
                    <a:pt x="692016" y="103661"/>
                  </a:lnTo>
                  <a:lnTo>
                    <a:pt x="717931" y="90677"/>
                  </a:lnTo>
                  <a:lnTo>
                    <a:pt x="692023" y="38988"/>
                  </a:lnTo>
                  <a:close/>
                </a:path>
                <a:path w="834389" h="437514">
                  <a:moveTo>
                    <a:pt x="834389" y="0"/>
                  </a:moveTo>
                  <a:lnTo>
                    <a:pt x="640207" y="126"/>
                  </a:lnTo>
                  <a:lnTo>
                    <a:pt x="666140" y="51951"/>
                  </a:lnTo>
                  <a:lnTo>
                    <a:pt x="692023" y="38988"/>
                  </a:lnTo>
                  <a:lnTo>
                    <a:pt x="805180" y="38988"/>
                  </a:lnTo>
                  <a:lnTo>
                    <a:pt x="83438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20595" y="4930139"/>
              <a:ext cx="963168" cy="117348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21635" y="3927347"/>
              <a:ext cx="762635" cy="453390"/>
            </a:xfrm>
            <a:custGeom>
              <a:avLst/>
              <a:gdLst/>
              <a:ahLst/>
              <a:cxnLst/>
              <a:rect l="l" t="t" r="r" b="b"/>
              <a:pathLst>
                <a:path w="762635" h="453389">
                  <a:moveTo>
                    <a:pt x="165213" y="61122"/>
                  </a:moveTo>
                  <a:lnTo>
                    <a:pt x="136430" y="111437"/>
                  </a:lnTo>
                  <a:lnTo>
                    <a:pt x="733932" y="453389"/>
                  </a:lnTo>
                  <a:lnTo>
                    <a:pt x="762634" y="403097"/>
                  </a:lnTo>
                  <a:lnTo>
                    <a:pt x="165213" y="61122"/>
                  </a:lnTo>
                  <a:close/>
                </a:path>
                <a:path w="762635" h="453389">
                  <a:moveTo>
                    <a:pt x="0" y="0"/>
                  </a:moveTo>
                  <a:lnTo>
                    <a:pt x="107695" y="161670"/>
                  </a:lnTo>
                  <a:lnTo>
                    <a:pt x="136430" y="111437"/>
                  </a:lnTo>
                  <a:lnTo>
                    <a:pt x="111251" y="97027"/>
                  </a:lnTo>
                  <a:lnTo>
                    <a:pt x="140081" y="46735"/>
                  </a:lnTo>
                  <a:lnTo>
                    <a:pt x="173442" y="46735"/>
                  </a:lnTo>
                  <a:lnTo>
                    <a:pt x="193928" y="10921"/>
                  </a:lnTo>
                  <a:lnTo>
                    <a:pt x="0" y="0"/>
                  </a:lnTo>
                  <a:close/>
                </a:path>
                <a:path w="762635" h="453389">
                  <a:moveTo>
                    <a:pt x="140081" y="46735"/>
                  </a:moveTo>
                  <a:lnTo>
                    <a:pt x="111251" y="97027"/>
                  </a:lnTo>
                  <a:lnTo>
                    <a:pt x="136430" y="111437"/>
                  </a:lnTo>
                  <a:lnTo>
                    <a:pt x="165213" y="61122"/>
                  </a:lnTo>
                  <a:lnTo>
                    <a:pt x="140081" y="46735"/>
                  </a:lnTo>
                  <a:close/>
                </a:path>
                <a:path w="762635" h="453389">
                  <a:moveTo>
                    <a:pt x="173442" y="46735"/>
                  </a:moveTo>
                  <a:lnTo>
                    <a:pt x="140081" y="46735"/>
                  </a:lnTo>
                  <a:lnTo>
                    <a:pt x="165213" y="61122"/>
                  </a:lnTo>
                  <a:lnTo>
                    <a:pt x="173442" y="46735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33927" y="3938015"/>
              <a:ext cx="1164336" cy="137007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91355" y="4901183"/>
              <a:ext cx="1521460" cy="335280"/>
            </a:xfrm>
            <a:custGeom>
              <a:avLst/>
              <a:gdLst/>
              <a:ahLst/>
              <a:cxnLst/>
              <a:rect l="l" t="t" r="r" b="b"/>
              <a:pathLst>
                <a:path w="1521460" h="335279">
                  <a:moveTo>
                    <a:pt x="1514729" y="0"/>
                  </a:moveTo>
                  <a:lnTo>
                    <a:pt x="6223" y="0"/>
                  </a:lnTo>
                  <a:lnTo>
                    <a:pt x="0" y="6223"/>
                  </a:lnTo>
                  <a:lnTo>
                    <a:pt x="0" y="329057"/>
                  </a:lnTo>
                  <a:lnTo>
                    <a:pt x="6223" y="335280"/>
                  </a:lnTo>
                  <a:lnTo>
                    <a:pt x="1514729" y="335280"/>
                  </a:lnTo>
                  <a:lnTo>
                    <a:pt x="1520952" y="329057"/>
                  </a:lnTo>
                  <a:lnTo>
                    <a:pt x="1520952" y="6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991355" y="4901184"/>
            <a:ext cx="1521460" cy="335280"/>
          </a:xfrm>
          <a:prstGeom prst="rect">
            <a:avLst/>
          </a:prstGeom>
          <a:ln w="18542">
            <a:solidFill>
              <a:srgbClr val="777777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60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434584" y="2574035"/>
            <a:ext cx="2726690" cy="2543810"/>
            <a:chOff x="5434584" y="2574035"/>
            <a:chExt cx="2726690" cy="2543810"/>
          </a:xfrm>
        </p:grpSpPr>
        <p:sp>
          <p:nvSpPr>
            <p:cNvPr id="29" name="object 29"/>
            <p:cNvSpPr/>
            <p:nvPr/>
          </p:nvSpPr>
          <p:spPr>
            <a:xfrm>
              <a:off x="6513576" y="2581655"/>
              <a:ext cx="1647444" cy="164744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26836" y="2574035"/>
              <a:ext cx="856488" cy="100583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34584" y="2839211"/>
              <a:ext cx="854963" cy="100583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64936" y="2970275"/>
              <a:ext cx="854963" cy="100584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93052" y="4675631"/>
              <a:ext cx="888492" cy="43738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93052" y="4675631"/>
              <a:ext cx="889000" cy="437515"/>
            </a:xfrm>
            <a:custGeom>
              <a:avLst/>
              <a:gdLst/>
              <a:ahLst/>
              <a:cxnLst/>
              <a:rect l="l" t="t" r="r" b="b"/>
              <a:pathLst>
                <a:path w="889000" h="437514">
                  <a:moveTo>
                    <a:pt x="0" y="18288"/>
                  </a:moveTo>
                  <a:lnTo>
                    <a:pt x="1428" y="11144"/>
                  </a:lnTo>
                  <a:lnTo>
                    <a:pt x="5333" y="5334"/>
                  </a:lnTo>
                  <a:lnTo>
                    <a:pt x="11144" y="1428"/>
                  </a:lnTo>
                  <a:lnTo>
                    <a:pt x="18288" y="0"/>
                  </a:lnTo>
                  <a:lnTo>
                    <a:pt x="870203" y="0"/>
                  </a:lnTo>
                  <a:lnTo>
                    <a:pt x="877347" y="1428"/>
                  </a:lnTo>
                  <a:lnTo>
                    <a:pt x="883157" y="5334"/>
                  </a:lnTo>
                  <a:lnTo>
                    <a:pt x="887063" y="11144"/>
                  </a:lnTo>
                  <a:lnTo>
                    <a:pt x="888492" y="18288"/>
                  </a:lnTo>
                  <a:lnTo>
                    <a:pt x="888492" y="419100"/>
                  </a:lnTo>
                  <a:lnTo>
                    <a:pt x="887063" y="426243"/>
                  </a:lnTo>
                  <a:lnTo>
                    <a:pt x="883158" y="432054"/>
                  </a:lnTo>
                  <a:lnTo>
                    <a:pt x="877347" y="435959"/>
                  </a:lnTo>
                  <a:lnTo>
                    <a:pt x="870203" y="437388"/>
                  </a:lnTo>
                  <a:lnTo>
                    <a:pt x="18288" y="437388"/>
                  </a:lnTo>
                  <a:lnTo>
                    <a:pt x="11144" y="435959"/>
                  </a:lnTo>
                  <a:lnTo>
                    <a:pt x="5334" y="432054"/>
                  </a:lnTo>
                  <a:lnTo>
                    <a:pt x="1428" y="426243"/>
                  </a:lnTo>
                  <a:lnTo>
                    <a:pt x="0" y="419100"/>
                  </a:lnTo>
                  <a:lnTo>
                    <a:pt x="0" y="18288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113020" y="2177795"/>
            <a:ext cx="2039620" cy="346075"/>
          </a:xfrm>
          <a:prstGeom prst="rect">
            <a:avLst/>
          </a:prstGeom>
          <a:ln w="19050">
            <a:solidFill>
              <a:srgbClr val="777777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200"/>
              </a:spcBef>
            </a:pPr>
            <a:r>
              <a:rPr sz="1600" b="1" spc="-10" dirty="0">
                <a:latin typeface="Verdana"/>
                <a:cs typeface="Verdana"/>
              </a:rPr>
              <a:t>Root (.)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78142" y="4759197"/>
            <a:ext cx="4978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c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5" dirty="0">
                <a:latin typeface="Verdana"/>
                <a:cs typeface="Verdana"/>
              </a:rPr>
              <a:t>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007363" y="4215384"/>
            <a:ext cx="6417945" cy="1892935"/>
            <a:chOff x="1007363" y="4215384"/>
            <a:chExt cx="6417945" cy="1892935"/>
          </a:xfrm>
        </p:grpSpPr>
        <p:sp>
          <p:nvSpPr>
            <p:cNvPr id="38" name="object 38"/>
            <p:cNvSpPr/>
            <p:nvPr/>
          </p:nvSpPr>
          <p:spPr>
            <a:xfrm>
              <a:off x="7251192" y="4215384"/>
              <a:ext cx="173990" cy="475615"/>
            </a:xfrm>
            <a:custGeom>
              <a:avLst/>
              <a:gdLst/>
              <a:ahLst/>
              <a:cxnLst/>
              <a:rect l="l" t="t" r="r" b="b"/>
              <a:pathLst>
                <a:path w="173990" h="475614">
                  <a:moveTo>
                    <a:pt x="57911" y="301752"/>
                  </a:moveTo>
                  <a:lnTo>
                    <a:pt x="0" y="301752"/>
                  </a:lnTo>
                  <a:lnTo>
                    <a:pt x="86867" y="475488"/>
                  </a:lnTo>
                  <a:lnTo>
                    <a:pt x="159257" y="330708"/>
                  </a:lnTo>
                  <a:lnTo>
                    <a:pt x="57911" y="330708"/>
                  </a:lnTo>
                  <a:lnTo>
                    <a:pt x="57911" y="301752"/>
                  </a:lnTo>
                  <a:close/>
                </a:path>
                <a:path w="173990" h="475614">
                  <a:moveTo>
                    <a:pt x="115824" y="0"/>
                  </a:moveTo>
                  <a:lnTo>
                    <a:pt x="57911" y="0"/>
                  </a:lnTo>
                  <a:lnTo>
                    <a:pt x="57911" y="330708"/>
                  </a:lnTo>
                  <a:lnTo>
                    <a:pt x="115824" y="330708"/>
                  </a:lnTo>
                  <a:lnTo>
                    <a:pt x="115824" y="0"/>
                  </a:lnTo>
                  <a:close/>
                </a:path>
                <a:path w="173990" h="475614">
                  <a:moveTo>
                    <a:pt x="173735" y="301752"/>
                  </a:moveTo>
                  <a:lnTo>
                    <a:pt x="115824" y="301752"/>
                  </a:lnTo>
                  <a:lnTo>
                    <a:pt x="115824" y="330708"/>
                  </a:lnTo>
                  <a:lnTo>
                    <a:pt x="159257" y="330708"/>
                  </a:lnTo>
                  <a:lnTo>
                    <a:pt x="173735" y="301752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07363" y="5759196"/>
              <a:ext cx="862965" cy="349250"/>
            </a:xfrm>
            <a:custGeom>
              <a:avLst/>
              <a:gdLst/>
              <a:ahLst/>
              <a:cxnLst/>
              <a:rect l="l" t="t" r="r" b="b"/>
              <a:pathLst>
                <a:path w="862964" h="349250">
                  <a:moveTo>
                    <a:pt x="856107" y="0"/>
                  </a:moveTo>
                  <a:lnTo>
                    <a:pt x="6515" y="0"/>
                  </a:lnTo>
                  <a:lnTo>
                    <a:pt x="0" y="6515"/>
                  </a:lnTo>
                  <a:lnTo>
                    <a:pt x="0" y="342480"/>
                  </a:lnTo>
                  <a:lnTo>
                    <a:pt x="6515" y="348995"/>
                  </a:lnTo>
                  <a:lnTo>
                    <a:pt x="856107" y="348995"/>
                  </a:lnTo>
                  <a:lnTo>
                    <a:pt x="862584" y="342480"/>
                  </a:lnTo>
                  <a:lnTo>
                    <a:pt x="862584" y="65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007363" y="5759196"/>
            <a:ext cx="862965" cy="349250"/>
          </a:xfrm>
          <a:prstGeom prst="rect">
            <a:avLst/>
          </a:prstGeom>
          <a:ln w="19177">
            <a:solidFill>
              <a:srgbClr val="777777"/>
            </a:solidFill>
          </a:ln>
        </p:spPr>
        <p:txBody>
          <a:bodyPr vert="horz" wrap="square" lIns="0" tIns="27939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219"/>
              </a:spcBef>
            </a:pPr>
            <a:r>
              <a:rPr sz="1600" b="1" spc="-10" dirty="0">
                <a:latin typeface="Verdana"/>
                <a:cs typeface="Verdana"/>
              </a:rPr>
              <a:t>Client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264408" y="3209544"/>
            <a:ext cx="1661160" cy="929640"/>
            <a:chOff x="3264408" y="3209544"/>
            <a:chExt cx="1661160" cy="929640"/>
          </a:xfrm>
        </p:grpSpPr>
        <p:sp>
          <p:nvSpPr>
            <p:cNvPr id="42" name="object 42"/>
            <p:cNvSpPr/>
            <p:nvPr/>
          </p:nvSpPr>
          <p:spPr>
            <a:xfrm>
              <a:off x="3264408" y="3316224"/>
              <a:ext cx="504443" cy="82295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86912" y="3209544"/>
              <a:ext cx="1438910" cy="299085"/>
            </a:xfrm>
            <a:custGeom>
              <a:avLst/>
              <a:gdLst/>
              <a:ahLst/>
              <a:cxnLst/>
              <a:rect l="l" t="t" r="r" b="b"/>
              <a:pathLst>
                <a:path w="1438910" h="299085">
                  <a:moveTo>
                    <a:pt x="1433067" y="0"/>
                  </a:moveTo>
                  <a:lnTo>
                    <a:pt x="5587" y="0"/>
                  </a:lnTo>
                  <a:lnTo>
                    <a:pt x="0" y="5587"/>
                  </a:lnTo>
                  <a:lnTo>
                    <a:pt x="0" y="293115"/>
                  </a:lnTo>
                  <a:lnTo>
                    <a:pt x="5587" y="298703"/>
                  </a:lnTo>
                  <a:lnTo>
                    <a:pt x="1433067" y="298703"/>
                  </a:lnTo>
                  <a:lnTo>
                    <a:pt x="1438655" y="293115"/>
                  </a:lnTo>
                  <a:lnTo>
                    <a:pt x="1438655" y="55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486911" y="3209544"/>
            <a:ext cx="1438910" cy="299085"/>
          </a:xfrm>
          <a:prstGeom prst="rect">
            <a:avLst/>
          </a:prstGeom>
          <a:ln w="17017">
            <a:solidFill>
              <a:srgbClr val="777777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5"/>
              </a:spcBef>
            </a:pPr>
            <a:r>
              <a:rPr sz="1600" b="1" spc="-10" dirty="0">
                <a:latin typeface="Verdana"/>
                <a:cs typeface="Verdana"/>
              </a:rPr>
              <a:t>Root</a:t>
            </a:r>
            <a:r>
              <a:rPr sz="1600" b="1" spc="-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Hints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440173" y="3821557"/>
            <a:ext cx="1301115" cy="591185"/>
          </a:xfrm>
          <a:custGeom>
            <a:avLst/>
            <a:gdLst/>
            <a:ahLst/>
            <a:cxnLst/>
            <a:rect l="l" t="t" r="r" b="b"/>
            <a:pathLst>
              <a:path w="1301114" h="591185">
                <a:moveTo>
                  <a:pt x="1129649" y="53177"/>
                </a:moveTo>
                <a:lnTo>
                  <a:pt x="0" y="537845"/>
                </a:lnTo>
                <a:lnTo>
                  <a:pt x="22860" y="591185"/>
                </a:lnTo>
                <a:lnTo>
                  <a:pt x="1152510" y="106393"/>
                </a:lnTo>
                <a:lnTo>
                  <a:pt x="1129649" y="53177"/>
                </a:lnTo>
                <a:close/>
              </a:path>
              <a:path w="1301114" h="591185">
                <a:moveTo>
                  <a:pt x="1274977" y="41783"/>
                </a:moveTo>
                <a:lnTo>
                  <a:pt x="1156208" y="41783"/>
                </a:lnTo>
                <a:lnTo>
                  <a:pt x="1179067" y="94996"/>
                </a:lnTo>
                <a:lnTo>
                  <a:pt x="1152510" y="106393"/>
                </a:lnTo>
                <a:lnTo>
                  <a:pt x="1175385" y="159639"/>
                </a:lnTo>
                <a:lnTo>
                  <a:pt x="1274977" y="41783"/>
                </a:lnTo>
                <a:close/>
              </a:path>
              <a:path w="1301114" h="591185">
                <a:moveTo>
                  <a:pt x="1156208" y="41783"/>
                </a:moveTo>
                <a:lnTo>
                  <a:pt x="1129649" y="53177"/>
                </a:lnTo>
                <a:lnTo>
                  <a:pt x="1152510" y="106393"/>
                </a:lnTo>
                <a:lnTo>
                  <a:pt x="1179067" y="94996"/>
                </a:lnTo>
                <a:lnTo>
                  <a:pt x="1156208" y="41783"/>
                </a:lnTo>
                <a:close/>
              </a:path>
              <a:path w="1301114" h="591185">
                <a:moveTo>
                  <a:pt x="1106804" y="0"/>
                </a:moveTo>
                <a:lnTo>
                  <a:pt x="1129649" y="53177"/>
                </a:lnTo>
                <a:lnTo>
                  <a:pt x="1156208" y="41783"/>
                </a:lnTo>
                <a:lnTo>
                  <a:pt x="1274977" y="41783"/>
                </a:lnTo>
                <a:lnTo>
                  <a:pt x="1300734" y="11303"/>
                </a:lnTo>
                <a:lnTo>
                  <a:pt x="1106804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12664" y="4211161"/>
            <a:ext cx="2223516" cy="12340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7852" y="281685"/>
            <a:ext cx="7688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75245" algn="l"/>
              </a:tabLst>
            </a:pPr>
            <a:r>
              <a:rPr spc="-45" dirty="0"/>
              <a:t>What</a:t>
            </a:r>
            <a:r>
              <a:rPr u="sng" spc="-45" dirty="0">
                <a:uFill>
                  <a:solidFill>
                    <a:srgbClr val="808080"/>
                  </a:solidFill>
                </a:uFill>
              </a:rPr>
              <a:t> </a:t>
            </a:r>
            <a:r>
              <a:rPr u="sng" dirty="0">
                <a:uFill>
                  <a:solidFill>
                    <a:srgbClr val="808080"/>
                  </a:solidFill>
                </a:uFill>
              </a:rPr>
              <a:t>Are DNS</a:t>
            </a:r>
            <a:r>
              <a:rPr u="sng" spc="160" dirty="0">
                <a:uFill>
                  <a:solidFill>
                    <a:srgbClr val="808080"/>
                  </a:solidFill>
                </a:uFill>
              </a:rPr>
              <a:t> </a:t>
            </a:r>
            <a:r>
              <a:rPr u="sng" spc="-10" dirty="0">
                <a:uFill>
                  <a:solidFill>
                    <a:srgbClr val="808080"/>
                  </a:solidFill>
                </a:uFill>
              </a:rPr>
              <a:t>Queries?	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51725" y="4177284"/>
            <a:ext cx="6657340" cy="1757680"/>
            <a:chOff x="851725" y="4177284"/>
            <a:chExt cx="6657340" cy="1757680"/>
          </a:xfrm>
        </p:grpSpPr>
        <p:sp>
          <p:nvSpPr>
            <p:cNvPr id="5" name="object 5"/>
            <p:cNvSpPr/>
            <p:nvPr/>
          </p:nvSpPr>
          <p:spPr>
            <a:xfrm>
              <a:off x="5288279" y="4177284"/>
              <a:ext cx="2220468" cy="12405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6488" y="5548884"/>
              <a:ext cx="1458595" cy="381000"/>
            </a:xfrm>
            <a:custGeom>
              <a:avLst/>
              <a:gdLst/>
              <a:ahLst/>
              <a:cxnLst/>
              <a:rect l="l" t="t" r="r" b="b"/>
              <a:pathLst>
                <a:path w="1458595" h="381000">
                  <a:moveTo>
                    <a:pt x="0" y="15874"/>
                  </a:moveTo>
                  <a:lnTo>
                    <a:pt x="0" y="7111"/>
                  </a:lnTo>
                  <a:lnTo>
                    <a:pt x="7112" y="0"/>
                  </a:lnTo>
                  <a:lnTo>
                    <a:pt x="15875" y="0"/>
                  </a:lnTo>
                  <a:lnTo>
                    <a:pt x="1442593" y="0"/>
                  </a:lnTo>
                  <a:lnTo>
                    <a:pt x="1451356" y="0"/>
                  </a:lnTo>
                  <a:lnTo>
                    <a:pt x="1458468" y="7111"/>
                  </a:lnTo>
                  <a:lnTo>
                    <a:pt x="1458468" y="15874"/>
                  </a:lnTo>
                  <a:lnTo>
                    <a:pt x="1458468" y="365124"/>
                  </a:lnTo>
                  <a:lnTo>
                    <a:pt x="1458468" y="373887"/>
                  </a:lnTo>
                  <a:lnTo>
                    <a:pt x="1451356" y="380999"/>
                  </a:lnTo>
                  <a:lnTo>
                    <a:pt x="1442593" y="380999"/>
                  </a:lnTo>
                  <a:lnTo>
                    <a:pt x="15875" y="380999"/>
                  </a:lnTo>
                  <a:lnTo>
                    <a:pt x="7112" y="380999"/>
                  </a:lnTo>
                  <a:lnTo>
                    <a:pt x="0" y="373887"/>
                  </a:lnTo>
                  <a:lnTo>
                    <a:pt x="0" y="365124"/>
                  </a:lnTo>
                  <a:lnTo>
                    <a:pt x="0" y="15874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69836" y="5591686"/>
            <a:ext cx="92710" cy="24637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Verdana"/>
                <a:cs typeface="Verdana"/>
              </a:rPr>
              <a:t>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2478" y="718354"/>
            <a:ext cx="8197850" cy="51200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985519" marR="650875">
              <a:lnSpc>
                <a:spcPts val="1939"/>
              </a:lnSpc>
              <a:spcBef>
                <a:spcPts val="254"/>
              </a:spcBef>
            </a:pPr>
            <a:r>
              <a:rPr sz="1800" b="1" spc="-5" dirty="0">
                <a:latin typeface="Verdana"/>
                <a:cs typeface="Verdana"/>
              </a:rPr>
              <a:t>An iterative query directed </a:t>
            </a:r>
            <a:r>
              <a:rPr sz="1800" b="1" dirty="0">
                <a:latin typeface="Verdana"/>
                <a:cs typeface="Verdana"/>
              </a:rPr>
              <a:t>to a DNS </a:t>
            </a:r>
            <a:r>
              <a:rPr sz="1800" b="1" spc="-5" dirty="0">
                <a:latin typeface="Verdana"/>
                <a:cs typeface="Verdana"/>
              </a:rPr>
              <a:t>server may be  </a:t>
            </a:r>
            <a:r>
              <a:rPr sz="1800" b="1" dirty="0">
                <a:latin typeface="Verdana"/>
                <a:cs typeface="Verdana"/>
              </a:rPr>
              <a:t>answered </a:t>
            </a:r>
            <a:r>
              <a:rPr sz="1800" b="1" spc="-5" dirty="0">
                <a:latin typeface="Verdana"/>
                <a:cs typeface="Verdana"/>
              </a:rPr>
              <a:t>with </a:t>
            </a: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referral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another </a:t>
            </a:r>
            <a:r>
              <a:rPr sz="1800" b="1" dirty="0">
                <a:latin typeface="Verdana"/>
                <a:cs typeface="Verdana"/>
              </a:rPr>
              <a:t>DNS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Verdana"/>
              <a:cs typeface="Verdana"/>
            </a:endParaRPr>
          </a:p>
          <a:p>
            <a:pPr marL="278130">
              <a:lnSpc>
                <a:spcPct val="100000"/>
              </a:lnSpc>
              <a:tabLst>
                <a:tab pos="3550920" algn="l"/>
                <a:tab pos="6338570" algn="l"/>
              </a:tabLst>
            </a:pPr>
            <a:r>
              <a:rPr sz="2400" b="1" spc="-15" baseline="-15625" dirty="0">
                <a:latin typeface="Verdana"/>
                <a:cs typeface="Verdana"/>
              </a:rPr>
              <a:t>Local</a:t>
            </a:r>
            <a:r>
              <a:rPr sz="2400" b="1" spc="30" baseline="-15625" dirty="0">
                <a:latin typeface="Verdana"/>
                <a:cs typeface="Verdana"/>
              </a:rPr>
              <a:t> </a:t>
            </a:r>
            <a:r>
              <a:rPr sz="2400" b="1" spc="-15" baseline="-15625" dirty="0">
                <a:latin typeface="Verdana"/>
                <a:cs typeface="Verdana"/>
              </a:rPr>
              <a:t>DNS</a:t>
            </a:r>
            <a:r>
              <a:rPr sz="2400" b="1" spc="30" baseline="-15625" dirty="0">
                <a:latin typeface="Verdana"/>
                <a:cs typeface="Verdana"/>
              </a:rPr>
              <a:t> </a:t>
            </a:r>
            <a:r>
              <a:rPr sz="2400" b="1" spc="-15" baseline="-15625" dirty="0">
                <a:latin typeface="Verdana"/>
                <a:cs typeface="Verdana"/>
              </a:rPr>
              <a:t>Server	</a:t>
            </a:r>
            <a:r>
              <a:rPr sz="1800" spc="-10" dirty="0">
                <a:latin typeface="Verdana"/>
                <a:cs typeface="Verdana"/>
              </a:rPr>
              <a:t>Iterative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Query	</a:t>
            </a:r>
            <a:r>
              <a:rPr sz="2400" b="1" spc="-15" baseline="12152" dirty="0">
                <a:latin typeface="Verdana"/>
                <a:cs typeface="Verdana"/>
              </a:rPr>
              <a:t>Root Hint</a:t>
            </a:r>
            <a:r>
              <a:rPr sz="2400" b="1" spc="22" baseline="12152" dirty="0">
                <a:latin typeface="Verdana"/>
                <a:cs typeface="Verdana"/>
              </a:rPr>
              <a:t> </a:t>
            </a:r>
            <a:r>
              <a:rPr sz="2400" b="1" spc="-15" baseline="12152" dirty="0">
                <a:latin typeface="Verdana"/>
                <a:cs typeface="Verdana"/>
              </a:rPr>
              <a:t>(.)</a:t>
            </a:r>
            <a:endParaRPr sz="2400" baseline="12152">
              <a:latin typeface="Verdana"/>
              <a:cs typeface="Verdana"/>
            </a:endParaRPr>
          </a:p>
          <a:p>
            <a:pPr marL="448309" algn="ctr">
              <a:lnSpc>
                <a:spcPts val="1985"/>
              </a:lnSpc>
              <a:spcBef>
                <a:spcPts val="1490"/>
              </a:spcBef>
            </a:pPr>
            <a:r>
              <a:rPr sz="1800" dirty="0">
                <a:latin typeface="Verdana"/>
                <a:cs typeface="Verdana"/>
              </a:rPr>
              <a:t>Ask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.com</a:t>
            </a:r>
            <a:endParaRPr sz="1800">
              <a:latin typeface="Verdana"/>
              <a:cs typeface="Verdana"/>
            </a:endParaRPr>
          </a:p>
          <a:p>
            <a:pPr marR="981075">
              <a:lnSpc>
                <a:spcPts val="1839"/>
              </a:lnSpc>
              <a:spcBef>
                <a:spcPts val="155"/>
              </a:spcBef>
              <a:tabLst>
                <a:tab pos="6597015" algn="l"/>
              </a:tabLst>
            </a:pP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i="1" spc="-5" dirty="0">
                <a:latin typeface="Verdana"/>
                <a:cs typeface="Verdana"/>
              </a:rPr>
              <a:t>recursive </a:t>
            </a:r>
            <a:r>
              <a:rPr sz="1800" b="1" i="1" dirty="0">
                <a:latin typeface="Verdana"/>
                <a:cs typeface="Verdana"/>
              </a:rPr>
              <a:t>query </a:t>
            </a:r>
            <a:r>
              <a:rPr sz="1800" b="1" dirty="0">
                <a:latin typeface="Verdana"/>
                <a:cs typeface="Verdana"/>
              </a:rPr>
              <a:t>is </a:t>
            </a:r>
            <a:r>
              <a:rPr sz="1800" b="1" spc="-5" dirty="0">
                <a:latin typeface="Verdana"/>
                <a:cs typeface="Verdana"/>
              </a:rPr>
              <a:t>sent </a:t>
            </a:r>
            <a:r>
              <a:rPr sz="1800" b="1" dirty="0">
                <a:latin typeface="Verdana"/>
                <a:cs typeface="Verdana"/>
              </a:rPr>
              <a:t>to a DNS </a:t>
            </a:r>
            <a:r>
              <a:rPr sz="1800" b="1" spc="-5" dirty="0">
                <a:latin typeface="Verdana"/>
                <a:cs typeface="Verdana"/>
              </a:rPr>
              <a:t>server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requires </a:t>
            </a:r>
            <a:r>
              <a:rPr sz="1800" b="1" dirty="0">
                <a:latin typeface="Verdana"/>
                <a:cs typeface="Verdana"/>
              </a:rPr>
              <a:t>a  </a:t>
            </a:r>
            <a:r>
              <a:rPr sz="1800" b="1" spc="-5" dirty="0">
                <a:latin typeface="Verdana"/>
                <a:cs typeface="Verdana"/>
              </a:rPr>
              <a:t>complete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answer	</a:t>
            </a:r>
            <a:r>
              <a:rPr sz="2400" b="1" spc="-15" baseline="-36458" dirty="0">
                <a:latin typeface="Verdana"/>
                <a:cs typeface="Verdana"/>
              </a:rPr>
              <a:t>.com</a:t>
            </a:r>
            <a:endParaRPr sz="2400" baseline="-36458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Verdana"/>
              <a:cs typeface="Verdana"/>
            </a:endParaRPr>
          </a:p>
          <a:p>
            <a:pPr marL="261366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Verdana"/>
                <a:cs typeface="Verdana"/>
              </a:rPr>
              <a:t>mail1.contoso.com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Verdana"/>
              <a:cs typeface="Verdana"/>
            </a:endParaRPr>
          </a:p>
          <a:p>
            <a:pPr marL="6290945" indent="440690">
              <a:lnSpc>
                <a:spcPct val="154200"/>
              </a:lnSpc>
              <a:spcBef>
                <a:spcPts val="5"/>
              </a:spcBef>
            </a:pPr>
            <a:r>
              <a:rPr sz="1600" b="1" spc="-5" dirty="0">
                <a:latin typeface="Verdana"/>
                <a:cs typeface="Verdana"/>
              </a:rPr>
              <a:t>C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10" dirty="0">
                <a:latin typeface="Verdana"/>
                <a:cs typeface="Verdana"/>
              </a:rPr>
              <a:t>n</a:t>
            </a:r>
            <a:r>
              <a:rPr sz="1600" b="1" dirty="0">
                <a:latin typeface="Verdana"/>
                <a:cs typeface="Verdana"/>
              </a:rPr>
              <a:t>t</a:t>
            </a:r>
            <a:r>
              <a:rPr sz="1600" b="1" spc="-5" dirty="0">
                <a:latin typeface="Verdana"/>
                <a:cs typeface="Verdana"/>
              </a:rPr>
              <a:t>os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10" dirty="0">
                <a:latin typeface="Verdana"/>
                <a:cs typeface="Verdana"/>
              </a:rPr>
              <a:t>.c</a:t>
            </a:r>
            <a:r>
              <a:rPr sz="1600" b="1" spc="-15" dirty="0">
                <a:latin typeface="Verdana"/>
                <a:cs typeface="Verdana"/>
              </a:rPr>
              <a:t>o</a:t>
            </a:r>
            <a:r>
              <a:rPr sz="1600" b="1" spc="-5" dirty="0">
                <a:latin typeface="Verdana"/>
                <a:cs typeface="Verdana"/>
              </a:rPr>
              <a:t>m  </a:t>
            </a:r>
            <a:r>
              <a:rPr sz="1600" b="1" spc="-10" dirty="0">
                <a:latin typeface="Verdana"/>
                <a:cs typeface="Verdana"/>
              </a:rPr>
              <a:t>Database</a:t>
            </a:r>
            <a:endParaRPr sz="1600">
              <a:latin typeface="Verdana"/>
              <a:cs typeface="Verdana"/>
            </a:endParaRPr>
          </a:p>
          <a:p>
            <a:pPr marL="2970530">
              <a:lnSpc>
                <a:spcPct val="100000"/>
              </a:lnSpc>
              <a:spcBef>
                <a:spcPts val="1115"/>
              </a:spcBef>
            </a:pPr>
            <a:r>
              <a:rPr sz="1600" b="1" spc="-5" dirty="0">
                <a:latin typeface="Verdana"/>
                <a:cs typeface="Verdana"/>
              </a:rPr>
              <a:t>172.16.64.11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Verdana"/>
              <a:cs typeface="Verdana"/>
            </a:endParaRPr>
          </a:p>
          <a:p>
            <a:pPr marL="630555">
              <a:lnSpc>
                <a:spcPct val="100000"/>
              </a:lnSpc>
              <a:tabLst>
                <a:tab pos="1885950" algn="l"/>
                <a:tab pos="5104765" algn="l"/>
              </a:tabLst>
            </a:pPr>
            <a:r>
              <a:rPr sz="2400" b="1" spc="-15" baseline="-6944" dirty="0">
                <a:latin typeface="Verdana"/>
                <a:cs typeface="Verdana"/>
              </a:rPr>
              <a:t>DNS</a:t>
            </a:r>
            <a:r>
              <a:rPr sz="2400" b="1" spc="15" baseline="-6944" dirty="0">
                <a:latin typeface="Verdana"/>
                <a:cs typeface="Verdana"/>
              </a:rPr>
              <a:t> </a:t>
            </a:r>
            <a:r>
              <a:rPr sz="2400" b="1" spc="-15" baseline="-6944" dirty="0">
                <a:latin typeface="Verdana"/>
                <a:cs typeface="Verdana"/>
              </a:rPr>
              <a:t>Clien	</a:t>
            </a:r>
            <a:r>
              <a:rPr sz="2400" b="1" spc="-15" baseline="22569" dirty="0">
                <a:latin typeface="Verdana"/>
                <a:cs typeface="Verdana"/>
              </a:rPr>
              <a:t>Client</a:t>
            </a:r>
            <a:r>
              <a:rPr sz="2400" b="1" spc="60" baseline="22569" dirty="0">
                <a:latin typeface="Verdana"/>
                <a:cs typeface="Verdana"/>
              </a:rPr>
              <a:t> </a:t>
            </a:r>
            <a:r>
              <a:rPr sz="2400" b="1" spc="-15" baseline="22569" dirty="0">
                <a:latin typeface="Verdana"/>
                <a:cs typeface="Verdana"/>
              </a:rPr>
              <a:t>Server	</a:t>
            </a:r>
            <a:r>
              <a:rPr sz="1600" b="1" spc="-10" dirty="0">
                <a:latin typeface="Verdana"/>
                <a:cs typeface="Verdana"/>
              </a:rPr>
              <a:t>Local DNS</a:t>
            </a:r>
            <a:r>
              <a:rPr sz="1600" b="1" spc="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8785" y="638555"/>
            <a:ext cx="8782050" cy="5302250"/>
            <a:chOff x="188785" y="638555"/>
            <a:chExt cx="8782050" cy="5302250"/>
          </a:xfrm>
        </p:grpSpPr>
        <p:sp>
          <p:nvSpPr>
            <p:cNvPr id="10" name="object 10"/>
            <p:cNvSpPr/>
            <p:nvPr/>
          </p:nvSpPr>
          <p:spPr>
            <a:xfrm>
              <a:off x="1220723" y="658367"/>
              <a:ext cx="6969252" cy="7254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94815" y="676655"/>
              <a:ext cx="6912864" cy="7299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00911" y="638555"/>
              <a:ext cx="6957059" cy="7132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5100" y="4240178"/>
              <a:ext cx="2215531" cy="123250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207" y="4206240"/>
              <a:ext cx="2221992" cy="123901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22603" y="3648455"/>
              <a:ext cx="1347216" cy="16413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12492" y="3657599"/>
              <a:ext cx="3308985" cy="1770380"/>
            </a:xfrm>
            <a:custGeom>
              <a:avLst/>
              <a:gdLst/>
              <a:ahLst/>
              <a:cxnLst/>
              <a:rect l="l" t="t" r="r" b="b"/>
              <a:pathLst>
                <a:path w="3308985" h="1770379">
                  <a:moveTo>
                    <a:pt x="193294" y="1322705"/>
                  </a:moveTo>
                  <a:lnTo>
                    <a:pt x="0" y="1304036"/>
                  </a:lnTo>
                  <a:lnTo>
                    <a:pt x="101092" y="1469898"/>
                  </a:lnTo>
                  <a:lnTo>
                    <a:pt x="134226" y="1416989"/>
                  </a:lnTo>
                  <a:lnTo>
                    <a:pt x="136702" y="1421536"/>
                  </a:lnTo>
                  <a:lnTo>
                    <a:pt x="145669" y="1428750"/>
                  </a:lnTo>
                  <a:lnTo>
                    <a:pt x="156718" y="1432013"/>
                  </a:lnTo>
                  <a:lnTo>
                    <a:pt x="167741" y="1430807"/>
                  </a:lnTo>
                  <a:lnTo>
                    <a:pt x="177507" y="1425524"/>
                  </a:lnTo>
                  <a:lnTo>
                    <a:pt x="184785" y="1416558"/>
                  </a:lnTo>
                  <a:lnTo>
                    <a:pt x="187960" y="1405509"/>
                  </a:lnTo>
                  <a:lnTo>
                    <a:pt x="186715" y="1394485"/>
                  </a:lnTo>
                  <a:lnTo>
                    <a:pt x="181419" y="1384719"/>
                  </a:lnTo>
                  <a:lnTo>
                    <a:pt x="172466" y="1377442"/>
                  </a:lnTo>
                  <a:lnTo>
                    <a:pt x="161404" y="1374267"/>
                  </a:lnTo>
                  <a:lnTo>
                    <a:pt x="160959" y="1374317"/>
                  </a:lnTo>
                  <a:lnTo>
                    <a:pt x="193294" y="1322705"/>
                  </a:lnTo>
                  <a:close/>
                </a:path>
                <a:path w="3308985" h="1770379">
                  <a:moveTo>
                    <a:pt x="291211" y="1456893"/>
                  </a:moveTo>
                  <a:lnTo>
                    <a:pt x="289445" y="1445933"/>
                  </a:lnTo>
                  <a:lnTo>
                    <a:pt x="283692" y="1436446"/>
                  </a:lnTo>
                  <a:lnTo>
                    <a:pt x="274447" y="1429639"/>
                  </a:lnTo>
                  <a:lnTo>
                    <a:pt x="263207" y="1426946"/>
                  </a:lnTo>
                  <a:lnTo>
                    <a:pt x="252247" y="1428673"/>
                  </a:lnTo>
                  <a:lnTo>
                    <a:pt x="242760" y="1434376"/>
                  </a:lnTo>
                  <a:lnTo>
                    <a:pt x="235966" y="1443609"/>
                  </a:lnTo>
                  <a:lnTo>
                    <a:pt x="233273" y="1454848"/>
                  </a:lnTo>
                  <a:lnTo>
                    <a:pt x="235013" y="1465808"/>
                  </a:lnTo>
                  <a:lnTo>
                    <a:pt x="240741" y="1475295"/>
                  </a:lnTo>
                  <a:lnTo>
                    <a:pt x="250063" y="1482090"/>
                  </a:lnTo>
                  <a:lnTo>
                    <a:pt x="261226" y="1484845"/>
                  </a:lnTo>
                  <a:lnTo>
                    <a:pt x="272199" y="1483118"/>
                  </a:lnTo>
                  <a:lnTo>
                    <a:pt x="281724" y="1477378"/>
                  </a:lnTo>
                  <a:lnTo>
                    <a:pt x="288544" y="1468120"/>
                  </a:lnTo>
                  <a:lnTo>
                    <a:pt x="291211" y="1456893"/>
                  </a:lnTo>
                  <a:close/>
                </a:path>
                <a:path w="3308985" h="1770379">
                  <a:moveTo>
                    <a:pt x="396963" y="1503032"/>
                  </a:moveTo>
                  <a:lnTo>
                    <a:pt x="394741" y="1492123"/>
                  </a:lnTo>
                  <a:lnTo>
                    <a:pt x="388620" y="1482902"/>
                  </a:lnTo>
                  <a:lnTo>
                    <a:pt x="379095" y="1476502"/>
                  </a:lnTo>
                  <a:lnTo>
                    <a:pt x="378968" y="1476502"/>
                  </a:lnTo>
                  <a:lnTo>
                    <a:pt x="367715" y="1474254"/>
                  </a:lnTo>
                  <a:lnTo>
                    <a:pt x="356870" y="1476463"/>
                  </a:lnTo>
                  <a:lnTo>
                    <a:pt x="347637" y="1482598"/>
                  </a:lnTo>
                  <a:lnTo>
                    <a:pt x="341236" y="1492148"/>
                  </a:lnTo>
                  <a:lnTo>
                    <a:pt x="338988" y="1503400"/>
                  </a:lnTo>
                  <a:lnTo>
                    <a:pt x="341198" y="1514284"/>
                  </a:lnTo>
                  <a:lnTo>
                    <a:pt x="347332" y="1523555"/>
                  </a:lnTo>
                  <a:lnTo>
                    <a:pt x="356870" y="1529969"/>
                  </a:lnTo>
                  <a:lnTo>
                    <a:pt x="356997" y="1529969"/>
                  </a:lnTo>
                  <a:lnTo>
                    <a:pt x="368236" y="1532178"/>
                  </a:lnTo>
                  <a:lnTo>
                    <a:pt x="379095" y="1529969"/>
                  </a:lnTo>
                  <a:lnTo>
                    <a:pt x="388315" y="1523873"/>
                  </a:lnTo>
                  <a:lnTo>
                    <a:pt x="394716" y="1514348"/>
                  </a:lnTo>
                  <a:lnTo>
                    <a:pt x="396963" y="1503032"/>
                  </a:lnTo>
                  <a:close/>
                </a:path>
                <a:path w="3308985" h="1770379">
                  <a:moveTo>
                    <a:pt x="504774" y="1544078"/>
                  </a:moveTo>
                  <a:lnTo>
                    <a:pt x="502119" y="1533271"/>
                  </a:lnTo>
                  <a:lnTo>
                    <a:pt x="495617" y="1524279"/>
                  </a:lnTo>
                  <a:lnTo>
                    <a:pt x="485775" y="1518285"/>
                  </a:lnTo>
                  <a:lnTo>
                    <a:pt x="474421" y="1516583"/>
                  </a:lnTo>
                  <a:lnTo>
                    <a:pt x="463651" y="1519262"/>
                  </a:lnTo>
                  <a:lnTo>
                    <a:pt x="454672" y="1525778"/>
                  </a:lnTo>
                  <a:lnTo>
                    <a:pt x="448691" y="1535557"/>
                  </a:lnTo>
                  <a:lnTo>
                    <a:pt x="446900" y="1546910"/>
                  </a:lnTo>
                  <a:lnTo>
                    <a:pt x="449541" y="1557680"/>
                  </a:lnTo>
                  <a:lnTo>
                    <a:pt x="456044" y="1566659"/>
                  </a:lnTo>
                  <a:lnTo>
                    <a:pt x="465836" y="1572653"/>
                  </a:lnTo>
                  <a:lnTo>
                    <a:pt x="465963" y="1572653"/>
                  </a:lnTo>
                  <a:lnTo>
                    <a:pt x="477304" y="1574431"/>
                  </a:lnTo>
                  <a:lnTo>
                    <a:pt x="488073" y="1571790"/>
                  </a:lnTo>
                  <a:lnTo>
                    <a:pt x="497052" y="1565287"/>
                  </a:lnTo>
                  <a:lnTo>
                    <a:pt x="503047" y="1555496"/>
                  </a:lnTo>
                  <a:lnTo>
                    <a:pt x="504774" y="1544078"/>
                  </a:lnTo>
                  <a:close/>
                </a:path>
                <a:path w="3308985" h="1770379">
                  <a:moveTo>
                    <a:pt x="614337" y="1580502"/>
                  </a:moveTo>
                  <a:lnTo>
                    <a:pt x="611263" y="1569821"/>
                  </a:lnTo>
                  <a:lnTo>
                    <a:pt x="604393" y="1561096"/>
                  </a:lnTo>
                  <a:lnTo>
                    <a:pt x="594360" y="1555496"/>
                  </a:lnTo>
                  <a:lnTo>
                    <a:pt x="582930" y="1554187"/>
                  </a:lnTo>
                  <a:lnTo>
                    <a:pt x="572274" y="1557248"/>
                  </a:lnTo>
                  <a:lnTo>
                    <a:pt x="563549" y="1564068"/>
                  </a:lnTo>
                  <a:lnTo>
                    <a:pt x="557911" y="1574038"/>
                  </a:lnTo>
                  <a:lnTo>
                    <a:pt x="556590" y="1585493"/>
                  </a:lnTo>
                  <a:lnTo>
                    <a:pt x="559663" y="1596174"/>
                  </a:lnTo>
                  <a:lnTo>
                    <a:pt x="566534" y="1604899"/>
                  </a:lnTo>
                  <a:lnTo>
                    <a:pt x="576580" y="1610487"/>
                  </a:lnTo>
                  <a:lnTo>
                    <a:pt x="576580" y="1610614"/>
                  </a:lnTo>
                  <a:lnTo>
                    <a:pt x="587997" y="1611884"/>
                  </a:lnTo>
                  <a:lnTo>
                    <a:pt x="598652" y="1608810"/>
                  </a:lnTo>
                  <a:lnTo>
                    <a:pt x="607377" y="1601978"/>
                  </a:lnTo>
                  <a:lnTo>
                    <a:pt x="613029" y="1591945"/>
                  </a:lnTo>
                  <a:lnTo>
                    <a:pt x="614337" y="1580502"/>
                  </a:lnTo>
                  <a:close/>
                </a:path>
                <a:path w="3308985" h="1770379">
                  <a:moveTo>
                    <a:pt x="725271" y="1612506"/>
                  </a:moveTo>
                  <a:lnTo>
                    <a:pt x="721817" y="1601952"/>
                  </a:lnTo>
                  <a:lnTo>
                    <a:pt x="714667" y="1593456"/>
                  </a:lnTo>
                  <a:lnTo>
                    <a:pt x="704469" y="1588135"/>
                  </a:lnTo>
                  <a:lnTo>
                    <a:pt x="692886" y="1587271"/>
                  </a:lnTo>
                  <a:lnTo>
                    <a:pt x="682345" y="1590738"/>
                  </a:lnTo>
                  <a:lnTo>
                    <a:pt x="673887" y="1597926"/>
                  </a:lnTo>
                  <a:lnTo>
                    <a:pt x="668655" y="1608201"/>
                  </a:lnTo>
                  <a:lnTo>
                    <a:pt x="667778" y="1619656"/>
                  </a:lnTo>
                  <a:lnTo>
                    <a:pt x="671233" y="1630197"/>
                  </a:lnTo>
                  <a:lnTo>
                    <a:pt x="678383" y="1638655"/>
                  </a:lnTo>
                  <a:lnTo>
                    <a:pt x="688594" y="1643888"/>
                  </a:lnTo>
                  <a:lnTo>
                    <a:pt x="700163" y="1644764"/>
                  </a:lnTo>
                  <a:lnTo>
                    <a:pt x="710704" y="1641309"/>
                  </a:lnTo>
                  <a:lnTo>
                    <a:pt x="719162" y="1634159"/>
                  </a:lnTo>
                  <a:lnTo>
                    <a:pt x="724408" y="1623949"/>
                  </a:lnTo>
                  <a:lnTo>
                    <a:pt x="725271" y="1612506"/>
                  </a:lnTo>
                  <a:close/>
                </a:path>
                <a:path w="3308985" h="1770379">
                  <a:moveTo>
                    <a:pt x="837399" y="1640179"/>
                  </a:moveTo>
                  <a:lnTo>
                    <a:pt x="833539" y="1629791"/>
                  </a:lnTo>
                  <a:lnTo>
                    <a:pt x="826046" y="1621599"/>
                  </a:lnTo>
                  <a:lnTo>
                    <a:pt x="815594" y="1616710"/>
                  </a:lnTo>
                  <a:lnTo>
                    <a:pt x="804113" y="1616240"/>
                  </a:lnTo>
                  <a:lnTo>
                    <a:pt x="793686" y="1620075"/>
                  </a:lnTo>
                  <a:lnTo>
                    <a:pt x="785444" y="1627543"/>
                  </a:lnTo>
                  <a:lnTo>
                    <a:pt x="780542" y="1637919"/>
                  </a:lnTo>
                  <a:lnTo>
                    <a:pt x="780135" y="1649399"/>
                  </a:lnTo>
                  <a:lnTo>
                    <a:pt x="784009" y="1659826"/>
                  </a:lnTo>
                  <a:lnTo>
                    <a:pt x="791489" y="1668068"/>
                  </a:lnTo>
                  <a:lnTo>
                    <a:pt x="801878" y="1672971"/>
                  </a:lnTo>
                  <a:lnTo>
                    <a:pt x="813396" y="1673453"/>
                  </a:lnTo>
                  <a:lnTo>
                    <a:pt x="823823" y="1669592"/>
                  </a:lnTo>
                  <a:lnTo>
                    <a:pt x="832040" y="1662099"/>
                  </a:lnTo>
                  <a:lnTo>
                    <a:pt x="836930" y="1651635"/>
                  </a:lnTo>
                  <a:lnTo>
                    <a:pt x="837399" y="1640179"/>
                  </a:lnTo>
                  <a:close/>
                </a:path>
                <a:path w="3308985" h="1770379">
                  <a:moveTo>
                    <a:pt x="950429" y="1664030"/>
                  </a:moveTo>
                  <a:lnTo>
                    <a:pt x="946238" y="1653755"/>
                  </a:lnTo>
                  <a:lnTo>
                    <a:pt x="938479" y="1645780"/>
                  </a:lnTo>
                  <a:lnTo>
                    <a:pt x="927862" y="1641221"/>
                  </a:lnTo>
                  <a:lnTo>
                    <a:pt x="916368" y="1641132"/>
                  </a:lnTo>
                  <a:lnTo>
                    <a:pt x="906094" y="1645323"/>
                  </a:lnTo>
                  <a:lnTo>
                    <a:pt x="898118" y="1653082"/>
                  </a:lnTo>
                  <a:lnTo>
                    <a:pt x="893572" y="1663700"/>
                  </a:lnTo>
                  <a:lnTo>
                    <a:pt x="893470" y="1675193"/>
                  </a:lnTo>
                  <a:lnTo>
                    <a:pt x="897648" y="1685455"/>
                  </a:lnTo>
                  <a:lnTo>
                    <a:pt x="905370" y="1693392"/>
                  </a:lnTo>
                  <a:lnTo>
                    <a:pt x="915911" y="1697863"/>
                  </a:lnTo>
                  <a:lnTo>
                    <a:pt x="916038" y="1697990"/>
                  </a:lnTo>
                  <a:lnTo>
                    <a:pt x="927531" y="1698015"/>
                  </a:lnTo>
                  <a:lnTo>
                    <a:pt x="937806" y="1693799"/>
                  </a:lnTo>
                  <a:lnTo>
                    <a:pt x="945781" y="1686064"/>
                  </a:lnTo>
                  <a:lnTo>
                    <a:pt x="950341" y="1675511"/>
                  </a:lnTo>
                  <a:lnTo>
                    <a:pt x="950429" y="1664030"/>
                  </a:lnTo>
                  <a:close/>
                </a:path>
                <a:path w="3308985" h="1770379">
                  <a:moveTo>
                    <a:pt x="1064514" y="1695450"/>
                  </a:moveTo>
                  <a:lnTo>
                    <a:pt x="1064158" y="1683969"/>
                  </a:lnTo>
                  <a:lnTo>
                    <a:pt x="1059599" y="1673834"/>
                  </a:lnTo>
                  <a:lnTo>
                    <a:pt x="1051598" y="1666125"/>
                  </a:lnTo>
                  <a:lnTo>
                    <a:pt x="1040892" y="1661922"/>
                  </a:lnTo>
                  <a:lnTo>
                    <a:pt x="1029398" y="1662277"/>
                  </a:lnTo>
                  <a:lnTo>
                    <a:pt x="1019263" y="1666836"/>
                  </a:lnTo>
                  <a:lnTo>
                    <a:pt x="1011555" y="1674837"/>
                  </a:lnTo>
                  <a:lnTo>
                    <a:pt x="1007364" y="1685544"/>
                  </a:lnTo>
                  <a:lnTo>
                    <a:pt x="1007643" y="1697037"/>
                  </a:lnTo>
                  <a:lnTo>
                    <a:pt x="1012164" y="1707159"/>
                  </a:lnTo>
                  <a:lnTo>
                    <a:pt x="1020203" y="1714817"/>
                  </a:lnTo>
                  <a:lnTo>
                    <a:pt x="1030986" y="1718945"/>
                  </a:lnTo>
                  <a:lnTo>
                    <a:pt x="1030986" y="1719072"/>
                  </a:lnTo>
                  <a:lnTo>
                    <a:pt x="1042466" y="1718729"/>
                  </a:lnTo>
                  <a:lnTo>
                    <a:pt x="1052601" y="1714169"/>
                  </a:lnTo>
                  <a:lnTo>
                    <a:pt x="1060310" y="1706168"/>
                  </a:lnTo>
                  <a:lnTo>
                    <a:pt x="1064514" y="1695450"/>
                  </a:lnTo>
                  <a:close/>
                </a:path>
                <a:path w="3308985" h="1770379">
                  <a:moveTo>
                    <a:pt x="1179195" y="1711706"/>
                  </a:moveTo>
                  <a:lnTo>
                    <a:pt x="1178534" y="1700212"/>
                  </a:lnTo>
                  <a:lnTo>
                    <a:pt x="1173683" y="1690230"/>
                  </a:lnTo>
                  <a:lnTo>
                    <a:pt x="1165415" y="1682800"/>
                  </a:lnTo>
                  <a:lnTo>
                    <a:pt x="1154557" y="1678940"/>
                  </a:lnTo>
                  <a:lnTo>
                    <a:pt x="1143050" y="1679651"/>
                  </a:lnTo>
                  <a:lnTo>
                    <a:pt x="1133068" y="1684502"/>
                  </a:lnTo>
                  <a:lnTo>
                    <a:pt x="1125639" y="1692732"/>
                  </a:lnTo>
                  <a:lnTo>
                    <a:pt x="1121791" y="1703578"/>
                  </a:lnTo>
                  <a:lnTo>
                    <a:pt x="1122489" y="1715084"/>
                  </a:lnTo>
                  <a:lnTo>
                    <a:pt x="1127340" y="1725066"/>
                  </a:lnTo>
                  <a:lnTo>
                    <a:pt x="1135570" y="1732495"/>
                  </a:lnTo>
                  <a:lnTo>
                    <a:pt x="1146429" y="1736344"/>
                  </a:lnTo>
                  <a:lnTo>
                    <a:pt x="1157935" y="1735645"/>
                  </a:lnTo>
                  <a:lnTo>
                    <a:pt x="1167955" y="1730794"/>
                  </a:lnTo>
                  <a:lnTo>
                    <a:pt x="1175385" y="1722564"/>
                  </a:lnTo>
                  <a:lnTo>
                    <a:pt x="1179195" y="1711706"/>
                  </a:lnTo>
                  <a:close/>
                </a:path>
                <a:path w="3308985" h="1770379">
                  <a:moveTo>
                    <a:pt x="1294384" y="1724406"/>
                  </a:moveTo>
                  <a:lnTo>
                    <a:pt x="1293355" y="1712963"/>
                  </a:lnTo>
                  <a:lnTo>
                    <a:pt x="1288173" y="1703133"/>
                  </a:lnTo>
                  <a:lnTo>
                    <a:pt x="1279677" y="1695983"/>
                  </a:lnTo>
                  <a:lnTo>
                    <a:pt x="1268730" y="1692529"/>
                  </a:lnTo>
                  <a:lnTo>
                    <a:pt x="1257274" y="1693545"/>
                  </a:lnTo>
                  <a:lnTo>
                    <a:pt x="1247432" y="1698675"/>
                  </a:lnTo>
                  <a:lnTo>
                    <a:pt x="1240243" y="1707121"/>
                  </a:lnTo>
                  <a:lnTo>
                    <a:pt x="1236726" y="1718056"/>
                  </a:lnTo>
                  <a:lnTo>
                    <a:pt x="1237805" y="1729562"/>
                  </a:lnTo>
                  <a:lnTo>
                    <a:pt x="1242974" y="1739392"/>
                  </a:lnTo>
                  <a:lnTo>
                    <a:pt x="1251432" y="1746567"/>
                  </a:lnTo>
                  <a:lnTo>
                    <a:pt x="1262380" y="1750060"/>
                  </a:lnTo>
                  <a:lnTo>
                    <a:pt x="1273924" y="1749044"/>
                  </a:lnTo>
                  <a:lnTo>
                    <a:pt x="1283728" y="1743862"/>
                  </a:lnTo>
                  <a:lnTo>
                    <a:pt x="1290878" y="1735366"/>
                  </a:lnTo>
                  <a:lnTo>
                    <a:pt x="1294384" y="1724406"/>
                  </a:lnTo>
                  <a:close/>
                </a:path>
                <a:path w="3308985" h="1770379">
                  <a:moveTo>
                    <a:pt x="1409954" y="1733550"/>
                  </a:moveTo>
                  <a:lnTo>
                    <a:pt x="1408493" y="1722120"/>
                  </a:lnTo>
                  <a:lnTo>
                    <a:pt x="1402994" y="1712468"/>
                  </a:lnTo>
                  <a:lnTo>
                    <a:pt x="1394307" y="1705584"/>
                  </a:lnTo>
                  <a:lnTo>
                    <a:pt x="1383284" y="1702435"/>
                  </a:lnTo>
                  <a:lnTo>
                    <a:pt x="1383157" y="1702435"/>
                  </a:lnTo>
                  <a:lnTo>
                    <a:pt x="1371777" y="1703819"/>
                  </a:lnTo>
                  <a:lnTo>
                    <a:pt x="1362138" y="1709293"/>
                  </a:lnTo>
                  <a:lnTo>
                    <a:pt x="1355255" y="1718017"/>
                  </a:lnTo>
                  <a:lnTo>
                    <a:pt x="1352169" y="1729105"/>
                  </a:lnTo>
                  <a:lnTo>
                    <a:pt x="1353540" y="1740496"/>
                  </a:lnTo>
                  <a:lnTo>
                    <a:pt x="1359001" y="1750148"/>
                  </a:lnTo>
                  <a:lnTo>
                    <a:pt x="1367688" y="1757057"/>
                  </a:lnTo>
                  <a:lnTo>
                    <a:pt x="1378712" y="1760220"/>
                  </a:lnTo>
                  <a:lnTo>
                    <a:pt x="1378839" y="1760220"/>
                  </a:lnTo>
                  <a:lnTo>
                    <a:pt x="1390218" y="1758848"/>
                  </a:lnTo>
                  <a:lnTo>
                    <a:pt x="1399870" y="1753362"/>
                  </a:lnTo>
                  <a:lnTo>
                    <a:pt x="1406779" y="1744649"/>
                  </a:lnTo>
                  <a:lnTo>
                    <a:pt x="1409954" y="1733550"/>
                  </a:lnTo>
                  <a:close/>
                </a:path>
                <a:path w="3308985" h="1770379">
                  <a:moveTo>
                    <a:pt x="1525651" y="1739265"/>
                  </a:moveTo>
                  <a:lnTo>
                    <a:pt x="1523911" y="1727885"/>
                  </a:lnTo>
                  <a:lnTo>
                    <a:pt x="1518158" y="1718398"/>
                  </a:lnTo>
                  <a:lnTo>
                    <a:pt x="1509255" y="1711782"/>
                  </a:lnTo>
                  <a:lnTo>
                    <a:pt x="1498092" y="1709039"/>
                  </a:lnTo>
                  <a:lnTo>
                    <a:pt x="1497965" y="1709039"/>
                  </a:lnTo>
                  <a:lnTo>
                    <a:pt x="1486649" y="1710778"/>
                  </a:lnTo>
                  <a:lnTo>
                    <a:pt x="1477175" y="1716544"/>
                  </a:lnTo>
                  <a:lnTo>
                    <a:pt x="1470545" y="1725434"/>
                  </a:lnTo>
                  <a:lnTo>
                    <a:pt x="1467739" y="1736598"/>
                  </a:lnTo>
                  <a:lnTo>
                    <a:pt x="1469466" y="1747964"/>
                  </a:lnTo>
                  <a:lnTo>
                    <a:pt x="1475232" y="1757438"/>
                  </a:lnTo>
                  <a:lnTo>
                    <a:pt x="1484122" y="1764030"/>
                  </a:lnTo>
                  <a:lnTo>
                    <a:pt x="1495298" y="1766824"/>
                  </a:lnTo>
                  <a:lnTo>
                    <a:pt x="1495425" y="1766824"/>
                  </a:lnTo>
                  <a:lnTo>
                    <a:pt x="1506728" y="1765096"/>
                  </a:lnTo>
                  <a:lnTo>
                    <a:pt x="1516202" y="1759331"/>
                  </a:lnTo>
                  <a:lnTo>
                    <a:pt x="1522831" y="1750441"/>
                  </a:lnTo>
                  <a:lnTo>
                    <a:pt x="1525651" y="1739265"/>
                  </a:lnTo>
                  <a:close/>
                </a:path>
                <a:path w="3308985" h="1770379">
                  <a:moveTo>
                    <a:pt x="1641475" y="1741551"/>
                  </a:moveTo>
                  <a:lnTo>
                    <a:pt x="1639379" y="1730260"/>
                  </a:lnTo>
                  <a:lnTo>
                    <a:pt x="1633347" y="1720977"/>
                  </a:lnTo>
                  <a:lnTo>
                    <a:pt x="1624253" y="1714665"/>
                  </a:lnTo>
                  <a:lnTo>
                    <a:pt x="1613027" y="1712214"/>
                  </a:lnTo>
                  <a:lnTo>
                    <a:pt x="1612900" y="1712214"/>
                  </a:lnTo>
                  <a:lnTo>
                    <a:pt x="1601597" y="1714309"/>
                  </a:lnTo>
                  <a:lnTo>
                    <a:pt x="1592326" y="1720342"/>
                  </a:lnTo>
                  <a:lnTo>
                    <a:pt x="1586001" y="1729435"/>
                  </a:lnTo>
                  <a:lnTo>
                    <a:pt x="1583563" y="1740662"/>
                  </a:lnTo>
                  <a:lnTo>
                    <a:pt x="1585645" y="1751990"/>
                  </a:lnTo>
                  <a:lnTo>
                    <a:pt x="1591691" y="1761299"/>
                  </a:lnTo>
                  <a:lnTo>
                    <a:pt x="1600771" y="1767674"/>
                  </a:lnTo>
                  <a:lnTo>
                    <a:pt x="1612011" y="1770126"/>
                  </a:lnTo>
                  <a:lnTo>
                    <a:pt x="1612138" y="1770126"/>
                  </a:lnTo>
                  <a:lnTo>
                    <a:pt x="1623428" y="1768030"/>
                  </a:lnTo>
                  <a:lnTo>
                    <a:pt x="1632712" y="1761934"/>
                  </a:lnTo>
                  <a:lnTo>
                    <a:pt x="1639023" y="1752803"/>
                  </a:lnTo>
                  <a:lnTo>
                    <a:pt x="1641475" y="1741551"/>
                  </a:lnTo>
                  <a:close/>
                </a:path>
                <a:path w="3308985" h="1770379">
                  <a:moveTo>
                    <a:pt x="1757426" y="1740535"/>
                  </a:moveTo>
                  <a:lnTo>
                    <a:pt x="1754962" y="1729308"/>
                  </a:lnTo>
                  <a:lnTo>
                    <a:pt x="1748599" y="1720215"/>
                  </a:lnTo>
                  <a:lnTo>
                    <a:pt x="1739277" y="1714182"/>
                  </a:lnTo>
                  <a:lnTo>
                    <a:pt x="1727962" y="1712087"/>
                  </a:lnTo>
                  <a:lnTo>
                    <a:pt x="1716709" y="1714538"/>
                  </a:lnTo>
                  <a:lnTo>
                    <a:pt x="1707565" y="1720850"/>
                  </a:lnTo>
                  <a:lnTo>
                    <a:pt x="1701482" y="1730133"/>
                  </a:lnTo>
                  <a:lnTo>
                    <a:pt x="1699387" y="1741424"/>
                  </a:lnTo>
                  <a:lnTo>
                    <a:pt x="1701838" y="1752676"/>
                  </a:lnTo>
                  <a:lnTo>
                    <a:pt x="1708188" y="1761820"/>
                  </a:lnTo>
                  <a:lnTo>
                    <a:pt x="1717471" y="1767903"/>
                  </a:lnTo>
                  <a:lnTo>
                    <a:pt x="1728724" y="1769999"/>
                  </a:lnTo>
                  <a:lnTo>
                    <a:pt x="1728851" y="1769999"/>
                  </a:lnTo>
                  <a:lnTo>
                    <a:pt x="1740077" y="1767547"/>
                  </a:lnTo>
                  <a:lnTo>
                    <a:pt x="1749183" y="1761172"/>
                  </a:lnTo>
                  <a:lnTo>
                    <a:pt x="1755254" y="1751863"/>
                  </a:lnTo>
                  <a:lnTo>
                    <a:pt x="1757426" y="1740535"/>
                  </a:lnTo>
                  <a:close/>
                </a:path>
                <a:path w="3308985" h="1770379">
                  <a:moveTo>
                    <a:pt x="1873123" y="1736217"/>
                  </a:moveTo>
                  <a:lnTo>
                    <a:pt x="1870379" y="1725053"/>
                  </a:lnTo>
                  <a:lnTo>
                    <a:pt x="1863763" y="1716138"/>
                  </a:lnTo>
                  <a:lnTo>
                    <a:pt x="1854276" y="1710347"/>
                  </a:lnTo>
                  <a:lnTo>
                    <a:pt x="1842897" y="1708531"/>
                  </a:lnTo>
                  <a:lnTo>
                    <a:pt x="1831721" y="1711325"/>
                  </a:lnTo>
                  <a:lnTo>
                    <a:pt x="1822805" y="1717929"/>
                  </a:lnTo>
                  <a:lnTo>
                    <a:pt x="1817014" y="1727390"/>
                  </a:lnTo>
                  <a:lnTo>
                    <a:pt x="1815211" y="1738757"/>
                  </a:lnTo>
                  <a:lnTo>
                    <a:pt x="1818005" y="1749933"/>
                  </a:lnTo>
                  <a:lnTo>
                    <a:pt x="1824609" y="1758848"/>
                  </a:lnTo>
                  <a:lnTo>
                    <a:pt x="1834070" y="1764639"/>
                  </a:lnTo>
                  <a:lnTo>
                    <a:pt x="1845437" y="1766443"/>
                  </a:lnTo>
                  <a:lnTo>
                    <a:pt x="1845564" y="1766443"/>
                  </a:lnTo>
                  <a:lnTo>
                    <a:pt x="1856663" y="1763649"/>
                  </a:lnTo>
                  <a:lnTo>
                    <a:pt x="1865579" y="1757057"/>
                  </a:lnTo>
                  <a:lnTo>
                    <a:pt x="1871370" y="1747583"/>
                  </a:lnTo>
                  <a:lnTo>
                    <a:pt x="1873123" y="1736217"/>
                  </a:lnTo>
                  <a:close/>
                </a:path>
                <a:path w="3308985" h="1770379">
                  <a:moveTo>
                    <a:pt x="1988820" y="1728470"/>
                  </a:moveTo>
                  <a:lnTo>
                    <a:pt x="1985670" y="1717382"/>
                  </a:lnTo>
                  <a:lnTo>
                    <a:pt x="1978787" y="1708645"/>
                  </a:lnTo>
                  <a:lnTo>
                    <a:pt x="1969135" y="1703133"/>
                  </a:lnTo>
                  <a:lnTo>
                    <a:pt x="1957705" y="1701673"/>
                  </a:lnTo>
                  <a:lnTo>
                    <a:pt x="1946605" y="1704771"/>
                  </a:lnTo>
                  <a:lnTo>
                    <a:pt x="1937867" y="1711642"/>
                  </a:lnTo>
                  <a:lnTo>
                    <a:pt x="1932355" y="1721294"/>
                  </a:lnTo>
                  <a:lnTo>
                    <a:pt x="1930908" y="1732661"/>
                  </a:lnTo>
                  <a:lnTo>
                    <a:pt x="1934044" y="1743760"/>
                  </a:lnTo>
                  <a:lnTo>
                    <a:pt x="1940941" y="1752498"/>
                  </a:lnTo>
                  <a:lnTo>
                    <a:pt x="1950580" y="1758010"/>
                  </a:lnTo>
                  <a:lnTo>
                    <a:pt x="1962023" y="1759458"/>
                  </a:lnTo>
                  <a:lnTo>
                    <a:pt x="1973110" y="1756321"/>
                  </a:lnTo>
                  <a:lnTo>
                    <a:pt x="1981847" y="1749450"/>
                  </a:lnTo>
                  <a:lnTo>
                    <a:pt x="1987359" y="1739836"/>
                  </a:lnTo>
                  <a:lnTo>
                    <a:pt x="1988820" y="1728470"/>
                  </a:lnTo>
                  <a:close/>
                </a:path>
                <a:path w="3308985" h="1770379">
                  <a:moveTo>
                    <a:pt x="2104136" y="1717167"/>
                  </a:moveTo>
                  <a:lnTo>
                    <a:pt x="2100681" y="1706219"/>
                  </a:lnTo>
                  <a:lnTo>
                    <a:pt x="2093531" y="1697710"/>
                  </a:lnTo>
                  <a:lnTo>
                    <a:pt x="2083701" y="1692490"/>
                  </a:lnTo>
                  <a:lnTo>
                    <a:pt x="2072259" y="1691386"/>
                  </a:lnTo>
                  <a:lnTo>
                    <a:pt x="2061298" y="1694815"/>
                  </a:lnTo>
                  <a:lnTo>
                    <a:pt x="2052789" y="1701927"/>
                  </a:lnTo>
                  <a:lnTo>
                    <a:pt x="2047570" y="1711718"/>
                  </a:lnTo>
                  <a:lnTo>
                    <a:pt x="2046478" y="1723136"/>
                  </a:lnTo>
                  <a:lnTo>
                    <a:pt x="2049894" y="1734096"/>
                  </a:lnTo>
                  <a:lnTo>
                    <a:pt x="2057019" y="1742605"/>
                  </a:lnTo>
                  <a:lnTo>
                    <a:pt x="2066798" y="1747824"/>
                  </a:lnTo>
                  <a:lnTo>
                    <a:pt x="2078355" y="1748917"/>
                  </a:lnTo>
                  <a:lnTo>
                    <a:pt x="2089302" y="1745500"/>
                  </a:lnTo>
                  <a:lnTo>
                    <a:pt x="2097811" y="1738376"/>
                  </a:lnTo>
                  <a:lnTo>
                    <a:pt x="2103031" y="1728597"/>
                  </a:lnTo>
                  <a:lnTo>
                    <a:pt x="2104136" y="1717167"/>
                  </a:lnTo>
                  <a:close/>
                </a:path>
                <a:path w="3308985" h="1770379">
                  <a:moveTo>
                    <a:pt x="2219071" y="1702308"/>
                  </a:moveTo>
                  <a:lnTo>
                    <a:pt x="2215286" y="1691500"/>
                  </a:lnTo>
                  <a:lnTo>
                    <a:pt x="2207882" y="1683219"/>
                  </a:lnTo>
                  <a:lnTo>
                    <a:pt x="2197925" y="1678292"/>
                  </a:lnTo>
                  <a:lnTo>
                    <a:pt x="2186432" y="1677543"/>
                  </a:lnTo>
                  <a:lnTo>
                    <a:pt x="2175535" y="1681327"/>
                  </a:lnTo>
                  <a:lnTo>
                    <a:pt x="2167217" y="1688706"/>
                  </a:lnTo>
                  <a:lnTo>
                    <a:pt x="2162276" y="1698637"/>
                  </a:lnTo>
                  <a:lnTo>
                    <a:pt x="2161540" y="1710055"/>
                  </a:lnTo>
                  <a:lnTo>
                    <a:pt x="2165312" y="1720951"/>
                  </a:lnTo>
                  <a:lnTo>
                    <a:pt x="2172703" y="1729270"/>
                  </a:lnTo>
                  <a:lnTo>
                    <a:pt x="2182685" y="1734210"/>
                  </a:lnTo>
                  <a:lnTo>
                    <a:pt x="2194179" y="1734947"/>
                  </a:lnTo>
                  <a:lnTo>
                    <a:pt x="2205050" y="1731175"/>
                  </a:lnTo>
                  <a:lnTo>
                    <a:pt x="2213330" y="1723771"/>
                  </a:lnTo>
                  <a:lnTo>
                    <a:pt x="2218271" y="1713814"/>
                  </a:lnTo>
                  <a:lnTo>
                    <a:pt x="2219071" y="1702308"/>
                  </a:lnTo>
                  <a:close/>
                </a:path>
                <a:path w="3308985" h="1770379">
                  <a:moveTo>
                    <a:pt x="2333371" y="1684020"/>
                  </a:moveTo>
                  <a:lnTo>
                    <a:pt x="2329307" y="1673225"/>
                  </a:lnTo>
                  <a:lnTo>
                    <a:pt x="2321687" y="1665135"/>
                  </a:lnTo>
                  <a:lnTo>
                    <a:pt x="2311577" y="1660525"/>
                  </a:lnTo>
                  <a:lnTo>
                    <a:pt x="2300097" y="1660144"/>
                  </a:lnTo>
                  <a:lnTo>
                    <a:pt x="2289302" y="1664258"/>
                  </a:lnTo>
                  <a:lnTo>
                    <a:pt x="2281250" y="1671878"/>
                  </a:lnTo>
                  <a:lnTo>
                    <a:pt x="2276640" y="1681962"/>
                  </a:lnTo>
                  <a:lnTo>
                    <a:pt x="2276221" y="1693418"/>
                  </a:lnTo>
                  <a:lnTo>
                    <a:pt x="2280323" y="1704225"/>
                  </a:lnTo>
                  <a:lnTo>
                    <a:pt x="2287943" y="1712315"/>
                  </a:lnTo>
                  <a:lnTo>
                    <a:pt x="2298027" y="1716925"/>
                  </a:lnTo>
                  <a:lnTo>
                    <a:pt x="2309622" y="1717294"/>
                  </a:lnTo>
                  <a:lnTo>
                    <a:pt x="2320340" y="1713191"/>
                  </a:lnTo>
                  <a:lnTo>
                    <a:pt x="2328392" y="1705571"/>
                  </a:lnTo>
                  <a:lnTo>
                    <a:pt x="2332990" y="1695488"/>
                  </a:lnTo>
                  <a:lnTo>
                    <a:pt x="2333371" y="1684020"/>
                  </a:lnTo>
                  <a:close/>
                </a:path>
                <a:path w="3308985" h="1770379">
                  <a:moveTo>
                    <a:pt x="2447137" y="1673339"/>
                  </a:moveTo>
                  <a:lnTo>
                    <a:pt x="2424582" y="1639138"/>
                  </a:lnTo>
                  <a:lnTo>
                    <a:pt x="2413000" y="1639062"/>
                  </a:lnTo>
                  <a:lnTo>
                    <a:pt x="2402421" y="1643532"/>
                  </a:lnTo>
                  <a:lnTo>
                    <a:pt x="2394623" y="1651431"/>
                  </a:lnTo>
                  <a:lnTo>
                    <a:pt x="2390330" y="1661693"/>
                  </a:lnTo>
                  <a:lnTo>
                    <a:pt x="2390305" y="1673339"/>
                  </a:lnTo>
                  <a:lnTo>
                    <a:pt x="2394724" y="1683804"/>
                  </a:lnTo>
                  <a:lnTo>
                    <a:pt x="2402611" y="1691601"/>
                  </a:lnTo>
                  <a:lnTo>
                    <a:pt x="2412835" y="1695894"/>
                  </a:lnTo>
                  <a:lnTo>
                    <a:pt x="2424430" y="1695958"/>
                  </a:lnTo>
                  <a:lnTo>
                    <a:pt x="2435009" y="1691500"/>
                  </a:lnTo>
                  <a:lnTo>
                    <a:pt x="2442832" y="1683600"/>
                  </a:lnTo>
                  <a:lnTo>
                    <a:pt x="2447137" y="1673339"/>
                  </a:lnTo>
                  <a:close/>
                </a:path>
                <a:path w="3308985" h="1770379">
                  <a:moveTo>
                    <a:pt x="2560421" y="1647405"/>
                  </a:moveTo>
                  <a:lnTo>
                    <a:pt x="2560066" y="1635887"/>
                  </a:lnTo>
                  <a:lnTo>
                    <a:pt x="2555316" y="1625409"/>
                  </a:lnTo>
                  <a:lnTo>
                    <a:pt x="2547188" y="1617840"/>
                  </a:lnTo>
                  <a:lnTo>
                    <a:pt x="2536787" y="1613877"/>
                  </a:lnTo>
                  <a:lnTo>
                    <a:pt x="2525268" y="1614170"/>
                  </a:lnTo>
                  <a:lnTo>
                    <a:pt x="2525268" y="1614297"/>
                  </a:lnTo>
                  <a:lnTo>
                    <a:pt x="2514777" y="1619046"/>
                  </a:lnTo>
                  <a:lnTo>
                    <a:pt x="2507234" y="1627162"/>
                  </a:lnTo>
                  <a:lnTo>
                    <a:pt x="2503297" y="1637525"/>
                  </a:lnTo>
                  <a:lnTo>
                    <a:pt x="2503678" y="1648968"/>
                  </a:lnTo>
                  <a:lnTo>
                    <a:pt x="2508415" y="1659458"/>
                  </a:lnTo>
                  <a:lnTo>
                    <a:pt x="2516530" y="1667027"/>
                  </a:lnTo>
                  <a:lnTo>
                    <a:pt x="2526893" y="1670989"/>
                  </a:lnTo>
                  <a:lnTo>
                    <a:pt x="2538476" y="1670685"/>
                  </a:lnTo>
                  <a:lnTo>
                    <a:pt x="2548902" y="1665897"/>
                  </a:lnTo>
                  <a:lnTo>
                    <a:pt x="2556459" y="1657769"/>
                  </a:lnTo>
                  <a:lnTo>
                    <a:pt x="2560421" y="1647405"/>
                  </a:lnTo>
                  <a:close/>
                </a:path>
                <a:path w="3308985" h="1770379">
                  <a:moveTo>
                    <a:pt x="2672753" y="1617421"/>
                  </a:moveTo>
                  <a:lnTo>
                    <a:pt x="2672080" y="1605915"/>
                  </a:lnTo>
                  <a:lnTo>
                    <a:pt x="2666923" y="1595602"/>
                  </a:lnTo>
                  <a:lnTo>
                    <a:pt x="2658529" y="1588312"/>
                  </a:lnTo>
                  <a:lnTo>
                    <a:pt x="2648013" y="1584718"/>
                  </a:lnTo>
                  <a:lnTo>
                    <a:pt x="2636520" y="1585468"/>
                  </a:lnTo>
                  <a:lnTo>
                    <a:pt x="2626195" y="1590548"/>
                  </a:lnTo>
                  <a:lnTo>
                    <a:pt x="2618905" y="1598904"/>
                  </a:lnTo>
                  <a:lnTo>
                    <a:pt x="2615311" y="1609407"/>
                  </a:lnTo>
                  <a:lnTo>
                    <a:pt x="2616073" y="1620901"/>
                  </a:lnTo>
                  <a:lnTo>
                    <a:pt x="2621140" y="1631226"/>
                  </a:lnTo>
                  <a:lnTo>
                    <a:pt x="2629497" y="1638515"/>
                  </a:lnTo>
                  <a:lnTo>
                    <a:pt x="2639999" y="1642110"/>
                  </a:lnTo>
                  <a:lnTo>
                    <a:pt x="2651506" y="1641348"/>
                  </a:lnTo>
                  <a:lnTo>
                    <a:pt x="2661818" y="1636280"/>
                  </a:lnTo>
                  <a:lnTo>
                    <a:pt x="2669121" y="1627924"/>
                  </a:lnTo>
                  <a:lnTo>
                    <a:pt x="2672753" y="1617421"/>
                  </a:lnTo>
                  <a:close/>
                </a:path>
                <a:path w="3308985" h="1770379">
                  <a:moveTo>
                    <a:pt x="2783840" y="1583156"/>
                  </a:moveTo>
                  <a:lnTo>
                    <a:pt x="2782697" y="1571752"/>
                  </a:lnTo>
                  <a:lnTo>
                    <a:pt x="2777274" y="1561604"/>
                  </a:lnTo>
                  <a:lnTo>
                    <a:pt x="2768663" y="1554581"/>
                  </a:lnTo>
                  <a:lnTo>
                    <a:pt x="2758046" y="1551330"/>
                  </a:lnTo>
                  <a:lnTo>
                    <a:pt x="2746502" y="1552460"/>
                  </a:lnTo>
                  <a:lnTo>
                    <a:pt x="2736405" y="1557947"/>
                  </a:lnTo>
                  <a:lnTo>
                    <a:pt x="2729433" y="1566595"/>
                  </a:lnTo>
                  <a:lnTo>
                    <a:pt x="2726194" y="1577225"/>
                  </a:lnTo>
                  <a:lnTo>
                    <a:pt x="2727325" y="1588643"/>
                  </a:lnTo>
                  <a:lnTo>
                    <a:pt x="2732798" y="1598739"/>
                  </a:lnTo>
                  <a:lnTo>
                    <a:pt x="2741422" y="1605711"/>
                  </a:lnTo>
                  <a:lnTo>
                    <a:pt x="2752039" y="1608950"/>
                  </a:lnTo>
                  <a:lnTo>
                    <a:pt x="2763520" y="1607820"/>
                  </a:lnTo>
                  <a:lnTo>
                    <a:pt x="2773654" y="1602346"/>
                  </a:lnTo>
                  <a:lnTo>
                    <a:pt x="2780627" y="1593748"/>
                  </a:lnTo>
                  <a:lnTo>
                    <a:pt x="2783840" y="1583156"/>
                  </a:lnTo>
                  <a:close/>
                </a:path>
                <a:path w="3308985" h="1770379">
                  <a:moveTo>
                    <a:pt x="2893504" y="1543050"/>
                  </a:moveTo>
                  <a:lnTo>
                    <a:pt x="2891536" y="1531747"/>
                  </a:lnTo>
                  <a:lnTo>
                    <a:pt x="2885300" y="1522031"/>
                  </a:lnTo>
                  <a:lnTo>
                    <a:pt x="2876181" y="1515681"/>
                  </a:lnTo>
                  <a:lnTo>
                    <a:pt x="2865361" y="1513255"/>
                  </a:lnTo>
                  <a:lnTo>
                    <a:pt x="2854071" y="1515237"/>
                  </a:lnTo>
                  <a:lnTo>
                    <a:pt x="2853944" y="1515237"/>
                  </a:lnTo>
                  <a:lnTo>
                    <a:pt x="2844292" y="1521421"/>
                  </a:lnTo>
                  <a:lnTo>
                    <a:pt x="2837980" y="1530553"/>
                  </a:lnTo>
                  <a:lnTo>
                    <a:pt x="2835554" y="1541386"/>
                  </a:lnTo>
                  <a:lnTo>
                    <a:pt x="2837561" y="1552702"/>
                  </a:lnTo>
                  <a:lnTo>
                    <a:pt x="2843707" y="1562366"/>
                  </a:lnTo>
                  <a:lnTo>
                    <a:pt x="2852813" y="1568678"/>
                  </a:lnTo>
                  <a:lnTo>
                    <a:pt x="2863646" y="1571142"/>
                  </a:lnTo>
                  <a:lnTo>
                    <a:pt x="2875026" y="1569212"/>
                  </a:lnTo>
                  <a:lnTo>
                    <a:pt x="2884690" y="1562989"/>
                  </a:lnTo>
                  <a:lnTo>
                    <a:pt x="2891040" y="1553870"/>
                  </a:lnTo>
                  <a:lnTo>
                    <a:pt x="2893504" y="1543050"/>
                  </a:lnTo>
                  <a:close/>
                </a:path>
                <a:path w="3308985" h="1770379">
                  <a:moveTo>
                    <a:pt x="3001124" y="1498904"/>
                  </a:moveTo>
                  <a:lnTo>
                    <a:pt x="2998724" y="1487678"/>
                  </a:lnTo>
                  <a:lnTo>
                    <a:pt x="2992082" y="1478292"/>
                  </a:lnTo>
                  <a:lnTo>
                    <a:pt x="2982722" y="1472336"/>
                  </a:lnTo>
                  <a:lnTo>
                    <a:pt x="2971825" y="1470304"/>
                  </a:lnTo>
                  <a:lnTo>
                    <a:pt x="2960624" y="1472692"/>
                  </a:lnTo>
                  <a:lnTo>
                    <a:pt x="2960497" y="1472819"/>
                  </a:lnTo>
                  <a:lnTo>
                    <a:pt x="2951099" y="1479384"/>
                  </a:lnTo>
                  <a:lnTo>
                    <a:pt x="2945155" y="1488732"/>
                  </a:lnTo>
                  <a:lnTo>
                    <a:pt x="2943161" y="1499654"/>
                  </a:lnTo>
                  <a:lnTo>
                    <a:pt x="2945638" y="1510919"/>
                  </a:lnTo>
                  <a:lnTo>
                    <a:pt x="2952191" y="1520317"/>
                  </a:lnTo>
                  <a:lnTo>
                    <a:pt x="2961538" y="1526260"/>
                  </a:lnTo>
                  <a:lnTo>
                    <a:pt x="2972460" y="1528254"/>
                  </a:lnTo>
                  <a:lnTo>
                    <a:pt x="2983738" y="1525778"/>
                  </a:lnTo>
                  <a:lnTo>
                    <a:pt x="2993186" y="1519212"/>
                  </a:lnTo>
                  <a:lnTo>
                    <a:pt x="2999130" y="1509826"/>
                  </a:lnTo>
                  <a:lnTo>
                    <a:pt x="3001124" y="1498904"/>
                  </a:lnTo>
                  <a:close/>
                </a:path>
                <a:path w="3308985" h="1770379">
                  <a:moveTo>
                    <a:pt x="3106496" y="1449527"/>
                  </a:moveTo>
                  <a:lnTo>
                    <a:pt x="3103626" y="1438402"/>
                  </a:lnTo>
                  <a:lnTo>
                    <a:pt x="3096577" y="1429296"/>
                  </a:lnTo>
                  <a:lnTo>
                    <a:pt x="3086951" y="1423758"/>
                  </a:lnTo>
                  <a:lnTo>
                    <a:pt x="3075940" y="1422247"/>
                  </a:lnTo>
                  <a:lnTo>
                    <a:pt x="3064764" y="1425194"/>
                  </a:lnTo>
                  <a:lnTo>
                    <a:pt x="3055645" y="1432179"/>
                  </a:lnTo>
                  <a:lnTo>
                    <a:pt x="3050108" y="1441805"/>
                  </a:lnTo>
                  <a:lnTo>
                    <a:pt x="3048597" y="1452816"/>
                  </a:lnTo>
                  <a:lnTo>
                    <a:pt x="3051556" y="1463929"/>
                  </a:lnTo>
                  <a:lnTo>
                    <a:pt x="3058528" y="1473047"/>
                  </a:lnTo>
                  <a:lnTo>
                    <a:pt x="3068155" y="1478584"/>
                  </a:lnTo>
                  <a:lnTo>
                    <a:pt x="3079165" y="1480096"/>
                  </a:lnTo>
                  <a:lnTo>
                    <a:pt x="3090291" y="1477137"/>
                  </a:lnTo>
                  <a:lnTo>
                    <a:pt x="3099409" y="1470164"/>
                  </a:lnTo>
                  <a:lnTo>
                    <a:pt x="3104959" y="1460538"/>
                  </a:lnTo>
                  <a:lnTo>
                    <a:pt x="3106496" y="1449527"/>
                  </a:lnTo>
                  <a:close/>
                </a:path>
                <a:path w="3308985" h="1770379">
                  <a:moveTo>
                    <a:pt x="3209125" y="1394675"/>
                  </a:moveTo>
                  <a:lnTo>
                    <a:pt x="3205734" y="1383665"/>
                  </a:lnTo>
                  <a:lnTo>
                    <a:pt x="3198291" y="1374902"/>
                  </a:lnTo>
                  <a:lnTo>
                    <a:pt x="3188424" y="1369809"/>
                  </a:lnTo>
                  <a:lnTo>
                    <a:pt x="3177362" y="1368793"/>
                  </a:lnTo>
                  <a:lnTo>
                    <a:pt x="3166364" y="1372235"/>
                  </a:lnTo>
                  <a:lnTo>
                    <a:pt x="3157537" y="1379626"/>
                  </a:lnTo>
                  <a:lnTo>
                    <a:pt x="3152432" y="1389481"/>
                  </a:lnTo>
                  <a:lnTo>
                    <a:pt x="3151403" y="1400530"/>
                  </a:lnTo>
                  <a:lnTo>
                    <a:pt x="3154807" y="1411478"/>
                  </a:lnTo>
                  <a:lnTo>
                    <a:pt x="3162236" y="1420304"/>
                  </a:lnTo>
                  <a:lnTo>
                    <a:pt x="3172104" y="1425409"/>
                  </a:lnTo>
                  <a:lnTo>
                    <a:pt x="3183166" y="1426438"/>
                  </a:lnTo>
                  <a:lnTo>
                    <a:pt x="3194177" y="1423035"/>
                  </a:lnTo>
                  <a:lnTo>
                    <a:pt x="3202990" y="1415605"/>
                  </a:lnTo>
                  <a:lnTo>
                    <a:pt x="3208096" y="1405737"/>
                  </a:lnTo>
                  <a:lnTo>
                    <a:pt x="3209125" y="1394675"/>
                  </a:lnTo>
                  <a:close/>
                </a:path>
                <a:path w="3308985" h="1770379">
                  <a:moveTo>
                    <a:pt x="3258185" y="436499"/>
                  </a:moveTo>
                  <a:lnTo>
                    <a:pt x="3226892" y="388493"/>
                  </a:lnTo>
                  <a:lnTo>
                    <a:pt x="3152140" y="273812"/>
                  </a:lnTo>
                  <a:lnTo>
                    <a:pt x="3122777" y="323951"/>
                  </a:lnTo>
                  <a:lnTo>
                    <a:pt x="3028442" y="276733"/>
                  </a:lnTo>
                  <a:lnTo>
                    <a:pt x="2938526" y="237236"/>
                  </a:lnTo>
                  <a:lnTo>
                    <a:pt x="2844927" y="200533"/>
                  </a:lnTo>
                  <a:lnTo>
                    <a:pt x="2747772" y="166751"/>
                  </a:lnTo>
                  <a:lnTo>
                    <a:pt x="2647442" y="135890"/>
                  </a:lnTo>
                  <a:lnTo>
                    <a:pt x="2544064" y="108077"/>
                  </a:lnTo>
                  <a:lnTo>
                    <a:pt x="2438019" y="83185"/>
                  </a:lnTo>
                  <a:lnTo>
                    <a:pt x="2329307" y="61468"/>
                  </a:lnTo>
                  <a:lnTo>
                    <a:pt x="2308034" y="57912"/>
                  </a:lnTo>
                  <a:lnTo>
                    <a:pt x="2218436" y="42926"/>
                  </a:lnTo>
                  <a:lnTo>
                    <a:pt x="2105533" y="27559"/>
                  </a:lnTo>
                  <a:lnTo>
                    <a:pt x="1990852" y="15621"/>
                  </a:lnTo>
                  <a:lnTo>
                    <a:pt x="1874647" y="6985"/>
                  </a:lnTo>
                  <a:lnTo>
                    <a:pt x="1757172" y="1778"/>
                  </a:lnTo>
                  <a:lnTo>
                    <a:pt x="1638554" y="0"/>
                  </a:lnTo>
                  <a:lnTo>
                    <a:pt x="1520444" y="1778"/>
                  </a:lnTo>
                  <a:lnTo>
                    <a:pt x="1403350" y="6985"/>
                  </a:lnTo>
                  <a:lnTo>
                    <a:pt x="1287653" y="15621"/>
                  </a:lnTo>
                  <a:lnTo>
                    <a:pt x="1173353" y="27559"/>
                  </a:lnTo>
                  <a:lnTo>
                    <a:pt x="1060831" y="42672"/>
                  </a:lnTo>
                  <a:lnTo>
                    <a:pt x="950341" y="61087"/>
                  </a:lnTo>
                  <a:lnTo>
                    <a:pt x="842124" y="82677"/>
                  </a:lnTo>
                  <a:lnTo>
                    <a:pt x="736346" y="107315"/>
                  </a:lnTo>
                  <a:lnTo>
                    <a:pt x="633222" y="135001"/>
                  </a:lnTo>
                  <a:lnTo>
                    <a:pt x="533019" y="165735"/>
                  </a:lnTo>
                  <a:lnTo>
                    <a:pt x="436245" y="199390"/>
                  </a:lnTo>
                  <a:lnTo>
                    <a:pt x="342773" y="235839"/>
                  </a:lnTo>
                  <a:lnTo>
                    <a:pt x="252857" y="275082"/>
                  </a:lnTo>
                  <a:lnTo>
                    <a:pt x="167005" y="317119"/>
                  </a:lnTo>
                  <a:lnTo>
                    <a:pt x="85217" y="361950"/>
                  </a:lnTo>
                  <a:lnTo>
                    <a:pt x="9144" y="408559"/>
                  </a:lnTo>
                  <a:lnTo>
                    <a:pt x="39370" y="457962"/>
                  </a:lnTo>
                  <a:lnTo>
                    <a:pt x="115570" y="411353"/>
                  </a:lnTo>
                  <a:lnTo>
                    <a:pt x="194818" y="367919"/>
                  </a:lnTo>
                  <a:lnTo>
                    <a:pt x="278257" y="327152"/>
                  </a:lnTo>
                  <a:lnTo>
                    <a:pt x="365887" y="288798"/>
                  </a:lnTo>
                  <a:lnTo>
                    <a:pt x="457200" y="253238"/>
                  </a:lnTo>
                  <a:lnTo>
                    <a:pt x="552069" y="220472"/>
                  </a:lnTo>
                  <a:lnTo>
                    <a:pt x="650240" y="190373"/>
                  </a:lnTo>
                  <a:lnTo>
                    <a:pt x="751332" y="163195"/>
                  </a:lnTo>
                  <a:lnTo>
                    <a:pt x="855218" y="139065"/>
                  </a:lnTo>
                  <a:lnTo>
                    <a:pt x="961644" y="117983"/>
                  </a:lnTo>
                  <a:lnTo>
                    <a:pt x="1070356" y="99822"/>
                  </a:lnTo>
                  <a:lnTo>
                    <a:pt x="1181100" y="84836"/>
                  </a:lnTo>
                  <a:lnTo>
                    <a:pt x="1293622" y="73152"/>
                  </a:lnTo>
                  <a:lnTo>
                    <a:pt x="1407668" y="64643"/>
                  </a:lnTo>
                  <a:lnTo>
                    <a:pt x="1522984" y="59563"/>
                  </a:lnTo>
                  <a:lnTo>
                    <a:pt x="1639443" y="57912"/>
                  </a:lnTo>
                  <a:lnTo>
                    <a:pt x="1756283" y="59563"/>
                  </a:lnTo>
                  <a:lnTo>
                    <a:pt x="1872107" y="64897"/>
                  </a:lnTo>
                  <a:lnTo>
                    <a:pt x="1986534" y="73406"/>
                  </a:lnTo>
                  <a:lnTo>
                    <a:pt x="2099564" y="85217"/>
                  </a:lnTo>
                  <a:lnTo>
                    <a:pt x="2210689" y="100330"/>
                  </a:lnTo>
                  <a:lnTo>
                    <a:pt x="2319782" y="118618"/>
                  </a:lnTo>
                  <a:lnTo>
                    <a:pt x="2426589" y="139954"/>
                  </a:lnTo>
                  <a:lnTo>
                    <a:pt x="2530856" y="164338"/>
                  </a:lnTo>
                  <a:lnTo>
                    <a:pt x="2632456" y="191770"/>
                  </a:lnTo>
                  <a:lnTo>
                    <a:pt x="2730754" y="222123"/>
                  </a:lnTo>
                  <a:lnTo>
                    <a:pt x="2825877" y="255143"/>
                  </a:lnTo>
                  <a:lnTo>
                    <a:pt x="2917444" y="291211"/>
                  </a:lnTo>
                  <a:lnTo>
                    <a:pt x="3005201" y="329819"/>
                  </a:lnTo>
                  <a:lnTo>
                    <a:pt x="3088767" y="371094"/>
                  </a:lnTo>
                  <a:lnTo>
                    <a:pt x="3093542" y="373875"/>
                  </a:lnTo>
                  <a:lnTo>
                    <a:pt x="3064383" y="423672"/>
                  </a:lnTo>
                  <a:lnTo>
                    <a:pt x="3258185" y="436499"/>
                  </a:lnTo>
                  <a:close/>
                </a:path>
                <a:path w="3308985" h="1770379">
                  <a:moveTo>
                    <a:pt x="3308362" y="1333855"/>
                  </a:moveTo>
                  <a:lnTo>
                    <a:pt x="3304413" y="1323086"/>
                  </a:lnTo>
                  <a:lnTo>
                    <a:pt x="3296564" y="1314640"/>
                  </a:lnTo>
                  <a:lnTo>
                    <a:pt x="3286480" y="1310030"/>
                  </a:lnTo>
                  <a:lnTo>
                    <a:pt x="3275419" y="1309535"/>
                  </a:lnTo>
                  <a:lnTo>
                    <a:pt x="3264662" y="1313434"/>
                  </a:lnTo>
                  <a:lnTo>
                    <a:pt x="3256127" y="1321346"/>
                  </a:lnTo>
                  <a:lnTo>
                    <a:pt x="3251530" y="1331442"/>
                  </a:lnTo>
                  <a:lnTo>
                    <a:pt x="3251047" y="1342529"/>
                  </a:lnTo>
                  <a:lnTo>
                    <a:pt x="3255010" y="1353312"/>
                  </a:lnTo>
                  <a:lnTo>
                    <a:pt x="3262846" y="1361770"/>
                  </a:lnTo>
                  <a:lnTo>
                    <a:pt x="3272942" y="1366367"/>
                  </a:lnTo>
                  <a:lnTo>
                    <a:pt x="3284042" y="1366824"/>
                  </a:lnTo>
                  <a:lnTo>
                    <a:pt x="3294888" y="1362837"/>
                  </a:lnTo>
                  <a:lnTo>
                    <a:pt x="3303282" y="1355001"/>
                  </a:lnTo>
                  <a:lnTo>
                    <a:pt x="3307880" y="1344917"/>
                  </a:lnTo>
                  <a:lnTo>
                    <a:pt x="3308362" y="1333855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62244" y="3599688"/>
              <a:ext cx="1338072" cy="169468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47103" y="4468367"/>
              <a:ext cx="1158240" cy="93573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30951" y="5519927"/>
              <a:ext cx="2186940" cy="381000"/>
            </a:xfrm>
            <a:custGeom>
              <a:avLst/>
              <a:gdLst/>
              <a:ahLst/>
              <a:cxnLst/>
              <a:rect l="l" t="t" r="r" b="b"/>
              <a:pathLst>
                <a:path w="2186940" h="381000">
                  <a:moveTo>
                    <a:pt x="0" y="15875"/>
                  </a:moveTo>
                  <a:lnTo>
                    <a:pt x="0" y="7112"/>
                  </a:lnTo>
                  <a:lnTo>
                    <a:pt x="7112" y="0"/>
                  </a:lnTo>
                  <a:lnTo>
                    <a:pt x="15875" y="0"/>
                  </a:lnTo>
                  <a:lnTo>
                    <a:pt x="2171065" y="0"/>
                  </a:lnTo>
                  <a:lnTo>
                    <a:pt x="2179828" y="0"/>
                  </a:lnTo>
                  <a:lnTo>
                    <a:pt x="2186940" y="7112"/>
                  </a:lnTo>
                  <a:lnTo>
                    <a:pt x="2186940" y="15875"/>
                  </a:lnTo>
                  <a:lnTo>
                    <a:pt x="2186940" y="365125"/>
                  </a:lnTo>
                  <a:lnTo>
                    <a:pt x="2186940" y="373888"/>
                  </a:lnTo>
                  <a:lnTo>
                    <a:pt x="2179828" y="381000"/>
                  </a:lnTo>
                  <a:lnTo>
                    <a:pt x="2171065" y="381000"/>
                  </a:lnTo>
                  <a:lnTo>
                    <a:pt x="15875" y="381000"/>
                  </a:lnTo>
                  <a:lnTo>
                    <a:pt x="7112" y="381000"/>
                  </a:lnTo>
                  <a:lnTo>
                    <a:pt x="0" y="373888"/>
                  </a:lnTo>
                  <a:lnTo>
                    <a:pt x="0" y="365125"/>
                  </a:lnTo>
                  <a:lnTo>
                    <a:pt x="0" y="15875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3359" y="2180844"/>
              <a:ext cx="7728204" cy="78486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8787" y="2228088"/>
              <a:ext cx="7565135" cy="71627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3547" y="2161031"/>
              <a:ext cx="7716011" cy="77266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3547" y="2161031"/>
              <a:ext cx="7716520" cy="772795"/>
            </a:xfrm>
            <a:custGeom>
              <a:avLst/>
              <a:gdLst/>
              <a:ahLst/>
              <a:cxnLst/>
              <a:rect l="l" t="t" r="r" b="b"/>
              <a:pathLst>
                <a:path w="7716520" h="772794">
                  <a:moveTo>
                    <a:pt x="0" y="128777"/>
                  </a:moveTo>
                  <a:lnTo>
                    <a:pt x="10120" y="78652"/>
                  </a:lnTo>
                  <a:lnTo>
                    <a:pt x="37719" y="37718"/>
                  </a:lnTo>
                  <a:lnTo>
                    <a:pt x="78652" y="10120"/>
                  </a:lnTo>
                  <a:lnTo>
                    <a:pt x="128777" y="0"/>
                  </a:lnTo>
                  <a:lnTo>
                    <a:pt x="7587233" y="0"/>
                  </a:lnTo>
                  <a:lnTo>
                    <a:pt x="7637359" y="10120"/>
                  </a:lnTo>
                  <a:lnTo>
                    <a:pt x="7678292" y="37718"/>
                  </a:lnTo>
                  <a:lnTo>
                    <a:pt x="7705891" y="78652"/>
                  </a:lnTo>
                  <a:lnTo>
                    <a:pt x="7716011" y="128777"/>
                  </a:lnTo>
                  <a:lnTo>
                    <a:pt x="7716011" y="643889"/>
                  </a:lnTo>
                  <a:lnTo>
                    <a:pt x="7705891" y="694015"/>
                  </a:lnTo>
                  <a:lnTo>
                    <a:pt x="7678292" y="734948"/>
                  </a:lnTo>
                  <a:lnTo>
                    <a:pt x="7637359" y="762547"/>
                  </a:lnTo>
                  <a:lnTo>
                    <a:pt x="7587233" y="772667"/>
                  </a:lnTo>
                  <a:lnTo>
                    <a:pt x="128777" y="772667"/>
                  </a:lnTo>
                  <a:lnTo>
                    <a:pt x="78652" y="762547"/>
                  </a:lnTo>
                  <a:lnTo>
                    <a:pt x="37719" y="734948"/>
                  </a:lnTo>
                  <a:lnTo>
                    <a:pt x="10120" y="694015"/>
                  </a:lnTo>
                  <a:lnTo>
                    <a:pt x="0" y="643889"/>
                  </a:lnTo>
                  <a:lnTo>
                    <a:pt x="0" y="128777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1352" y="1955291"/>
              <a:ext cx="2790444" cy="385572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83208" y="4988052"/>
              <a:ext cx="781812" cy="95250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62199" y="1787652"/>
              <a:ext cx="912876" cy="107442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12264" y="5465064"/>
              <a:ext cx="1708785" cy="334010"/>
            </a:xfrm>
            <a:custGeom>
              <a:avLst/>
              <a:gdLst/>
              <a:ahLst/>
              <a:cxnLst/>
              <a:rect l="l" t="t" r="r" b="b"/>
              <a:pathLst>
                <a:path w="1708785" h="334010">
                  <a:moveTo>
                    <a:pt x="1702181" y="0"/>
                  </a:moveTo>
                  <a:lnTo>
                    <a:pt x="6223" y="0"/>
                  </a:lnTo>
                  <a:lnTo>
                    <a:pt x="0" y="6223"/>
                  </a:lnTo>
                  <a:lnTo>
                    <a:pt x="0" y="327533"/>
                  </a:lnTo>
                  <a:lnTo>
                    <a:pt x="6223" y="333756"/>
                  </a:lnTo>
                  <a:lnTo>
                    <a:pt x="1702181" y="333756"/>
                  </a:lnTo>
                  <a:lnTo>
                    <a:pt x="1708403" y="327533"/>
                  </a:lnTo>
                  <a:lnTo>
                    <a:pt x="1708403" y="6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12264" y="5465064"/>
              <a:ext cx="1708785" cy="334010"/>
            </a:xfrm>
            <a:custGeom>
              <a:avLst/>
              <a:gdLst/>
              <a:ahLst/>
              <a:cxnLst/>
              <a:rect l="l" t="t" r="r" b="b"/>
              <a:pathLst>
                <a:path w="1708785" h="334010">
                  <a:moveTo>
                    <a:pt x="0" y="13970"/>
                  </a:moveTo>
                  <a:lnTo>
                    <a:pt x="0" y="6223"/>
                  </a:lnTo>
                  <a:lnTo>
                    <a:pt x="6223" y="0"/>
                  </a:lnTo>
                  <a:lnTo>
                    <a:pt x="13969" y="0"/>
                  </a:lnTo>
                  <a:lnTo>
                    <a:pt x="1694434" y="0"/>
                  </a:lnTo>
                  <a:lnTo>
                    <a:pt x="1702181" y="0"/>
                  </a:lnTo>
                  <a:lnTo>
                    <a:pt x="1708403" y="6223"/>
                  </a:lnTo>
                  <a:lnTo>
                    <a:pt x="1708403" y="13970"/>
                  </a:lnTo>
                  <a:lnTo>
                    <a:pt x="1708403" y="319849"/>
                  </a:lnTo>
                  <a:lnTo>
                    <a:pt x="1708403" y="327533"/>
                  </a:lnTo>
                  <a:lnTo>
                    <a:pt x="1702181" y="333756"/>
                  </a:lnTo>
                  <a:lnTo>
                    <a:pt x="1694434" y="333756"/>
                  </a:lnTo>
                  <a:lnTo>
                    <a:pt x="13969" y="333756"/>
                  </a:lnTo>
                  <a:lnTo>
                    <a:pt x="6223" y="333756"/>
                  </a:lnTo>
                  <a:lnTo>
                    <a:pt x="0" y="327533"/>
                  </a:lnTo>
                  <a:lnTo>
                    <a:pt x="0" y="319849"/>
                  </a:lnTo>
                  <a:lnTo>
                    <a:pt x="0" y="13970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4443" y="1627631"/>
              <a:ext cx="2197735" cy="368935"/>
            </a:xfrm>
            <a:custGeom>
              <a:avLst/>
              <a:gdLst/>
              <a:ahLst/>
              <a:cxnLst/>
              <a:rect l="l" t="t" r="r" b="b"/>
              <a:pathLst>
                <a:path w="2197735" h="368935">
                  <a:moveTo>
                    <a:pt x="2190750" y="0"/>
                  </a:moveTo>
                  <a:lnTo>
                    <a:pt x="6883" y="0"/>
                  </a:lnTo>
                  <a:lnTo>
                    <a:pt x="0" y="6857"/>
                  </a:lnTo>
                  <a:lnTo>
                    <a:pt x="0" y="361950"/>
                  </a:lnTo>
                  <a:lnTo>
                    <a:pt x="6883" y="368807"/>
                  </a:lnTo>
                  <a:lnTo>
                    <a:pt x="2190750" y="368807"/>
                  </a:lnTo>
                  <a:lnTo>
                    <a:pt x="2197608" y="361950"/>
                  </a:lnTo>
                  <a:lnTo>
                    <a:pt x="2197608" y="68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4443" y="1627631"/>
              <a:ext cx="2197735" cy="368935"/>
            </a:xfrm>
            <a:custGeom>
              <a:avLst/>
              <a:gdLst/>
              <a:ahLst/>
              <a:cxnLst/>
              <a:rect l="l" t="t" r="r" b="b"/>
              <a:pathLst>
                <a:path w="2197735" h="368935">
                  <a:moveTo>
                    <a:pt x="0" y="15366"/>
                  </a:moveTo>
                  <a:lnTo>
                    <a:pt x="0" y="6857"/>
                  </a:lnTo>
                  <a:lnTo>
                    <a:pt x="6883" y="0"/>
                  </a:lnTo>
                  <a:lnTo>
                    <a:pt x="15367" y="0"/>
                  </a:lnTo>
                  <a:lnTo>
                    <a:pt x="2182241" y="0"/>
                  </a:lnTo>
                  <a:lnTo>
                    <a:pt x="2190750" y="0"/>
                  </a:lnTo>
                  <a:lnTo>
                    <a:pt x="2197608" y="6857"/>
                  </a:lnTo>
                  <a:lnTo>
                    <a:pt x="2197608" y="15366"/>
                  </a:lnTo>
                  <a:lnTo>
                    <a:pt x="2197608" y="353440"/>
                  </a:lnTo>
                  <a:lnTo>
                    <a:pt x="2197608" y="361950"/>
                  </a:lnTo>
                  <a:lnTo>
                    <a:pt x="2190750" y="368807"/>
                  </a:lnTo>
                  <a:lnTo>
                    <a:pt x="2182241" y="368807"/>
                  </a:lnTo>
                  <a:lnTo>
                    <a:pt x="15367" y="368807"/>
                  </a:lnTo>
                  <a:lnTo>
                    <a:pt x="6883" y="368807"/>
                  </a:lnTo>
                  <a:lnTo>
                    <a:pt x="0" y="361950"/>
                  </a:lnTo>
                  <a:lnTo>
                    <a:pt x="0" y="353440"/>
                  </a:lnTo>
                  <a:lnTo>
                    <a:pt x="0" y="15366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37376" y="2255519"/>
              <a:ext cx="1909572" cy="190499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88151" y="1546859"/>
              <a:ext cx="883920" cy="103936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80176" y="2676144"/>
              <a:ext cx="883920" cy="1039367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50151" y="4166615"/>
              <a:ext cx="883920" cy="103936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63868" y="1543811"/>
              <a:ext cx="1685925" cy="334010"/>
            </a:xfrm>
            <a:custGeom>
              <a:avLst/>
              <a:gdLst/>
              <a:ahLst/>
              <a:cxnLst/>
              <a:rect l="l" t="t" r="r" b="b"/>
              <a:pathLst>
                <a:path w="1685925" h="334010">
                  <a:moveTo>
                    <a:pt x="1679321" y="0"/>
                  </a:moveTo>
                  <a:lnTo>
                    <a:pt x="6223" y="0"/>
                  </a:lnTo>
                  <a:lnTo>
                    <a:pt x="0" y="6223"/>
                  </a:lnTo>
                  <a:lnTo>
                    <a:pt x="0" y="327533"/>
                  </a:lnTo>
                  <a:lnTo>
                    <a:pt x="6223" y="333755"/>
                  </a:lnTo>
                  <a:lnTo>
                    <a:pt x="1679321" y="333755"/>
                  </a:lnTo>
                  <a:lnTo>
                    <a:pt x="1685543" y="327533"/>
                  </a:lnTo>
                  <a:lnTo>
                    <a:pt x="1685543" y="6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563868" y="1543811"/>
              <a:ext cx="1685925" cy="334010"/>
            </a:xfrm>
            <a:custGeom>
              <a:avLst/>
              <a:gdLst/>
              <a:ahLst/>
              <a:cxnLst/>
              <a:rect l="l" t="t" r="r" b="b"/>
              <a:pathLst>
                <a:path w="1685925" h="334010">
                  <a:moveTo>
                    <a:pt x="0" y="13970"/>
                  </a:moveTo>
                  <a:lnTo>
                    <a:pt x="0" y="6223"/>
                  </a:lnTo>
                  <a:lnTo>
                    <a:pt x="6223" y="0"/>
                  </a:lnTo>
                  <a:lnTo>
                    <a:pt x="13970" y="0"/>
                  </a:lnTo>
                  <a:lnTo>
                    <a:pt x="1671574" y="0"/>
                  </a:lnTo>
                  <a:lnTo>
                    <a:pt x="1679321" y="0"/>
                  </a:lnTo>
                  <a:lnTo>
                    <a:pt x="1685543" y="6223"/>
                  </a:lnTo>
                  <a:lnTo>
                    <a:pt x="1685543" y="13970"/>
                  </a:lnTo>
                  <a:lnTo>
                    <a:pt x="1685543" y="319786"/>
                  </a:lnTo>
                  <a:lnTo>
                    <a:pt x="1685543" y="327533"/>
                  </a:lnTo>
                  <a:lnTo>
                    <a:pt x="1679321" y="333755"/>
                  </a:lnTo>
                  <a:lnTo>
                    <a:pt x="1671574" y="333755"/>
                  </a:lnTo>
                  <a:lnTo>
                    <a:pt x="13970" y="333755"/>
                  </a:lnTo>
                  <a:lnTo>
                    <a:pt x="6223" y="333755"/>
                  </a:lnTo>
                  <a:lnTo>
                    <a:pt x="0" y="327533"/>
                  </a:lnTo>
                  <a:lnTo>
                    <a:pt x="0" y="319786"/>
                  </a:lnTo>
                  <a:lnTo>
                    <a:pt x="0" y="13970"/>
                  </a:lnTo>
                  <a:close/>
                </a:path>
              </a:pathLst>
            </a:custGeom>
            <a:ln w="9143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22947" y="2642616"/>
              <a:ext cx="751840" cy="334010"/>
            </a:xfrm>
            <a:custGeom>
              <a:avLst/>
              <a:gdLst/>
              <a:ahLst/>
              <a:cxnLst/>
              <a:rect l="l" t="t" r="r" b="b"/>
              <a:pathLst>
                <a:path w="751840" h="334010">
                  <a:moveTo>
                    <a:pt x="745108" y="0"/>
                  </a:moveTo>
                  <a:lnTo>
                    <a:pt x="6223" y="0"/>
                  </a:lnTo>
                  <a:lnTo>
                    <a:pt x="0" y="6223"/>
                  </a:lnTo>
                  <a:lnTo>
                    <a:pt x="0" y="327533"/>
                  </a:lnTo>
                  <a:lnTo>
                    <a:pt x="6223" y="333756"/>
                  </a:lnTo>
                  <a:lnTo>
                    <a:pt x="745108" y="333756"/>
                  </a:lnTo>
                  <a:lnTo>
                    <a:pt x="751331" y="327533"/>
                  </a:lnTo>
                  <a:lnTo>
                    <a:pt x="751331" y="6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22947" y="2642616"/>
              <a:ext cx="751840" cy="334010"/>
            </a:xfrm>
            <a:custGeom>
              <a:avLst/>
              <a:gdLst/>
              <a:ahLst/>
              <a:cxnLst/>
              <a:rect l="l" t="t" r="r" b="b"/>
              <a:pathLst>
                <a:path w="751840" h="334010">
                  <a:moveTo>
                    <a:pt x="0" y="13970"/>
                  </a:moveTo>
                  <a:lnTo>
                    <a:pt x="0" y="6223"/>
                  </a:lnTo>
                  <a:lnTo>
                    <a:pt x="6223" y="0"/>
                  </a:lnTo>
                  <a:lnTo>
                    <a:pt x="13970" y="0"/>
                  </a:lnTo>
                  <a:lnTo>
                    <a:pt x="737361" y="0"/>
                  </a:lnTo>
                  <a:lnTo>
                    <a:pt x="745108" y="0"/>
                  </a:lnTo>
                  <a:lnTo>
                    <a:pt x="751331" y="6223"/>
                  </a:lnTo>
                  <a:lnTo>
                    <a:pt x="751331" y="13970"/>
                  </a:lnTo>
                  <a:lnTo>
                    <a:pt x="751331" y="319786"/>
                  </a:lnTo>
                  <a:lnTo>
                    <a:pt x="751331" y="327533"/>
                  </a:lnTo>
                  <a:lnTo>
                    <a:pt x="745108" y="333756"/>
                  </a:lnTo>
                  <a:lnTo>
                    <a:pt x="737361" y="333756"/>
                  </a:lnTo>
                  <a:lnTo>
                    <a:pt x="13970" y="333756"/>
                  </a:lnTo>
                  <a:lnTo>
                    <a:pt x="6223" y="333756"/>
                  </a:lnTo>
                  <a:lnTo>
                    <a:pt x="0" y="327533"/>
                  </a:lnTo>
                  <a:lnTo>
                    <a:pt x="0" y="319786"/>
                  </a:lnTo>
                  <a:lnTo>
                    <a:pt x="0" y="13970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09598" y="2818637"/>
              <a:ext cx="1013460" cy="2169160"/>
            </a:xfrm>
            <a:custGeom>
              <a:avLst/>
              <a:gdLst/>
              <a:ahLst/>
              <a:cxnLst/>
              <a:rect l="l" t="t" r="r" b="b"/>
              <a:pathLst>
                <a:path w="1013460" h="2169160">
                  <a:moveTo>
                    <a:pt x="255981" y="1965058"/>
                  </a:moveTo>
                  <a:lnTo>
                    <a:pt x="254012" y="1955609"/>
                  </a:lnTo>
                  <a:lnTo>
                    <a:pt x="248640" y="1947608"/>
                  </a:lnTo>
                  <a:lnTo>
                    <a:pt x="240284" y="1942084"/>
                  </a:lnTo>
                  <a:lnTo>
                    <a:pt x="230479" y="1940255"/>
                  </a:lnTo>
                  <a:lnTo>
                    <a:pt x="221043" y="1942249"/>
                  </a:lnTo>
                  <a:lnTo>
                    <a:pt x="213029" y="1947621"/>
                  </a:lnTo>
                  <a:lnTo>
                    <a:pt x="207518" y="1955927"/>
                  </a:lnTo>
                  <a:lnTo>
                    <a:pt x="207518" y="1956054"/>
                  </a:lnTo>
                  <a:lnTo>
                    <a:pt x="205676" y="1965833"/>
                  </a:lnTo>
                  <a:lnTo>
                    <a:pt x="207670" y="1975231"/>
                  </a:lnTo>
                  <a:lnTo>
                    <a:pt x="213042" y="1983206"/>
                  </a:lnTo>
                  <a:lnTo>
                    <a:pt x="221361" y="1988693"/>
                  </a:lnTo>
                  <a:lnTo>
                    <a:pt x="231203" y="1990610"/>
                  </a:lnTo>
                  <a:lnTo>
                    <a:pt x="240639" y="1988629"/>
                  </a:lnTo>
                  <a:lnTo>
                    <a:pt x="248627" y="1983232"/>
                  </a:lnTo>
                  <a:lnTo>
                    <a:pt x="254127" y="1974850"/>
                  </a:lnTo>
                  <a:lnTo>
                    <a:pt x="255981" y="1965058"/>
                  </a:lnTo>
                  <a:close/>
                </a:path>
                <a:path w="1013460" h="2169160">
                  <a:moveTo>
                    <a:pt x="274955" y="2057273"/>
                  </a:moveTo>
                  <a:lnTo>
                    <a:pt x="135255" y="2000504"/>
                  </a:lnTo>
                  <a:lnTo>
                    <a:pt x="148336" y="2168652"/>
                  </a:lnTo>
                  <a:lnTo>
                    <a:pt x="274955" y="2057273"/>
                  </a:lnTo>
                  <a:close/>
                </a:path>
                <a:path w="1013460" h="2169160">
                  <a:moveTo>
                    <a:pt x="293878" y="1871840"/>
                  </a:moveTo>
                  <a:lnTo>
                    <a:pt x="291909" y="1862391"/>
                  </a:lnTo>
                  <a:lnTo>
                    <a:pt x="286499" y="1854390"/>
                  </a:lnTo>
                  <a:lnTo>
                    <a:pt x="278130" y="1848866"/>
                  </a:lnTo>
                  <a:lnTo>
                    <a:pt x="268338" y="1847037"/>
                  </a:lnTo>
                  <a:lnTo>
                    <a:pt x="258927" y="1849031"/>
                  </a:lnTo>
                  <a:lnTo>
                    <a:pt x="250926" y="1854403"/>
                  </a:lnTo>
                  <a:lnTo>
                    <a:pt x="245364" y="1862709"/>
                  </a:lnTo>
                  <a:lnTo>
                    <a:pt x="243522" y="1872564"/>
                  </a:lnTo>
                  <a:lnTo>
                    <a:pt x="245516" y="1882000"/>
                  </a:lnTo>
                  <a:lnTo>
                    <a:pt x="250913" y="1890001"/>
                  </a:lnTo>
                  <a:lnTo>
                    <a:pt x="259207" y="1895475"/>
                  </a:lnTo>
                  <a:lnTo>
                    <a:pt x="269049" y="1897341"/>
                  </a:lnTo>
                  <a:lnTo>
                    <a:pt x="278485" y="1895373"/>
                  </a:lnTo>
                  <a:lnTo>
                    <a:pt x="286473" y="1889988"/>
                  </a:lnTo>
                  <a:lnTo>
                    <a:pt x="291973" y="1881632"/>
                  </a:lnTo>
                  <a:lnTo>
                    <a:pt x="293878" y="1871840"/>
                  </a:lnTo>
                  <a:close/>
                </a:path>
                <a:path w="1013460" h="2169160">
                  <a:moveTo>
                    <a:pt x="331774" y="1778571"/>
                  </a:moveTo>
                  <a:lnTo>
                    <a:pt x="329780" y="1769135"/>
                  </a:lnTo>
                  <a:lnTo>
                    <a:pt x="324383" y="1761134"/>
                  </a:lnTo>
                  <a:lnTo>
                    <a:pt x="316103" y="1755648"/>
                  </a:lnTo>
                  <a:lnTo>
                    <a:pt x="306247" y="1753793"/>
                  </a:lnTo>
                  <a:lnTo>
                    <a:pt x="296811" y="1755762"/>
                  </a:lnTo>
                  <a:lnTo>
                    <a:pt x="288823" y="1761147"/>
                  </a:lnTo>
                  <a:lnTo>
                    <a:pt x="283337" y="1769491"/>
                  </a:lnTo>
                  <a:lnTo>
                    <a:pt x="283210" y="1769491"/>
                  </a:lnTo>
                  <a:lnTo>
                    <a:pt x="306895" y="1804098"/>
                  </a:lnTo>
                  <a:lnTo>
                    <a:pt x="316331" y="1802104"/>
                  </a:lnTo>
                  <a:lnTo>
                    <a:pt x="324319" y="1796732"/>
                  </a:lnTo>
                  <a:lnTo>
                    <a:pt x="329819" y="1788414"/>
                  </a:lnTo>
                  <a:lnTo>
                    <a:pt x="329946" y="1788414"/>
                  </a:lnTo>
                  <a:lnTo>
                    <a:pt x="331774" y="1778571"/>
                  </a:lnTo>
                  <a:close/>
                </a:path>
                <a:path w="1013460" h="2169160">
                  <a:moveTo>
                    <a:pt x="369620" y="1685353"/>
                  </a:moveTo>
                  <a:lnTo>
                    <a:pt x="367626" y="1675917"/>
                  </a:lnTo>
                  <a:lnTo>
                    <a:pt x="362254" y="1667929"/>
                  </a:lnTo>
                  <a:lnTo>
                    <a:pt x="353949" y="1662430"/>
                  </a:lnTo>
                  <a:lnTo>
                    <a:pt x="344093" y="1660525"/>
                  </a:lnTo>
                  <a:lnTo>
                    <a:pt x="334657" y="1662493"/>
                  </a:lnTo>
                  <a:lnTo>
                    <a:pt x="326669" y="1667903"/>
                  </a:lnTo>
                  <a:lnTo>
                    <a:pt x="321183" y="1676273"/>
                  </a:lnTo>
                  <a:lnTo>
                    <a:pt x="319265" y="1686077"/>
                  </a:lnTo>
                  <a:lnTo>
                    <a:pt x="321246" y="1695513"/>
                  </a:lnTo>
                  <a:lnTo>
                    <a:pt x="326644" y="1703527"/>
                  </a:lnTo>
                  <a:lnTo>
                    <a:pt x="335026" y="1709039"/>
                  </a:lnTo>
                  <a:lnTo>
                    <a:pt x="344805" y="1710880"/>
                  </a:lnTo>
                  <a:lnTo>
                    <a:pt x="354203" y="1708886"/>
                  </a:lnTo>
                  <a:lnTo>
                    <a:pt x="362165" y="1703514"/>
                  </a:lnTo>
                  <a:lnTo>
                    <a:pt x="367665" y="1695196"/>
                  </a:lnTo>
                  <a:lnTo>
                    <a:pt x="367792" y="1695196"/>
                  </a:lnTo>
                  <a:lnTo>
                    <a:pt x="369620" y="1685353"/>
                  </a:lnTo>
                  <a:close/>
                </a:path>
                <a:path w="1013460" h="2169160">
                  <a:moveTo>
                    <a:pt x="407466" y="1592072"/>
                  </a:moveTo>
                  <a:lnTo>
                    <a:pt x="405472" y="1582661"/>
                  </a:lnTo>
                  <a:lnTo>
                    <a:pt x="400100" y="1574660"/>
                  </a:lnTo>
                  <a:lnTo>
                    <a:pt x="391795" y="1569085"/>
                  </a:lnTo>
                  <a:lnTo>
                    <a:pt x="381939" y="1567256"/>
                  </a:lnTo>
                  <a:lnTo>
                    <a:pt x="372503" y="1569250"/>
                  </a:lnTo>
                  <a:lnTo>
                    <a:pt x="364515" y="1574622"/>
                  </a:lnTo>
                  <a:lnTo>
                    <a:pt x="359029" y="1582928"/>
                  </a:lnTo>
                  <a:lnTo>
                    <a:pt x="359029" y="1583055"/>
                  </a:lnTo>
                  <a:lnTo>
                    <a:pt x="357162" y="1592859"/>
                  </a:lnTo>
                  <a:lnTo>
                    <a:pt x="359130" y="1602295"/>
                  </a:lnTo>
                  <a:lnTo>
                    <a:pt x="364502" y="1610309"/>
                  </a:lnTo>
                  <a:lnTo>
                    <a:pt x="372872" y="1615821"/>
                  </a:lnTo>
                  <a:lnTo>
                    <a:pt x="382651" y="1617662"/>
                  </a:lnTo>
                  <a:lnTo>
                    <a:pt x="392061" y="1615668"/>
                  </a:lnTo>
                  <a:lnTo>
                    <a:pt x="400062" y="1610296"/>
                  </a:lnTo>
                  <a:lnTo>
                    <a:pt x="405638" y="1601978"/>
                  </a:lnTo>
                  <a:lnTo>
                    <a:pt x="405638" y="1601851"/>
                  </a:lnTo>
                  <a:lnTo>
                    <a:pt x="407466" y="1592072"/>
                  </a:lnTo>
                  <a:close/>
                </a:path>
                <a:path w="1013460" h="2169160">
                  <a:moveTo>
                    <a:pt x="445312" y="1498841"/>
                  </a:moveTo>
                  <a:lnTo>
                    <a:pt x="443318" y="1489392"/>
                  </a:lnTo>
                  <a:lnTo>
                    <a:pt x="437946" y="1481391"/>
                  </a:lnTo>
                  <a:lnTo>
                    <a:pt x="429641" y="1475867"/>
                  </a:lnTo>
                  <a:lnTo>
                    <a:pt x="419836" y="1474038"/>
                  </a:lnTo>
                  <a:lnTo>
                    <a:pt x="410400" y="1476032"/>
                  </a:lnTo>
                  <a:lnTo>
                    <a:pt x="402386" y="1481404"/>
                  </a:lnTo>
                  <a:lnTo>
                    <a:pt x="396875" y="1489710"/>
                  </a:lnTo>
                  <a:lnTo>
                    <a:pt x="396875" y="1489837"/>
                  </a:lnTo>
                  <a:lnTo>
                    <a:pt x="395008" y="1499628"/>
                  </a:lnTo>
                  <a:lnTo>
                    <a:pt x="396976" y="1509039"/>
                  </a:lnTo>
                  <a:lnTo>
                    <a:pt x="402348" y="1517040"/>
                  </a:lnTo>
                  <a:lnTo>
                    <a:pt x="410718" y="1522603"/>
                  </a:lnTo>
                  <a:lnTo>
                    <a:pt x="420509" y="1524444"/>
                  </a:lnTo>
                  <a:lnTo>
                    <a:pt x="429958" y="1522450"/>
                  </a:lnTo>
                  <a:lnTo>
                    <a:pt x="437959" y="1517078"/>
                  </a:lnTo>
                  <a:lnTo>
                    <a:pt x="443484" y="1508760"/>
                  </a:lnTo>
                  <a:lnTo>
                    <a:pt x="443484" y="1508633"/>
                  </a:lnTo>
                  <a:lnTo>
                    <a:pt x="445312" y="1498841"/>
                  </a:lnTo>
                  <a:close/>
                </a:path>
                <a:path w="1013460" h="2169160">
                  <a:moveTo>
                    <a:pt x="483158" y="1405623"/>
                  </a:moveTo>
                  <a:lnTo>
                    <a:pt x="481164" y="1396174"/>
                  </a:lnTo>
                  <a:lnTo>
                    <a:pt x="475792" y="1388173"/>
                  </a:lnTo>
                  <a:lnTo>
                    <a:pt x="467487" y="1382649"/>
                  </a:lnTo>
                  <a:lnTo>
                    <a:pt x="457682" y="1380820"/>
                  </a:lnTo>
                  <a:lnTo>
                    <a:pt x="448246" y="1382814"/>
                  </a:lnTo>
                  <a:lnTo>
                    <a:pt x="440232" y="1388186"/>
                  </a:lnTo>
                  <a:lnTo>
                    <a:pt x="434721" y="1396492"/>
                  </a:lnTo>
                  <a:lnTo>
                    <a:pt x="432879" y="1406347"/>
                  </a:lnTo>
                  <a:lnTo>
                    <a:pt x="434873" y="1415783"/>
                  </a:lnTo>
                  <a:lnTo>
                    <a:pt x="440270" y="1423784"/>
                  </a:lnTo>
                  <a:lnTo>
                    <a:pt x="448564" y="1429258"/>
                  </a:lnTo>
                  <a:lnTo>
                    <a:pt x="458355" y="1431124"/>
                  </a:lnTo>
                  <a:lnTo>
                    <a:pt x="467804" y="1429156"/>
                  </a:lnTo>
                  <a:lnTo>
                    <a:pt x="475818" y="1423771"/>
                  </a:lnTo>
                  <a:lnTo>
                    <a:pt x="481330" y="1415415"/>
                  </a:lnTo>
                  <a:lnTo>
                    <a:pt x="483158" y="1405623"/>
                  </a:lnTo>
                  <a:close/>
                </a:path>
                <a:path w="1013460" h="2169160">
                  <a:moveTo>
                    <a:pt x="521004" y="1312405"/>
                  </a:moveTo>
                  <a:lnTo>
                    <a:pt x="519010" y="1302956"/>
                  </a:lnTo>
                  <a:lnTo>
                    <a:pt x="513638" y="1294955"/>
                  </a:lnTo>
                  <a:lnTo>
                    <a:pt x="505333" y="1289431"/>
                  </a:lnTo>
                  <a:lnTo>
                    <a:pt x="495528" y="1287576"/>
                  </a:lnTo>
                  <a:lnTo>
                    <a:pt x="486092" y="1289545"/>
                  </a:lnTo>
                  <a:lnTo>
                    <a:pt x="478078" y="1294917"/>
                  </a:lnTo>
                  <a:lnTo>
                    <a:pt x="472567" y="1303274"/>
                  </a:lnTo>
                  <a:lnTo>
                    <a:pt x="470725" y="1313078"/>
                  </a:lnTo>
                  <a:lnTo>
                    <a:pt x="472719" y="1322514"/>
                  </a:lnTo>
                  <a:lnTo>
                    <a:pt x="478091" y="1330528"/>
                  </a:lnTo>
                  <a:lnTo>
                    <a:pt x="486410" y="1336040"/>
                  </a:lnTo>
                  <a:lnTo>
                    <a:pt x="496201" y="1337906"/>
                  </a:lnTo>
                  <a:lnTo>
                    <a:pt x="505650" y="1335938"/>
                  </a:lnTo>
                  <a:lnTo>
                    <a:pt x="513651" y="1330566"/>
                  </a:lnTo>
                  <a:lnTo>
                    <a:pt x="519176" y="1322197"/>
                  </a:lnTo>
                  <a:lnTo>
                    <a:pt x="521004" y="1312405"/>
                  </a:lnTo>
                  <a:close/>
                </a:path>
                <a:path w="1013460" h="2169160">
                  <a:moveTo>
                    <a:pt x="558876" y="1219136"/>
                  </a:moveTo>
                  <a:lnTo>
                    <a:pt x="556907" y="1209700"/>
                  </a:lnTo>
                  <a:lnTo>
                    <a:pt x="551510" y="1201699"/>
                  </a:lnTo>
                  <a:lnTo>
                    <a:pt x="543179" y="1196213"/>
                  </a:lnTo>
                  <a:lnTo>
                    <a:pt x="533374" y="1194358"/>
                  </a:lnTo>
                  <a:lnTo>
                    <a:pt x="523938" y="1196327"/>
                  </a:lnTo>
                  <a:lnTo>
                    <a:pt x="515912" y="1201712"/>
                  </a:lnTo>
                  <a:lnTo>
                    <a:pt x="510413" y="1210056"/>
                  </a:lnTo>
                  <a:lnTo>
                    <a:pt x="508571" y="1219860"/>
                  </a:lnTo>
                  <a:lnTo>
                    <a:pt x="510565" y="1229296"/>
                  </a:lnTo>
                  <a:lnTo>
                    <a:pt x="515937" y="1237310"/>
                  </a:lnTo>
                  <a:lnTo>
                    <a:pt x="524256" y="1242822"/>
                  </a:lnTo>
                  <a:lnTo>
                    <a:pt x="534047" y="1244663"/>
                  </a:lnTo>
                  <a:lnTo>
                    <a:pt x="543496" y="1242669"/>
                  </a:lnTo>
                  <a:lnTo>
                    <a:pt x="551497" y="1237297"/>
                  </a:lnTo>
                  <a:lnTo>
                    <a:pt x="557022" y="1228979"/>
                  </a:lnTo>
                  <a:lnTo>
                    <a:pt x="558876" y="1219136"/>
                  </a:lnTo>
                  <a:close/>
                </a:path>
                <a:path w="1013460" h="2169160">
                  <a:moveTo>
                    <a:pt x="596722" y="1125855"/>
                  </a:moveTo>
                  <a:lnTo>
                    <a:pt x="594753" y="1116457"/>
                  </a:lnTo>
                  <a:lnTo>
                    <a:pt x="589381" y="1108494"/>
                  </a:lnTo>
                  <a:lnTo>
                    <a:pt x="581025" y="1102995"/>
                  </a:lnTo>
                  <a:lnTo>
                    <a:pt x="571220" y="1101090"/>
                  </a:lnTo>
                  <a:lnTo>
                    <a:pt x="561784" y="1103045"/>
                  </a:lnTo>
                  <a:lnTo>
                    <a:pt x="553770" y="1108417"/>
                  </a:lnTo>
                  <a:lnTo>
                    <a:pt x="548259" y="1116711"/>
                  </a:lnTo>
                  <a:lnTo>
                    <a:pt x="548259" y="1116838"/>
                  </a:lnTo>
                  <a:lnTo>
                    <a:pt x="546417" y="1126642"/>
                  </a:lnTo>
                  <a:lnTo>
                    <a:pt x="548411" y="1136078"/>
                  </a:lnTo>
                  <a:lnTo>
                    <a:pt x="553783" y="1144092"/>
                  </a:lnTo>
                  <a:lnTo>
                    <a:pt x="562102" y="1149604"/>
                  </a:lnTo>
                  <a:lnTo>
                    <a:pt x="571893" y="1151445"/>
                  </a:lnTo>
                  <a:lnTo>
                    <a:pt x="581342" y="1149451"/>
                  </a:lnTo>
                  <a:lnTo>
                    <a:pt x="589343" y="1144079"/>
                  </a:lnTo>
                  <a:lnTo>
                    <a:pt x="594868" y="1135761"/>
                  </a:lnTo>
                  <a:lnTo>
                    <a:pt x="594868" y="1135634"/>
                  </a:lnTo>
                  <a:lnTo>
                    <a:pt x="596722" y="1125855"/>
                  </a:lnTo>
                  <a:close/>
                </a:path>
                <a:path w="1013460" h="2169160">
                  <a:moveTo>
                    <a:pt x="634619" y="1032624"/>
                  </a:moveTo>
                  <a:lnTo>
                    <a:pt x="632637" y="1023175"/>
                  </a:lnTo>
                  <a:lnTo>
                    <a:pt x="627240" y="1015174"/>
                  </a:lnTo>
                  <a:lnTo>
                    <a:pt x="618871" y="1009650"/>
                  </a:lnTo>
                  <a:lnTo>
                    <a:pt x="609079" y="1007821"/>
                  </a:lnTo>
                  <a:lnTo>
                    <a:pt x="599668" y="1009815"/>
                  </a:lnTo>
                  <a:lnTo>
                    <a:pt x="591667" y="1015187"/>
                  </a:lnTo>
                  <a:lnTo>
                    <a:pt x="586105" y="1023493"/>
                  </a:lnTo>
                  <a:lnTo>
                    <a:pt x="586105" y="1023620"/>
                  </a:lnTo>
                  <a:lnTo>
                    <a:pt x="584263" y="1033411"/>
                  </a:lnTo>
                  <a:lnTo>
                    <a:pt x="586257" y="1042822"/>
                  </a:lnTo>
                  <a:lnTo>
                    <a:pt x="591629" y="1050823"/>
                  </a:lnTo>
                  <a:lnTo>
                    <a:pt x="599948" y="1056386"/>
                  </a:lnTo>
                  <a:lnTo>
                    <a:pt x="609790" y="1058227"/>
                  </a:lnTo>
                  <a:lnTo>
                    <a:pt x="619226" y="1056233"/>
                  </a:lnTo>
                  <a:lnTo>
                    <a:pt x="627214" y="1050861"/>
                  </a:lnTo>
                  <a:lnTo>
                    <a:pt x="632714" y="1042543"/>
                  </a:lnTo>
                  <a:lnTo>
                    <a:pt x="632714" y="1042416"/>
                  </a:lnTo>
                  <a:lnTo>
                    <a:pt x="634619" y="1032624"/>
                  </a:lnTo>
                  <a:close/>
                </a:path>
                <a:path w="1013460" h="2169160">
                  <a:moveTo>
                    <a:pt x="672465" y="939406"/>
                  </a:moveTo>
                  <a:lnTo>
                    <a:pt x="670509" y="929957"/>
                  </a:lnTo>
                  <a:lnTo>
                    <a:pt x="665137" y="921956"/>
                  </a:lnTo>
                  <a:lnTo>
                    <a:pt x="656844" y="916432"/>
                  </a:lnTo>
                  <a:lnTo>
                    <a:pt x="646988" y="914603"/>
                  </a:lnTo>
                  <a:lnTo>
                    <a:pt x="637552" y="916597"/>
                  </a:lnTo>
                  <a:lnTo>
                    <a:pt x="629564" y="921969"/>
                  </a:lnTo>
                  <a:lnTo>
                    <a:pt x="624078" y="930275"/>
                  </a:lnTo>
                  <a:lnTo>
                    <a:pt x="623951" y="930275"/>
                  </a:lnTo>
                  <a:lnTo>
                    <a:pt x="647636" y="964958"/>
                  </a:lnTo>
                  <a:lnTo>
                    <a:pt x="657072" y="962977"/>
                  </a:lnTo>
                  <a:lnTo>
                    <a:pt x="665060" y="957580"/>
                  </a:lnTo>
                  <a:lnTo>
                    <a:pt x="670560" y="949198"/>
                  </a:lnTo>
                  <a:lnTo>
                    <a:pt x="672465" y="939406"/>
                  </a:lnTo>
                  <a:close/>
                </a:path>
                <a:path w="1013460" h="2169160">
                  <a:moveTo>
                    <a:pt x="710361" y="846188"/>
                  </a:moveTo>
                  <a:lnTo>
                    <a:pt x="708367" y="836752"/>
                  </a:lnTo>
                  <a:lnTo>
                    <a:pt x="702995" y="828738"/>
                  </a:lnTo>
                  <a:lnTo>
                    <a:pt x="694690" y="823214"/>
                  </a:lnTo>
                  <a:lnTo>
                    <a:pt x="684834" y="821385"/>
                  </a:lnTo>
                  <a:lnTo>
                    <a:pt x="675398" y="823379"/>
                  </a:lnTo>
                  <a:lnTo>
                    <a:pt x="667410" y="828751"/>
                  </a:lnTo>
                  <a:lnTo>
                    <a:pt x="661924" y="837057"/>
                  </a:lnTo>
                  <a:lnTo>
                    <a:pt x="660006" y="846912"/>
                  </a:lnTo>
                  <a:lnTo>
                    <a:pt x="661962" y="856348"/>
                  </a:lnTo>
                  <a:lnTo>
                    <a:pt x="667346" y="864349"/>
                  </a:lnTo>
                  <a:lnTo>
                    <a:pt x="675640" y="869823"/>
                  </a:lnTo>
                  <a:lnTo>
                    <a:pt x="685482" y="871689"/>
                  </a:lnTo>
                  <a:lnTo>
                    <a:pt x="694918" y="869721"/>
                  </a:lnTo>
                  <a:lnTo>
                    <a:pt x="702906" y="864336"/>
                  </a:lnTo>
                  <a:lnTo>
                    <a:pt x="708406" y="855980"/>
                  </a:lnTo>
                  <a:lnTo>
                    <a:pt x="708533" y="855980"/>
                  </a:lnTo>
                  <a:lnTo>
                    <a:pt x="710361" y="846188"/>
                  </a:lnTo>
                  <a:close/>
                </a:path>
                <a:path w="1013460" h="2169160">
                  <a:moveTo>
                    <a:pt x="748207" y="752919"/>
                  </a:moveTo>
                  <a:lnTo>
                    <a:pt x="746213" y="743483"/>
                  </a:lnTo>
                  <a:lnTo>
                    <a:pt x="740816" y="735482"/>
                  </a:lnTo>
                  <a:lnTo>
                    <a:pt x="732536" y="730008"/>
                  </a:lnTo>
                  <a:lnTo>
                    <a:pt x="722680" y="728141"/>
                  </a:lnTo>
                  <a:lnTo>
                    <a:pt x="713244" y="730110"/>
                  </a:lnTo>
                  <a:lnTo>
                    <a:pt x="705256" y="735495"/>
                  </a:lnTo>
                  <a:lnTo>
                    <a:pt x="699770" y="743839"/>
                  </a:lnTo>
                  <a:lnTo>
                    <a:pt x="697852" y="753643"/>
                  </a:lnTo>
                  <a:lnTo>
                    <a:pt x="699833" y="763092"/>
                  </a:lnTo>
                  <a:lnTo>
                    <a:pt x="705231" y="771093"/>
                  </a:lnTo>
                  <a:lnTo>
                    <a:pt x="713613" y="776605"/>
                  </a:lnTo>
                  <a:lnTo>
                    <a:pt x="723392" y="778446"/>
                  </a:lnTo>
                  <a:lnTo>
                    <a:pt x="732802" y="776452"/>
                  </a:lnTo>
                  <a:lnTo>
                    <a:pt x="740803" y="771080"/>
                  </a:lnTo>
                  <a:lnTo>
                    <a:pt x="746379" y="762762"/>
                  </a:lnTo>
                  <a:lnTo>
                    <a:pt x="748207" y="752919"/>
                  </a:lnTo>
                  <a:close/>
                </a:path>
                <a:path w="1013460" h="2169160">
                  <a:moveTo>
                    <a:pt x="786053" y="659701"/>
                  </a:moveTo>
                  <a:lnTo>
                    <a:pt x="784059" y="650265"/>
                  </a:lnTo>
                  <a:lnTo>
                    <a:pt x="778687" y="642277"/>
                  </a:lnTo>
                  <a:lnTo>
                    <a:pt x="770382" y="636778"/>
                  </a:lnTo>
                  <a:lnTo>
                    <a:pt x="760577" y="634873"/>
                  </a:lnTo>
                  <a:lnTo>
                    <a:pt x="751141" y="636841"/>
                  </a:lnTo>
                  <a:lnTo>
                    <a:pt x="743127" y="642251"/>
                  </a:lnTo>
                  <a:lnTo>
                    <a:pt x="737616" y="650621"/>
                  </a:lnTo>
                  <a:lnTo>
                    <a:pt x="735749" y="660425"/>
                  </a:lnTo>
                  <a:lnTo>
                    <a:pt x="737717" y="669861"/>
                  </a:lnTo>
                  <a:lnTo>
                    <a:pt x="743089" y="677875"/>
                  </a:lnTo>
                  <a:lnTo>
                    <a:pt x="751459" y="683387"/>
                  </a:lnTo>
                  <a:lnTo>
                    <a:pt x="761250" y="685228"/>
                  </a:lnTo>
                  <a:lnTo>
                    <a:pt x="770686" y="683234"/>
                  </a:lnTo>
                  <a:lnTo>
                    <a:pt x="778700" y="677862"/>
                  </a:lnTo>
                  <a:lnTo>
                    <a:pt x="784225" y="669544"/>
                  </a:lnTo>
                  <a:lnTo>
                    <a:pt x="786053" y="659701"/>
                  </a:lnTo>
                  <a:close/>
                </a:path>
                <a:path w="1013460" h="2169160">
                  <a:moveTo>
                    <a:pt x="823899" y="566420"/>
                  </a:moveTo>
                  <a:lnTo>
                    <a:pt x="821905" y="557009"/>
                  </a:lnTo>
                  <a:lnTo>
                    <a:pt x="816533" y="549008"/>
                  </a:lnTo>
                  <a:lnTo>
                    <a:pt x="808228" y="543433"/>
                  </a:lnTo>
                  <a:lnTo>
                    <a:pt x="798423" y="541604"/>
                  </a:lnTo>
                  <a:lnTo>
                    <a:pt x="788987" y="543598"/>
                  </a:lnTo>
                  <a:lnTo>
                    <a:pt x="780973" y="548970"/>
                  </a:lnTo>
                  <a:lnTo>
                    <a:pt x="775462" y="557276"/>
                  </a:lnTo>
                  <a:lnTo>
                    <a:pt x="775462" y="557403"/>
                  </a:lnTo>
                  <a:lnTo>
                    <a:pt x="773620" y="567207"/>
                  </a:lnTo>
                  <a:lnTo>
                    <a:pt x="775614" y="576643"/>
                  </a:lnTo>
                  <a:lnTo>
                    <a:pt x="780986" y="584657"/>
                  </a:lnTo>
                  <a:lnTo>
                    <a:pt x="789305" y="590169"/>
                  </a:lnTo>
                  <a:lnTo>
                    <a:pt x="799096" y="592010"/>
                  </a:lnTo>
                  <a:lnTo>
                    <a:pt x="808545" y="590016"/>
                  </a:lnTo>
                  <a:lnTo>
                    <a:pt x="816546" y="584644"/>
                  </a:lnTo>
                  <a:lnTo>
                    <a:pt x="822071" y="576326"/>
                  </a:lnTo>
                  <a:lnTo>
                    <a:pt x="822071" y="576199"/>
                  </a:lnTo>
                  <a:lnTo>
                    <a:pt x="823899" y="566420"/>
                  </a:lnTo>
                  <a:close/>
                </a:path>
                <a:path w="1013460" h="2169160">
                  <a:moveTo>
                    <a:pt x="861745" y="473189"/>
                  </a:moveTo>
                  <a:lnTo>
                    <a:pt x="859751" y="463740"/>
                  </a:lnTo>
                  <a:lnTo>
                    <a:pt x="854379" y="455739"/>
                  </a:lnTo>
                  <a:lnTo>
                    <a:pt x="846074" y="450215"/>
                  </a:lnTo>
                  <a:lnTo>
                    <a:pt x="836269" y="448386"/>
                  </a:lnTo>
                  <a:lnTo>
                    <a:pt x="826833" y="450380"/>
                  </a:lnTo>
                  <a:lnTo>
                    <a:pt x="818819" y="455752"/>
                  </a:lnTo>
                  <a:lnTo>
                    <a:pt x="813308" y="464058"/>
                  </a:lnTo>
                  <a:lnTo>
                    <a:pt x="813308" y="464185"/>
                  </a:lnTo>
                  <a:lnTo>
                    <a:pt x="811466" y="473976"/>
                  </a:lnTo>
                  <a:lnTo>
                    <a:pt x="813460" y="483387"/>
                  </a:lnTo>
                  <a:lnTo>
                    <a:pt x="818832" y="491388"/>
                  </a:lnTo>
                  <a:lnTo>
                    <a:pt x="827151" y="496951"/>
                  </a:lnTo>
                  <a:lnTo>
                    <a:pt x="836942" y="498792"/>
                  </a:lnTo>
                  <a:lnTo>
                    <a:pt x="846391" y="496798"/>
                  </a:lnTo>
                  <a:lnTo>
                    <a:pt x="854392" y="491426"/>
                  </a:lnTo>
                  <a:lnTo>
                    <a:pt x="859917" y="483108"/>
                  </a:lnTo>
                  <a:lnTo>
                    <a:pt x="859917" y="482981"/>
                  </a:lnTo>
                  <a:lnTo>
                    <a:pt x="861745" y="473189"/>
                  </a:lnTo>
                  <a:close/>
                </a:path>
                <a:path w="1013460" h="2169160">
                  <a:moveTo>
                    <a:pt x="867664" y="168148"/>
                  </a:moveTo>
                  <a:lnTo>
                    <a:pt x="862698" y="107315"/>
                  </a:lnTo>
                  <a:lnTo>
                    <a:pt x="853948" y="0"/>
                  </a:lnTo>
                  <a:lnTo>
                    <a:pt x="727710" y="111887"/>
                  </a:lnTo>
                  <a:lnTo>
                    <a:pt x="774331" y="130644"/>
                  </a:lnTo>
                  <a:lnTo>
                    <a:pt x="0" y="2057146"/>
                  </a:lnTo>
                  <a:lnTo>
                    <a:pt x="46723" y="2075942"/>
                  </a:lnTo>
                  <a:lnTo>
                    <a:pt x="821029" y="149415"/>
                  </a:lnTo>
                  <a:lnTo>
                    <a:pt x="867664" y="168148"/>
                  </a:lnTo>
                  <a:close/>
                </a:path>
                <a:path w="1013460" h="2169160">
                  <a:moveTo>
                    <a:pt x="899591" y="379971"/>
                  </a:moveTo>
                  <a:lnTo>
                    <a:pt x="897597" y="370522"/>
                  </a:lnTo>
                  <a:lnTo>
                    <a:pt x="892225" y="362521"/>
                  </a:lnTo>
                  <a:lnTo>
                    <a:pt x="883920" y="356997"/>
                  </a:lnTo>
                  <a:lnTo>
                    <a:pt x="874115" y="355168"/>
                  </a:lnTo>
                  <a:lnTo>
                    <a:pt x="864679" y="357162"/>
                  </a:lnTo>
                  <a:lnTo>
                    <a:pt x="856665" y="362534"/>
                  </a:lnTo>
                  <a:lnTo>
                    <a:pt x="851154" y="370840"/>
                  </a:lnTo>
                  <a:lnTo>
                    <a:pt x="849312" y="380695"/>
                  </a:lnTo>
                  <a:lnTo>
                    <a:pt x="851306" y="390131"/>
                  </a:lnTo>
                  <a:lnTo>
                    <a:pt x="856703" y="398132"/>
                  </a:lnTo>
                  <a:lnTo>
                    <a:pt x="864997" y="403606"/>
                  </a:lnTo>
                  <a:lnTo>
                    <a:pt x="874788" y="405472"/>
                  </a:lnTo>
                  <a:lnTo>
                    <a:pt x="884237" y="403504"/>
                  </a:lnTo>
                  <a:lnTo>
                    <a:pt x="892251" y="398119"/>
                  </a:lnTo>
                  <a:lnTo>
                    <a:pt x="897763" y="389763"/>
                  </a:lnTo>
                  <a:lnTo>
                    <a:pt x="899591" y="379971"/>
                  </a:lnTo>
                  <a:close/>
                </a:path>
                <a:path w="1013460" h="2169160">
                  <a:moveTo>
                    <a:pt x="937463" y="286753"/>
                  </a:moveTo>
                  <a:lnTo>
                    <a:pt x="935494" y="277304"/>
                  </a:lnTo>
                  <a:lnTo>
                    <a:pt x="930122" y="269303"/>
                  </a:lnTo>
                  <a:lnTo>
                    <a:pt x="921766" y="263779"/>
                  </a:lnTo>
                  <a:lnTo>
                    <a:pt x="911961" y="261950"/>
                  </a:lnTo>
                  <a:lnTo>
                    <a:pt x="902525" y="263944"/>
                  </a:lnTo>
                  <a:lnTo>
                    <a:pt x="894511" y="269316"/>
                  </a:lnTo>
                  <a:lnTo>
                    <a:pt x="889000" y="277622"/>
                  </a:lnTo>
                  <a:lnTo>
                    <a:pt x="887158" y="287477"/>
                  </a:lnTo>
                  <a:lnTo>
                    <a:pt x="889152" y="296913"/>
                  </a:lnTo>
                  <a:lnTo>
                    <a:pt x="894549" y="304914"/>
                  </a:lnTo>
                  <a:lnTo>
                    <a:pt x="902843" y="310388"/>
                  </a:lnTo>
                  <a:lnTo>
                    <a:pt x="912634" y="312254"/>
                  </a:lnTo>
                  <a:lnTo>
                    <a:pt x="922083" y="310286"/>
                  </a:lnTo>
                  <a:lnTo>
                    <a:pt x="930097" y="304901"/>
                  </a:lnTo>
                  <a:lnTo>
                    <a:pt x="935609" y="296545"/>
                  </a:lnTo>
                  <a:lnTo>
                    <a:pt x="937463" y="286753"/>
                  </a:lnTo>
                  <a:close/>
                </a:path>
                <a:path w="1013460" h="2169160">
                  <a:moveTo>
                    <a:pt x="975309" y="193484"/>
                  </a:moveTo>
                  <a:lnTo>
                    <a:pt x="973340" y="184048"/>
                  </a:lnTo>
                  <a:lnTo>
                    <a:pt x="967943" y="176047"/>
                  </a:lnTo>
                  <a:lnTo>
                    <a:pt x="959612" y="170561"/>
                  </a:lnTo>
                  <a:lnTo>
                    <a:pt x="949820" y="168706"/>
                  </a:lnTo>
                  <a:lnTo>
                    <a:pt x="940409" y="170675"/>
                  </a:lnTo>
                  <a:lnTo>
                    <a:pt x="932395" y="176060"/>
                  </a:lnTo>
                  <a:lnTo>
                    <a:pt x="926846" y="184404"/>
                  </a:lnTo>
                  <a:lnTo>
                    <a:pt x="925004" y="194208"/>
                  </a:lnTo>
                  <a:lnTo>
                    <a:pt x="926998" y="203644"/>
                  </a:lnTo>
                  <a:lnTo>
                    <a:pt x="932370" y="211658"/>
                  </a:lnTo>
                  <a:lnTo>
                    <a:pt x="940689" y="217170"/>
                  </a:lnTo>
                  <a:lnTo>
                    <a:pt x="950531" y="219011"/>
                  </a:lnTo>
                  <a:lnTo>
                    <a:pt x="959967" y="217017"/>
                  </a:lnTo>
                  <a:lnTo>
                    <a:pt x="967955" y="211645"/>
                  </a:lnTo>
                  <a:lnTo>
                    <a:pt x="973455" y="203327"/>
                  </a:lnTo>
                  <a:lnTo>
                    <a:pt x="975309" y="193484"/>
                  </a:lnTo>
                  <a:close/>
                </a:path>
                <a:path w="1013460" h="2169160">
                  <a:moveTo>
                    <a:pt x="1013206" y="100203"/>
                  </a:moveTo>
                  <a:lnTo>
                    <a:pt x="1011224" y="90805"/>
                  </a:lnTo>
                  <a:lnTo>
                    <a:pt x="1005827" y="82842"/>
                  </a:lnTo>
                  <a:lnTo>
                    <a:pt x="997458" y="77343"/>
                  </a:lnTo>
                  <a:lnTo>
                    <a:pt x="987679" y="75438"/>
                  </a:lnTo>
                  <a:lnTo>
                    <a:pt x="978281" y="77393"/>
                  </a:lnTo>
                  <a:lnTo>
                    <a:pt x="970305" y="82765"/>
                  </a:lnTo>
                  <a:lnTo>
                    <a:pt x="964819" y="91059"/>
                  </a:lnTo>
                  <a:lnTo>
                    <a:pt x="964692" y="91186"/>
                  </a:lnTo>
                  <a:lnTo>
                    <a:pt x="988377" y="125793"/>
                  </a:lnTo>
                  <a:lnTo>
                    <a:pt x="997813" y="123799"/>
                  </a:lnTo>
                  <a:lnTo>
                    <a:pt x="1005801" y="118427"/>
                  </a:lnTo>
                  <a:lnTo>
                    <a:pt x="1011301" y="110109"/>
                  </a:lnTo>
                  <a:lnTo>
                    <a:pt x="1011301" y="109982"/>
                  </a:lnTo>
                  <a:lnTo>
                    <a:pt x="1013206" y="10020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15212" y="2635847"/>
              <a:ext cx="1753844" cy="199990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72003" y="1824100"/>
              <a:ext cx="3453129" cy="2610485"/>
            </a:xfrm>
            <a:custGeom>
              <a:avLst/>
              <a:gdLst/>
              <a:ahLst/>
              <a:cxnLst/>
              <a:rect l="l" t="t" r="r" b="b"/>
              <a:pathLst>
                <a:path w="3453129" h="2610485">
                  <a:moveTo>
                    <a:pt x="2642235" y="75565"/>
                  </a:moveTo>
                  <a:lnTo>
                    <a:pt x="2491359" y="0"/>
                  </a:lnTo>
                  <a:lnTo>
                    <a:pt x="2491359" y="50279"/>
                  </a:lnTo>
                  <a:lnTo>
                    <a:pt x="263271" y="48895"/>
                  </a:lnTo>
                  <a:lnTo>
                    <a:pt x="263271" y="99187"/>
                  </a:lnTo>
                  <a:lnTo>
                    <a:pt x="2491359" y="100571"/>
                  </a:lnTo>
                  <a:lnTo>
                    <a:pt x="2491359" y="150876"/>
                  </a:lnTo>
                  <a:lnTo>
                    <a:pt x="2592108" y="100584"/>
                  </a:lnTo>
                  <a:lnTo>
                    <a:pt x="2642235" y="75565"/>
                  </a:lnTo>
                  <a:close/>
                </a:path>
                <a:path w="3453129" h="2610485">
                  <a:moveTo>
                    <a:pt x="2849499" y="1224661"/>
                  </a:moveTo>
                  <a:lnTo>
                    <a:pt x="2847733" y="1223264"/>
                  </a:lnTo>
                  <a:lnTo>
                    <a:pt x="2717419" y="1119632"/>
                  </a:lnTo>
                  <a:lnTo>
                    <a:pt x="2707017" y="1168920"/>
                  </a:lnTo>
                  <a:lnTo>
                    <a:pt x="251701" y="649859"/>
                  </a:lnTo>
                  <a:lnTo>
                    <a:pt x="241300" y="699135"/>
                  </a:lnTo>
                  <a:lnTo>
                    <a:pt x="2696654" y="1218082"/>
                  </a:lnTo>
                  <a:lnTo>
                    <a:pt x="2686304" y="1267206"/>
                  </a:lnTo>
                  <a:lnTo>
                    <a:pt x="2849499" y="1224661"/>
                  </a:lnTo>
                  <a:close/>
                </a:path>
                <a:path w="3453129" h="2610485">
                  <a:moveTo>
                    <a:pt x="3453003" y="2603881"/>
                  </a:moveTo>
                  <a:lnTo>
                    <a:pt x="3429546" y="2575052"/>
                  </a:lnTo>
                  <a:lnTo>
                    <a:pt x="3346577" y="2473071"/>
                  </a:lnTo>
                  <a:lnTo>
                    <a:pt x="3325863" y="2518892"/>
                  </a:lnTo>
                  <a:lnTo>
                    <a:pt x="20574" y="1026541"/>
                  </a:lnTo>
                  <a:lnTo>
                    <a:pt x="0" y="1072261"/>
                  </a:lnTo>
                  <a:lnTo>
                    <a:pt x="3305149" y="2564727"/>
                  </a:lnTo>
                  <a:lnTo>
                    <a:pt x="3284474" y="2610485"/>
                  </a:lnTo>
                  <a:lnTo>
                    <a:pt x="3453003" y="2603881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894452" y="3426713"/>
              <a:ext cx="1635125" cy="85420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139819" y="2421763"/>
              <a:ext cx="1718690" cy="53847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887218" y="1953259"/>
              <a:ext cx="3524250" cy="2559685"/>
            </a:xfrm>
            <a:custGeom>
              <a:avLst/>
              <a:gdLst/>
              <a:ahLst/>
              <a:cxnLst/>
              <a:rect l="l" t="t" r="r" b="b"/>
              <a:pathLst>
                <a:path w="3524250" h="2559685">
                  <a:moveTo>
                    <a:pt x="168529" y="951484"/>
                  </a:moveTo>
                  <a:lnTo>
                    <a:pt x="0" y="958342"/>
                  </a:lnTo>
                  <a:lnTo>
                    <a:pt x="106553" y="1089025"/>
                  </a:lnTo>
                  <a:lnTo>
                    <a:pt x="168529" y="951484"/>
                  </a:lnTo>
                  <a:close/>
                </a:path>
                <a:path w="3524250" h="2559685">
                  <a:moveTo>
                    <a:pt x="220916" y="1047153"/>
                  </a:moveTo>
                  <a:lnTo>
                    <a:pt x="219303" y="1037640"/>
                  </a:lnTo>
                  <a:lnTo>
                    <a:pt x="214236" y="1029449"/>
                  </a:lnTo>
                  <a:lnTo>
                    <a:pt x="206121" y="1023620"/>
                  </a:lnTo>
                  <a:lnTo>
                    <a:pt x="196367" y="1021397"/>
                  </a:lnTo>
                  <a:lnTo>
                    <a:pt x="186855" y="1023010"/>
                  </a:lnTo>
                  <a:lnTo>
                    <a:pt x="178663" y="1028077"/>
                  </a:lnTo>
                  <a:lnTo>
                    <a:pt x="172847" y="1036193"/>
                  </a:lnTo>
                  <a:lnTo>
                    <a:pt x="170611" y="1045895"/>
                  </a:lnTo>
                  <a:lnTo>
                    <a:pt x="172224" y="1055408"/>
                  </a:lnTo>
                  <a:lnTo>
                    <a:pt x="177292" y="1063625"/>
                  </a:lnTo>
                  <a:lnTo>
                    <a:pt x="185420" y="1069467"/>
                  </a:lnTo>
                  <a:lnTo>
                    <a:pt x="195160" y="1071689"/>
                  </a:lnTo>
                  <a:lnTo>
                    <a:pt x="204673" y="1070038"/>
                  </a:lnTo>
                  <a:lnTo>
                    <a:pt x="212864" y="1064971"/>
                  </a:lnTo>
                  <a:lnTo>
                    <a:pt x="218694" y="1056894"/>
                  </a:lnTo>
                  <a:lnTo>
                    <a:pt x="220916" y="1047153"/>
                  </a:lnTo>
                  <a:close/>
                </a:path>
                <a:path w="3524250" h="2559685">
                  <a:moveTo>
                    <a:pt x="312724" y="1088428"/>
                  </a:moveTo>
                  <a:lnTo>
                    <a:pt x="311086" y="1078915"/>
                  </a:lnTo>
                  <a:lnTo>
                    <a:pt x="306006" y="1070724"/>
                  </a:lnTo>
                  <a:lnTo>
                    <a:pt x="297942" y="1064895"/>
                  </a:lnTo>
                  <a:lnTo>
                    <a:pt x="297815" y="1064895"/>
                  </a:lnTo>
                  <a:lnTo>
                    <a:pt x="288061" y="1062672"/>
                  </a:lnTo>
                  <a:lnTo>
                    <a:pt x="278549" y="1064285"/>
                  </a:lnTo>
                  <a:lnTo>
                    <a:pt x="270357" y="1069352"/>
                  </a:lnTo>
                  <a:lnTo>
                    <a:pt x="264541" y="1077468"/>
                  </a:lnTo>
                  <a:lnTo>
                    <a:pt x="262318" y="1087221"/>
                  </a:lnTo>
                  <a:lnTo>
                    <a:pt x="263969" y="1096733"/>
                  </a:lnTo>
                  <a:lnTo>
                    <a:pt x="269036" y="1104925"/>
                  </a:lnTo>
                  <a:lnTo>
                    <a:pt x="277114" y="1110742"/>
                  </a:lnTo>
                  <a:lnTo>
                    <a:pt x="277241" y="1110742"/>
                  </a:lnTo>
                  <a:lnTo>
                    <a:pt x="286931" y="1112977"/>
                  </a:lnTo>
                  <a:lnTo>
                    <a:pt x="296443" y="1111364"/>
                  </a:lnTo>
                  <a:lnTo>
                    <a:pt x="304660" y="1106297"/>
                  </a:lnTo>
                  <a:lnTo>
                    <a:pt x="310515" y="1098169"/>
                  </a:lnTo>
                  <a:lnTo>
                    <a:pt x="312724" y="1088428"/>
                  </a:lnTo>
                  <a:close/>
                </a:path>
                <a:path w="3524250" h="2559685">
                  <a:moveTo>
                    <a:pt x="404431" y="1129753"/>
                  </a:moveTo>
                  <a:lnTo>
                    <a:pt x="402818" y="1120254"/>
                  </a:lnTo>
                  <a:lnTo>
                    <a:pt x="397751" y="1112075"/>
                  </a:lnTo>
                  <a:lnTo>
                    <a:pt x="389623" y="1106297"/>
                  </a:lnTo>
                  <a:lnTo>
                    <a:pt x="389623" y="1106170"/>
                  </a:lnTo>
                  <a:lnTo>
                    <a:pt x="379882" y="1103960"/>
                  </a:lnTo>
                  <a:lnTo>
                    <a:pt x="370370" y="1105623"/>
                  </a:lnTo>
                  <a:lnTo>
                    <a:pt x="362178" y="1110729"/>
                  </a:lnTo>
                  <a:lnTo>
                    <a:pt x="356362" y="1118870"/>
                  </a:lnTo>
                  <a:lnTo>
                    <a:pt x="354126" y="1128560"/>
                  </a:lnTo>
                  <a:lnTo>
                    <a:pt x="355739" y="1138021"/>
                  </a:lnTo>
                  <a:lnTo>
                    <a:pt x="360807" y="1146200"/>
                  </a:lnTo>
                  <a:lnTo>
                    <a:pt x="368935" y="1152017"/>
                  </a:lnTo>
                  <a:lnTo>
                    <a:pt x="368935" y="1152144"/>
                  </a:lnTo>
                  <a:lnTo>
                    <a:pt x="378675" y="1154303"/>
                  </a:lnTo>
                  <a:lnTo>
                    <a:pt x="388188" y="1152652"/>
                  </a:lnTo>
                  <a:lnTo>
                    <a:pt x="396379" y="1147572"/>
                  </a:lnTo>
                  <a:lnTo>
                    <a:pt x="402209" y="1139444"/>
                  </a:lnTo>
                  <a:lnTo>
                    <a:pt x="404431" y="1129753"/>
                  </a:lnTo>
                  <a:close/>
                </a:path>
                <a:path w="3524250" h="2559685">
                  <a:moveTo>
                    <a:pt x="496239" y="1171105"/>
                  </a:moveTo>
                  <a:lnTo>
                    <a:pt x="494601" y="1161592"/>
                  </a:lnTo>
                  <a:lnTo>
                    <a:pt x="489521" y="1153401"/>
                  </a:lnTo>
                  <a:lnTo>
                    <a:pt x="481457" y="1147572"/>
                  </a:lnTo>
                  <a:lnTo>
                    <a:pt x="481330" y="1147572"/>
                  </a:lnTo>
                  <a:lnTo>
                    <a:pt x="471627" y="1145349"/>
                  </a:lnTo>
                  <a:lnTo>
                    <a:pt x="462114" y="1146962"/>
                  </a:lnTo>
                  <a:lnTo>
                    <a:pt x="453898" y="1152029"/>
                  </a:lnTo>
                  <a:lnTo>
                    <a:pt x="448056" y="1160145"/>
                  </a:lnTo>
                  <a:lnTo>
                    <a:pt x="445833" y="1169898"/>
                  </a:lnTo>
                  <a:lnTo>
                    <a:pt x="447484" y="1179410"/>
                  </a:lnTo>
                  <a:lnTo>
                    <a:pt x="452551" y="1187602"/>
                  </a:lnTo>
                  <a:lnTo>
                    <a:pt x="460629" y="1193419"/>
                  </a:lnTo>
                  <a:lnTo>
                    <a:pt x="460756" y="1193419"/>
                  </a:lnTo>
                  <a:lnTo>
                    <a:pt x="470496" y="1195641"/>
                  </a:lnTo>
                  <a:lnTo>
                    <a:pt x="480009" y="1193990"/>
                  </a:lnTo>
                  <a:lnTo>
                    <a:pt x="488200" y="1188923"/>
                  </a:lnTo>
                  <a:lnTo>
                    <a:pt x="494030" y="1180846"/>
                  </a:lnTo>
                  <a:lnTo>
                    <a:pt x="496239" y="1171105"/>
                  </a:lnTo>
                  <a:close/>
                </a:path>
                <a:path w="3524250" h="2559685">
                  <a:moveTo>
                    <a:pt x="506603" y="603631"/>
                  </a:moveTo>
                  <a:lnTo>
                    <a:pt x="342900" y="644398"/>
                  </a:lnTo>
                  <a:lnTo>
                    <a:pt x="473710" y="750951"/>
                  </a:lnTo>
                  <a:lnTo>
                    <a:pt x="506603" y="603631"/>
                  </a:lnTo>
                  <a:close/>
                </a:path>
                <a:path w="3524250" h="2559685">
                  <a:moveTo>
                    <a:pt x="559498" y="682790"/>
                  </a:moveTo>
                  <a:lnTo>
                    <a:pt x="555967" y="673785"/>
                  </a:lnTo>
                  <a:lnTo>
                    <a:pt x="549338" y="666775"/>
                  </a:lnTo>
                  <a:lnTo>
                    <a:pt x="540258" y="662686"/>
                  </a:lnTo>
                  <a:lnTo>
                    <a:pt x="530186" y="662470"/>
                  </a:lnTo>
                  <a:lnTo>
                    <a:pt x="521233" y="665975"/>
                  </a:lnTo>
                  <a:lnTo>
                    <a:pt x="514223" y="672604"/>
                  </a:lnTo>
                  <a:lnTo>
                    <a:pt x="510159" y="681736"/>
                  </a:lnTo>
                  <a:lnTo>
                    <a:pt x="509930" y="691743"/>
                  </a:lnTo>
                  <a:lnTo>
                    <a:pt x="513435" y="700747"/>
                  </a:lnTo>
                  <a:lnTo>
                    <a:pt x="520065" y="707758"/>
                  </a:lnTo>
                  <a:lnTo>
                    <a:pt x="529209" y="711835"/>
                  </a:lnTo>
                  <a:lnTo>
                    <a:pt x="539203" y="711987"/>
                  </a:lnTo>
                  <a:lnTo>
                    <a:pt x="548208" y="708456"/>
                  </a:lnTo>
                  <a:lnTo>
                    <a:pt x="555218" y="701852"/>
                  </a:lnTo>
                  <a:lnTo>
                    <a:pt x="559308" y="692785"/>
                  </a:lnTo>
                  <a:lnTo>
                    <a:pt x="559498" y="682790"/>
                  </a:lnTo>
                  <a:close/>
                </a:path>
                <a:path w="3524250" h="2559685">
                  <a:moveTo>
                    <a:pt x="587946" y="1212380"/>
                  </a:moveTo>
                  <a:lnTo>
                    <a:pt x="586333" y="1202867"/>
                  </a:lnTo>
                  <a:lnTo>
                    <a:pt x="581266" y="1194676"/>
                  </a:lnTo>
                  <a:lnTo>
                    <a:pt x="573151" y="1188847"/>
                  </a:lnTo>
                  <a:lnTo>
                    <a:pt x="563397" y="1186637"/>
                  </a:lnTo>
                  <a:lnTo>
                    <a:pt x="553885" y="1188275"/>
                  </a:lnTo>
                  <a:lnTo>
                    <a:pt x="545693" y="1193355"/>
                  </a:lnTo>
                  <a:lnTo>
                    <a:pt x="539877" y="1201420"/>
                  </a:lnTo>
                  <a:lnTo>
                    <a:pt x="537641" y="1211173"/>
                  </a:lnTo>
                  <a:lnTo>
                    <a:pt x="539254" y="1220685"/>
                  </a:lnTo>
                  <a:lnTo>
                    <a:pt x="544322" y="1228877"/>
                  </a:lnTo>
                  <a:lnTo>
                    <a:pt x="552450" y="1234694"/>
                  </a:lnTo>
                  <a:lnTo>
                    <a:pt x="562190" y="1236929"/>
                  </a:lnTo>
                  <a:lnTo>
                    <a:pt x="571703" y="1235316"/>
                  </a:lnTo>
                  <a:lnTo>
                    <a:pt x="579894" y="1230249"/>
                  </a:lnTo>
                  <a:lnTo>
                    <a:pt x="585724" y="1222121"/>
                  </a:lnTo>
                  <a:lnTo>
                    <a:pt x="587946" y="1212380"/>
                  </a:lnTo>
                  <a:close/>
                </a:path>
                <a:path w="3524250" h="2559685">
                  <a:moveTo>
                    <a:pt x="615442" y="75819"/>
                  </a:moveTo>
                  <a:lnTo>
                    <a:pt x="613473" y="66040"/>
                  </a:lnTo>
                  <a:lnTo>
                    <a:pt x="608114" y="58000"/>
                  </a:lnTo>
                  <a:lnTo>
                    <a:pt x="600163" y="52552"/>
                  </a:lnTo>
                  <a:lnTo>
                    <a:pt x="590423" y="50546"/>
                  </a:lnTo>
                  <a:lnTo>
                    <a:pt x="580567" y="52438"/>
                  </a:lnTo>
                  <a:lnTo>
                    <a:pt x="572528" y="57759"/>
                  </a:lnTo>
                  <a:lnTo>
                    <a:pt x="567080" y="65697"/>
                  </a:lnTo>
                  <a:lnTo>
                    <a:pt x="565404" y="73583"/>
                  </a:lnTo>
                  <a:lnTo>
                    <a:pt x="565912" y="0"/>
                  </a:lnTo>
                  <a:lnTo>
                    <a:pt x="414528" y="74422"/>
                  </a:lnTo>
                  <a:lnTo>
                    <a:pt x="564896" y="150876"/>
                  </a:lnTo>
                  <a:lnTo>
                    <a:pt x="565391" y="77292"/>
                  </a:lnTo>
                  <a:lnTo>
                    <a:pt x="566978" y="85293"/>
                  </a:lnTo>
                  <a:lnTo>
                    <a:pt x="572338" y="93332"/>
                  </a:lnTo>
                  <a:lnTo>
                    <a:pt x="580288" y="98780"/>
                  </a:lnTo>
                  <a:lnTo>
                    <a:pt x="590042" y="100838"/>
                  </a:lnTo>
                  <a:lnTo>
                    <a:pt x="599884" y="98882"/>
                  </a:lnTo>
                  <a:lnTo>
                    <a:pt x="607923" y="93522"/>
                  </a:lnTo>
                  <a:lnTo>
                    <a:pt x="613371" y="85572"/>
                  </a:lnTo>
                  <a:lnTo>
                    <a:pt x="615442" y="75819"/>
                  </a:lnTo>
                  <a:close/>
                </a:path>
                <a:path w="3524250" h="2559685">
                  <a:moveTo>
                    <a:pt x="657694" y="704697"/>
                  </a:moveTo>
                  <a:lnTo>
                    <a:pt x="654189" y="695744"/>
                  </a:lnTo>
                  <a:lnTo>
                    <a:pt x="647560" y="688733"/>
                  </a:lnTo>
                  <a:lnTo>
                    <a:pt x="638429" y="684657"/>
                  </a:lnTo>
                  <a:lnTo>
                    <a:pt x="628421" y="684441"/>
                  </a:lnTo>
                  <a:lnTo>
                    <a:pt x="619417" y="687946"/>
                  </a:lnTo>
                  <a:lnTo>
                    <a:pt x="612406" y="694575"/>
                  </a:lnTo>
                  <a:lnTo>
                    <a:pt x="608330" y="703707"/>
                  </a:lnTo>
                  <a:lnTo>
                    <a:pt x="608126" y="713701"/>
                  </a:lnTo>
                  <a:lnTo>
                    <a:pt x="611657" y="722655"/>
                  </a:lnTo>
                  <a:lnTo>
                    <a:pt x="618286" y="729627"/>
                  </a:lnTo>
                  <a:lnTo>
                    <a:pt x="627380" y="733679"/>
                  </a:lnTo>
                  <a:lnTo>
                    <a:pt x="637438" y="733907"/>
                  </a:lnTo>
                  <a:lnTo>
                    <a:pt x="646391" y="730402"/>
                  </a:lnTo>
                  <a:lnTo>
                    <a:pt x="653402" y="723773"/>
                  </a:lnTo>
                  <a:lnTo>
                    <a:pt x="657479" y="714629"/>
                  </a:lnTo>
                  <a:lnTo>
                    <a:pt x="657694" y="704697"/>
                  </a:lnTo>
                  <a:close/>
                </a:path>
                <a:path w="3524250" h="2559685">
                  <a:moveTo>
                    <a:pt x="679754" y="1253782"/>
                  </a:moveTo>
                  <a:lnTo>
                    <a:pt x="678116" y="1244269"/>
                  </a:lnTo>
                  <a:lnTo>
                    <a:pt x="673036" y="1236078"/>
                  </a:lnTo>
                  <a:lnTo>
                    <a:pt x="664972" y="1230249"/>
                  </a:lnTo>
                  <a:lnTo>
                    <a:pt x="664845" y="1230249"/>
                  </a:lnTo>
                  <a:lnTo>
                    <a:pt x="655142" y="1228026"/>
                  </a:lnTo>
                  <a:lnTo>
                    <a:pt x="645629" y="1229639"/>
                  </a:lnTo>
                  <a:lnTo>
                    <a:pt x="637413" y="1234706"/>
                  </a:lnTo>
                  <a:lnTo>
                    <a:pt x="631571" y="1242822"/>
                  </a:lnTo>
                  <a:lnTo>
                    <a:pt x="629348" y="1252524"/>
                  </a:lnTo>
                  <a:lnTo>
                    <a:pt x="630999" y="1262037"/>
                  </a:lnTo>
                  <a:lnTo>
                    <a:pt x="636066" y="1270254"/>
                  </a:lnTo>
                  <a:lnTo>
                    <a:pt x="644144" y="1276096"/>
                  </a:lnTo>
                  <a:lnTo>
                    <a:pt x="644271" y="1276096"/>
                  </a:lnTo>
                  <a:lnTo>
                    <a:pt x="654011" y="1278318"/>
                  </a:lnTo>
                  <a:lnTo>
                    <a:pt x="663524" y="1276680"/>
                  </a:lnTo>
                  <a:lnTo>
                    <a:pt x="671715" y="1271600"/>
                  </a:lnTo>
                  <a:lnTo>
                    <a:pt x="677545" y="1263523"/>
                  </a:lnTo>
                  <a:lnTo>
                    <a:pt x="679754" y="1253782"/>
                  </a:lnTo>
                  <a:close/>
                </a:path>
                <a:path w="3524250" h="2559685">
                  <a:moveTo>
                    <a:pt x="716026" y="76581"/>
                  </a:moveTo>
                  <a:lnTo>
                    <a:pt x="714133" y="66738"/>
                  </a:lnTo>
                  <a:lnTo>
                    <a:pt x="708799" y="58699"/>
                  </a:lnTo>
                  <a:lnTo>
                    <a:pt x="700824" y="53251"/>
                  </a:lnTo>
                  <a:lnTo>
                    <a:pt x="691007" y="51181"/>
                  </a:lnTo>
                  <a:lnTo>
                    <a:pt x="681215" y="53149"/>
                  </a:lnTo>
                  <a:lnTo>
                    <a:pt x="673176" y="58508"/>
                  </a:lnTo>
                  <a:lnTo>
                    <a:pt x="667727" y="66459"/>
                  </a:lnTo>
                  <a:lnTo>
                    <a:pt x="665734" y="76200"/>
                  </a:lnTo>
                  <a:lnTo>
                    <a:pt x="667613" y="85979"/>
                  </a:lnTo>
                  <a:lnTo>
                    <a:pt x="672934" y="93980"/>
                  </a:lnTo>
                  <a:lnTo>
                    <a:pt x="680872" y="99428"/>
                  </a:lnTo>
                  <a:lnTo>
                    <a:pt x="690626" y="101473"/>
                  </a:lnTo>
                  <a:lnTo>
                    <a:pt x="690753" y="101473"/>
                  </a:lnTo>
                  <a:lnTo>
                    <a:pt x="700519" y="99593"/>
                  </a:lnTo>
                  <a:lnTo>
                    <a:pt x="708533" y="94272"/>
                  </a:lnTo>
                  <a:lnTo>
                    <a:pt x="713968" y="86334"/>
                  </a:lnTo>
                  <a:lnTo>
                    <a:pt x="716026" y="76581"/>
                  </a:lnTo>
                  <a:close/>
                </a:path>
                <a:path w="3524250" h="2559685">
                  <a:moveTo>
                    <a:pt x="755865" y="726605"/>
                  </a:moveTo>
                  <a:lnTo>
                    <a:pt x="752360" y="717613"/>
                  </a:lnTo>
                  <a:lnTo>
                    <a:pt x="745731" y="710641"/>
                  </a:lnTo>
                  <a:lnTo>
                    <a:pt x="736600" y="706628"/>
                  </a:lnTo>
                  <a:lnTo>
                    <a:pt x="726592" y="706412"/>
                  </a:lnTo>
                  <a:lnTo>
                    <a:pt x="717613" y="709917"/>
                  </a:lnTo>
                  <a:lnTo>
                    <a:pt x="710628" y="716546"/>
                  </a:lnTo>
                  <a:lnTo>
                    <a:pt x="706628" y="725678"/>
                  </a:lnTo>
                  <a:lnTo>
                    <a:pt x="706399" y="735622"/>
                  </a:lnTo>
                  <a:lnTo>
                    <a:pt x="709904" y="744575"/>
                  </a:lnTo>
                  <a:lnTo>
                    <a:pt x="716534" y="751586"/>
                  </a:lnTo>
                  <a:lnTo>
                    <a:pt x="725678" y="755650"/>
                  </a:lnTo>
                  <a:lnTo>
                    <a:pt x="735672" y="755878"/>
                  </a:lnTo>
                  <a:lnTo>
                    <a:pt x="744651" y="752373"/>
                  </a:lnTo>
                  <a:lnTo>
                    <a:pt x="751636" y="745744"/>
                  </a:lnTo>
                  <a:lnTo>
                    <a:pt x="755650" y="736600"/>
                  </a:lnTo>
                  <a:lnTo>
                    <a:pt x="755865" y="726605"/>
                  </a:lnTo>
                  <a:close/>
                </a:path>
                <a:path w="3524250" h="2559685">
                  <a:moveTo>
                    <a:pt x="771461" y="1295057"/>
                  </a:moveTo>
                  <a:lnTo>
                    <a:pt x="769848" y="1285544"/>
                  </a:lnTo>
                  <a:lnTo>
                    <a:pt x="764781" y="1277353"/>
                  </a:lnTo>
                  <a:lnTo>
                    <a:pt x="756666" y="1271524"/>
                  </a:lnTo>
                  <a:lnTo>
                    <a:pt x="746912" y="1269301"/>
                  </a:lnTo>
                  <a:lnTo>
                    <a:pt x="737400" y="1270914"/>
                  </a:lnTo>
                  <a:lnTo>
                    <a:pt x="729208" y="1275981"/>
                  </a:lnTo>
                  <a:lnTo>
                    <a:pt x="723392" y="1284097"/>
                  </a:lnTo>
                  <a:lnTo>
                    <a:pt x="721156" y="1293850"/>
                  </a:lnTo>
                  <a:lnTo>
                    <a:pt x="722769" y="1303362"/>
                  </a:lnTo>
                  <a:lnTo>
                    <a:pt x="727837" y="1311554"/>
                  </a:lnTo>
                  <a:lnTo>
                    <a:pt x="735965" y="1317371"/>
                  </a:lnTo>
                  <a:lnTo>
                    <a:pt x="745705" y="1319606"/>
                  </a:lnTo>
                  <a:lnTo>
                    <a:pt x="755218" y="1317993"/>
                  </a:lnTo>
                  <a:lnTo>
                    <a:pt x="763409" y="1312926"/>
                  </a:lnTo>
                  <a:lnTo>
                    <a:pt x="769239" y="1304798"/>
                  </a:lnTo>
                  <a:lnTo>
                    <a:pt x="771461" y="1295057"/>
                  </a:lnTo>
                  <a:close/>
                </a:path>
                <a:path w="3524250" h="2559685">
                  <a:moveTo>
                    <a:pt x="816610" y="77216"/>
                  </a:moveTo>
                  <a:lnTo>
                    <a:pt x="814717" y="67449"/>
                  </a:lnTo>
                  <a:lnTo>
                    <a:pt x="809396" y="59436"/>
                  </a:lnTo>
                  <a:lnTo>
                    <a:pt x="801458" y="54000"/>
                  </a:lnTo>
                  <a:lnTo>
                    <a:pt x="791718" y="51943"/>
                  </a:lnTo>
                  <a:lnTo>
                    <a:pt x="791591" y="51943"/>
                  </a:lnTo>
                  <a:lnTo>
                    <a:pt x="781812" y="53835"/>
                  </a:lnTo>
                  <a:lnTo>
                    <a:pt x="773811" y="59156"/>
                  </a:lnTo>
                  <a:lnTo>
                    <a:pt x="768362" y="67094"/>
                  </a:lnTo>
                  <a:lnTo>
                    <a:pt x="766318" y="76835"/>
                  </a:lnTo>
                  <a:lnTo>
                    <a:pt x="768197" y="86690"/>
                  </a:lnTo>
                  <a:lnTo>
                    <a:pt x="773531" y="94729"/>
                  </a:lnTo>
                  <a:lnTo>
                    <a:pt x="781507" y="100177"/>
                  </a:lnTo>
                  <a:lnTo>
                    <a:pt x="791337" y="102235"/>
                  </a:lnTo>
                  <a:lnTo>
                    <a:pt x="801116" y="100355"/>
                  </a:lnTo>
                  <a:lnTo>
                    <a:pt x="809155" y="95021"/>
                  </a:lnTo>
                  <a:lnTo>
                    <a:pt x="814603" y="87045"/>
                  </a:lnTo>
                  <a:lnTo>
                    <a:pt x="816610" y="77216"/>
                  </a:lnTo>
                  <a:close/>
                </a:path>
                <a:path w="3524250" h="2559685">
                  <a:moveTo>
                    <a:pt x="854138" y="748576"/>
                  </a:moveTo>
                  <a:lnTo>
                    <a:pt x="850607" y="739571"/>
                  </a:lnTo>
                  <a:lnTo>
                    <a:pt x="843978" y="732561"/>
                  </a:lnTo>
                  <a:lnTo>
                    <a:pt x="834898" y="728472"/>
                  </a:lnTo>
                  <a:lnTo>
                    <a:pt x="824826" y="728281"/>
                  </a:lnTo>
                  <a:lnTo>
                    <a:pt x="815873" y="731812"/>
                  </a:lnTo>
                  <a:lnTo>
                    <a:pt x="808863" y="738441"/>
                  </a:lnTo>
                  <a:lnTo>
                    <a:pt x="804799" y="747522"/>
                  </a:lnTo>
                  <a:lnTo>
                    <a:pt x="804570" y="757529"/>
                  </a:lnTo>
                  <a:lnTo>
                    <a:pt x="808075" y="766533"/>
                  </a:lnTo>
                  <a:lnTo>
                    <a:pt x="814705" y="773544"/>
                  </a:lnTo>
                  <a:lnTo>
                    <a:pt x="823849" y="777621"/>
                  </a:lnTo>
                  <a:lnTo>
                    <a:pt x="833843" y="777849"/>
                  </a:lnTo>
                  <a:lnTo>
                    <a:pt x="842848" y="774344"/>
                  </a:lnTo>
                  <a:lnTo>
                    <a:pt x="849858" y="767715"/>
                  </a:lnTo>
                  <a:lnTo>
                    <a:pt x="853948" y="758571"/>
                  </a:lnTo>
                  <a:lnTo>
                    <a:pt x="854138" y="748576"/>
                  </a:lnTo>
                  <a:close/>
                </a:path>
                <a:path w="3524250" h="2559685">
                  <a:moveTo>
                    <a:pt x="863269" y="1336382"/>
                  </a:moveTo>
                  <a:lnTo>
                    <a:pt x="861631" y="1326870"/>
                  </a:lnTo>
                  <a:lnTo>
                    <a:pt x="856551" y="1318641"/>
                  </a:lnTo>
                  <a:lnTo>
                    <a:pt x="848487" y="1312799"/>
                  </a:lnTo>
                  <a:lnTo>
                    <a:pt x="848360" y="1312799"/>
                  </a:lnTo>
                  <a:lnTo>
                    <a:pt x="838657" y="1310589"/>
                  </a:lnTo>
                  <a:lnTo>
                    <a:pt x="829144" y="1312227"/>
                  </a:lnTo>
                  <a:lnTo>
                    <a:pt x="820928" y="1317307"/>
                  </a:lnTo>
                  <a:lnTo>
                    <a:pt x="815086" y="1325372"/>
                  </a:lnTo>
                  <a:lnTo>
                    <a:pt x="812863" y="1335125"/>
                  </a:lnTo>
                  <a:lnTo>
                    <a:pt x="814527" y="1344637"/>
                  </a:lnTo>
                  <a:lnTo>
                    <a:pt x="819632" y="1352829"/>
                  </a:lnTo>
                  <a:lnTo>
                    <a:pt x="827786" y="1358646"/>
                  </a:lnTo>
                  <a:lnTo>
                    <a:pt x="837526" y="1360881"/>
                  </a:lnTo>
                  <a:lnTo>
                    <a:pt x="847039" y="1359268"/>
                  </a:lnTo>
                  <a:lnTo>
                    <a:pt x="855230" y="1354201"/>
                  </a:lnTo>
                  <a:lnTo>
                    <a:pt x="861060" y="1346073"/>
                  </a:lnTo>
                  <a:lnTo>
                    <a:pt x="863269" y="1336382"/>
                  </a:lnTo>
                  <a:close/>
                </a:path>
                <a:path w="3524250" h="2559685">
                  <a:moveTo>
                    <a:pt x="917321" y="77978"/>
                  </a:moveTo>
                  <a:lnTo>
                    <a:pt x="915428" y="68135"/>
                  </a:lnTo>
                  <a:lnTo>
                    <a:pt x="910094" y="60096"/>
                  </a:lnTo>
                  <a:lnTo>
                    <a:pt x="902119" y="54648"/>
                  </a:lnTo>
                  <a:lnTo>
                    <a:pt x="892302" y="52578"/>
                  </a:lnTo>
                  <a:lnTo>
                    <a:pt x="882446" y="54546"/>
                  </a:lnTo>
                  <a:lnTo>
                    <a:pt x="874407" y="59905"/>
                  </a:lnTo>
                  <a:lnTo>
                    <a:pt x="868959" y="67856"/>
                  </a:lnTo>
                  <a:lnTo>
                    <a:pt x="866902" y="77597"/>
                  </a:lnTo>
                  <a:lnTo>
                    <a:pt x="868857" y="87388"/>
                  </a:lnTo>
                  <a:lnTo>
                    <a:pt x="874217" y="95427"/>
                  </a:lnTo>
                  <a:lnTo>
                    <a:pt x="882167" y="100876"/>
                  </a:lnTo>
                  <a:lnTo>
                    <a:pt x="891921" y="102870"/>
                  </a:lnTo>
                  <a:lnTo>
                    <a:pt x="901763" y="100990"/>
                  </a:lnTo>
                  <a:lnTo>
                    <a:pt x="909802" y="95669"/>
                  </a:lnTo>
                  <a:lnTo>
                    <a:pt x="915250" y="87731"/>
                  </a:lnTo>
                  <a:lnTo>
                    <a:pt x="917321" y="77978"/>
                  </a:lnTo>
                  <a:close/>
                </a:path>
                <a:path w="3524250" h="2559685">
                  <a:moveTo>
                    <a:pt x="952334" y="770547"/>
                  </a:moveTo>
                  <a:lnTo>
                    <a:pt x="948829" y="761542"/>
                  </a:lnTo>
                  <a:lnTo>
                    <a:pt x="942200" y="754532"/>
                  </a:lnTo>
                  <a:lnTo>
                    <a:pt x="933069" y="750443"/>
                  </a:lnTo>
                  <a:lnTo>
                    <a:pt x="923061" y="750227"/>
                  </a:lnTo>
                  <a:lnTo>
                    <a:pt x="914057" y="753732"/>
                  </a:lnTo>
                  <a:lnTo>
                    <a:pt x="907046" y="760361"/>
                  </a:lnTo>
                  <a:lnTo>
                    <a:pt x="902970" y="769493"/>
                  </a:lnTo>
                  <a:lnTo>
                    <a:pt x="902766" y="779500"/>
                  </a:lnTo>
                  <a:lnTo>
                    <a:pt x="906297" y="788504"/>
                  </a:lnTo>
                  <a:lnTo>
                    <a:pt x="912926" y="795515"/>
                  </a:lnTo>
                  <a:lnTo>
                    <a:pt x="922020" y="799592"/>
                  </a:lnTo>
                  <a:lnTo>
                    <a:pt x="932078" y="799744"/>
                  </a:lnTo>
                  <a:lnTo>
                    <a:pt x="941031" y="796213"/>
                  </a:lnTo>
                  <a:lnTo>
                    <a:pt x="948042" y="789609"/>
                  </a:lnTo>
                  <a:lnTo>
                    <a:pt x="952119" y="780542"/>
                  </a:lnTo>
                  <a:lnTo>
                    <a:pt x="952334" y="770547"/>
                  </a:lnTo>
                  <a:close/>
                </a:path>
                <a:path w="3524250" h="2559685">
                  <a:moveTo>
                    <a:pt x="954976" y="1377734"/>
                  </a:moveTo>
                  <a:lnTo>
                    <a:pt x="953363" y="1368221"/>
                  </a:lnTo>
                  <a:lnTo>
                    <a:pt x="948296" y="1360030"/>
                  </a:lnTo>
                  <a:lnTo>
                    <a:pt x="940181" y="1354201"/>
                  </a:lnTo>
                  <a:lnTo>
                    <a:pt x="930427" y="1351978"/>
                  </a:lnTo>
                  <a:lnTo>
                    <a:pt x="920915" y="1353591"/>
                  </a:lnTo>
                  <a:lnTo>
                    <a:pt x="912723" y="1358658"/>
                  </a:lnTo>
                  <a:lnTo>
                    <a:pt x="906907" y="1366774"/>
                  </a:lnTo>
                  <a:lnTo>
                    <a:pt x="904671" y="1376476"/>
                  </a:lnTo>
                  <a:lnTo>
                    <a:pt x="906284" y="1385989"/>
                  </a:lnTo>
                  <a:lnTo>
                    <a:pt x="911352" y="1394206"/>
                  </a:lnTo>
                  <a:lnTo>
                    <a:pt x="919480" y="1400048"/>
                  </a:lnTo>
                  <a:lnTo>
                    <a:pt x="929220" y="1402270"/>
                  </a:lnTo>
                  <a:lnTo>
                    <a:pt x="938733" y="1400632"/>
                  </a:lnTo>
                  <a:lnTo>
                    <a:pt x="946924" y="1395552"/>
                  </a:lnTo>
                  <a:lnTo>
                    <a:pt x="952754" y="1387475"/>
                  </a:lnTo>
                  <a:lnTo>
                    <a:pt x="954976" y="1377734"/>
                  </a:lnTo>
                  <a:close/>
                </a:path>
                <a:path w="3524250" h="2559685">
                  <a:moveTo>
                    <a:pt x="1017905" y="78613"/>
                  </a:moveTo>
                  <a:lnTo>
                    <a:pt x="1016012" y="68846"/>
                  </a:lnTo>
                  <a:lnTo>
                    <a:pt x="1010691" y="60845"/>
                  </a:lnTo>
                  <a:lnTo>
                    <a:pt x="1002753" y="55397"/>
                  </a:lnTo>
                  <a:lnTo>
                    <a:pt x="993013" y="53340"/>
                  </a:lnTo>
                  <a:lnTo>
                    <a:pt x="992886" y="53340"/>
                  </a:lnTo>
                  <a:lnTo>
                    <a:pt x="983107" y="55232"/>
                  </a:lnTo>
                  <a:lnTo>
                    <a:pt x="975106" y="60566"/>
                  </a:lnTo>
                  <a:lnTo>
                    <a:pt x="969657" y="68541"/>
                  </a:lnTo>
                  <a:lnTo>
                    <a:pt x="967613" y="78359"/>
                  </a:lnTo>
                  <a:lnTo>
                    <a:pt x="969492" y="88138"/>
                  </a:lnTo>
                  <a:lnTo>
                    <a:pt x="974813" y="96139"/>
                  </a:lnTo>
                  <a:lnTo>
                    <a:pt x="982751" y="101587"/>
                  </a:lnTo>
                  <a:lnTo>
                    <a:pt x="992505" y="103632"/>
                  </a:lnTo>
                  <a:lnTo>
                    <a:pt x="992632" y="103632"/>
                  </a:lnTo>
                  <a:lnTo>
                    <a:pt x="1002398" y="101752"/>
                  </a:lnTo>
                  <a:lnTo>
                    <a:pt x="1010412" y="96418"/>
                  </a:lnTo>
                  <a:lnTo>
                    <a:pt x="1015847" y="88442"/>
                  </a:lnTo>
                  <a:lnTo>
                    <a:pt x="1017905" y="78613"/>
                  </a:lnTo>
                  <a:close/>
                </a:path>
                <a:path w="3524250" h="2559685">
                  <a:moveTo>
                    <a:pt x="1046784" y="1419009"/>
                  </a:moveTo>
                  <a:lnTo>
                    <a:pt x="1045146" y="1409496"/>
                  </a:lnTo>
                  <a:lnTo>
                    <a:pt x="1040066" y="1401305"/>
                  </a:lnTo>
                  <a:lnTo>
                    <a:pt x="1032002" y="1395476"/>
                  </a:lnTo>
                  <a:lnTo>
                    <a:pt x="1031875" y="1395476"/>
                  </a:lnTo>
                  <a:lnTo>
                    <a:pt x="1022172" y="1393253"/>
                  </a:lnTo>
                  <a:lnTo>
                    <a:pt x="1012659" y="1394866"/>
                  </a:lnTo>
                  <a:lnTo>
                    <a:pt x="1004443" y="1399933"/>
                  </a:lnTo>
                  <a:lnTo>
                    <a:pt x="998601" y="1408049"/>
                  </a:lnTo>
                  <a:lnTo>
                    <a:pt x="996378" y="1417802"/>
                  </a:lnTo>
                  <a:lnTo>
                    <a:pt x="998042" y="1427314"/>
                  </a:lnTo>
                  <a:lnTo>
                    <a:pt x="1003147" y="1435506"/>
                  </a:lnTo>
                  <a:lnTo>
                    <a:pt x="1011301" y="1441323"/>
                  </a:lnTo>
                  <a:lnTo>
                    <a:pt x="1021041" y="1443558"/>
                  </a:lnTo>
                  <a:lnTo>
                    <a:pt x="1030554" y="1441945"/>
                  </a:lnTo>
                  <a:lnTo>
                    <a:pt x="1038745" y="1436878"/>
                  </a:lnTo>
                  <a:lnTo>
                    <a:pt x="1044575" y="1428750"/>
                  </a:lnTo>
                  <a:lnTo>
                    <a:pt x="1046784" y="1419009"/>
                  </a:lnTo>
                  <a:close/>
                </a:path>
                <a:path w="3524250" h="2559685">
                  <a:moveTo>
                    <a:pt x="1050505" y="792454"/>
                  </a:moveTo>
                  <a:lnTo>
                    <a:pt x="1047000" y="783501"/>
                  </a:lnTo>
                  <a:lnTo>
                    <a:pt x="1040371" y="776490"/>
                  </a:lnTo>
                  <a:lnTo>
                    <a:pt x="1031240" y="772414"/>
                  </a:lnTo>
                  <a:lnTo>
                    <a:pt x="1021232" y="772198"/>
                  </a:lnTo>
                  <a:lnTo>
                    <a:pt x="1012253" y="775703"/>
                  </a:lnTo>
                  <a:lnTo>
                    <a:pt x="1005268" y="782332"/>
                  </a:lnTo>
                  <a:lnTo>
                    <a:pt x="1001268" y="791464"/>
                  </a:lnTo>
                  <a:lnTo>
                    <a:pt x="1001039" y="801458"/>
                  </a:lnTo>
                  <a:lnTo>
                    <a:pt x="1004544" y="810412"/>
                  </a:lnTo>
                  <a:lnTo>
                    <a:pt x="1011174" y="817384"/>
                  </a:lnTo>
                  <a:lnTo>
                    <a:pt x="1020318" y="821436"/>
                  </a:lnTo>
                  <a:lnTo>
                    <a:pt x="1030312" y="821664"/>
                  </a:lnTo>
                  <a:lnTo>
                    <a:pt x="1039304" y="818159"/>
                  </a:lnTo>
                  <a:lnTo>
                    <a:pt x="1046276" y="811530"/>
                  </a:lnTo>
                  <a:lnTo>
                    <a:pt x="1050290" y="802386"/>
                  </a:lnTo>
                  <a:lnTo>
                    <a:pt x="1050505" y="792454"/>
                  </a:lnTo>
                  <a:close/>
                </a:path>
                <a:path w="3524250" h="2559685">
                  <a:moveTo>
                    <a:pt x="1118616" y="79375"/>
                  </a:moveTo>
                  <a:lnTo>
                    <a:pt x="1116647" y="69596"/>
                  </a:lnTo>
                  <a:lnTo>
                    <a:pt x="1111288" y="61556"/>
                  </a:lnTo>
                  <a:lnTo>
                    <a:pt x="1103337" y="56108"/>
                  </a:lnTo>
                  <a:lnTo>
                    <a:pt x="1093597" y="54102"/>
                  </a:lnTo>
                  <a:lnTo>
                    <a:pt x="1083741" y="55994"/>
                  </a:lnTo>
                  <a:lnTo>
                    <a:pt x="1075702" y="61315"/>
                  </a:lnTo>
                  <a:lnTo>
                    <a:pt x="1070254" y="69253"/>
                  </a:lnTo>
                  <a:lnTo>
                    <a:pt x="1068197" y="78994"/>
                  </a:lnTo>
                  <a:lnTo>
                    <a:pt x="1070076" y="88785"/>
                  </a:lnTo>
                  <a:lnTo>
                    <a:pt x="1075410" y="96824"/>
                  </a:lnTo>
                  <a:lnTo>
                    <a:pt x="1083386" y="102273"/>
                  </a:lnTo>
                  <a:lnTo>
                    <a:pt x="1093216" y="104267"/>
                  </a:lnTo>
                  <a:lnTo>
                    <a:pt x="1103058" y="102387"/>
                  </a:lnTo>
                  <a:lnTo>
                    <a:pt x="1111097" y="97066"/>
                  </a:lnTo>
                  <a:lnTo>
                    <a:pt x="1116545" y="89128"/>
                  </a:lnTo>
                  <a:lnTo>
                    <a:pt x="1118616" y="79375"/>
                  </a:lnTo>
                  <a:close/>
                </a:path>
                <a:path w="3524250" h="2559685">
                  <a:moveTo>
                    <a:pt x="1138491" y="1460347"/>
                  </a:moveTo>
                  <a:lnTo>
                    <a:pt x="1136878" y="1450886"/>
                  </a:lnTo>
                  <a:lnTo>
                    <a:pt x="1131811" y="1442707"/>
                  </a:lnTo>
                  <a:lnTo>
                    <a:pt x="1123696" y="1436878"/>
                  </a:lnTo>
                  <a:lnTo>
                    <a:pt x="1123696" y="1436751"/>
                  </a:lnTo>
                  <a:lnTo>
                    <a:pt x="1113942" y="1434541"/>
                  </a:lnTo>
                  <a:lnTo>
                    <a:pt x="1104430" y="1436204"/>
                  </a:lnTo>
                  <a:lnTo>
                    <a:pt x="1096238" y="1441310"/>
                  </a:lnTo>
                  <a:lnTo>
                    <a:pt x="1090422" y="1449451"/>
                  </a:lnTo>
                  <a:lnTo>
                    <a:pt x="1088186" y="1459141"/>
                  </a:lnTo>
                  <a:lnTo>
                    <a:pt x="1089799" y="1468602"/>
                  </a:lnTo>
                  <a:lnTo>
                    <a:pt x="1094867" y="1476781"/>
                  </a:lnTo>
                  <a:lnTo>
                    <a:pt x="1102995" y="1482598"/>
                  </a:lnTo>
                  <a:lnTo>
                    <a:pt x="1102995" y="1482725"/>
                  </a:lnTo>
                  <a:lnTo>
                    <a:pt x="1112735" y="1484947"/>
                  </a:lnTo>
                  <a:lnTo>
                    <a:pt x="1122248" y="1483283"/>
                  </a:lnTo>
                  <a:lnTo>
                    <a:pt x="1130439" y="1478178"/>
                  </a:lnTo>
                  <a:lnTo>
                    <a:pt x="1136269" y="1470025"/>
                  </a:lnTo>
                  <a:lnTo>
                    <a:pt x="1138491" y="1460347"/>
                  </a:lnTo>
                  <a:close/>
                </a:path>
                <a:path w="3524250" h="2559685">
                  <a:moveTo>
                    <a:pt x="1148778" y="814362"/>
                  </a:moveTo>
                  <a:lnTo>
                    <a:pt x="1145247" y="805383"/>
                  </a:lnTo>
                  <a:lnTo>
                    <a:pt x="1138618" y="798398"/>
                  </a:lnTo>
                  <a:lnTo>
                    <a:pt x="1129538" y="794385"/>
                  </a:lnTo>
                  <a:lnTo>
                    <a:pt x="1119466" y="794169"/>
                  </a:lnTo>
                  <a:lnTo>
                    <a:pt x="1110513" y="797674"/>
                  </a:lnTo>
                  <a:lnTo>
                    <a:pt x="1103503" y="804303"/>
                  </a:lnTo>
                  <a:lnTo>
                    <a:pt x="1099439" y="813435"/>
                  </a:lnTo>
                  <a:lnTo>
                    <a:pt x="1099210" y="823379"/>
                  </a:lnTo>
                  <a:lnTo>
                    <a:pt x="1102715" y="832332"/>
                  </a:lnTo>
                  <a:lnTo>
                    <a:pt x="1109345" y="839343"/>
                  </a:lnTo>
                  <a:lnTo>
                    <a:pt x="1118489" y="843407"/>
                  </a:lnTo>
                  <a:lnTo>
                    <a:pt x="1128483" y="843635"/>
                  </a:lnTo>
                  <a:lnTo>
                    <a:pt x="1137488" y="840130"/>
                  </a:lnTo>
                  <a:lnTo>
                    <a:pt x="1144498" y="833501"/>
                  </a:lnTo>
                  <a:lnTo>
                    <a:pt x="1148588" y="824357"/>
                  </a:lnTo>
                  <a:lnTo>
                    <a:pt x="1148778" y="814362"/>
                  </a:lnTo>
                  <a:close/>
                </a:path>
                <a:path w="3524250" h="2559685">
                  <a:moveTo>
                    <a:pt x="1219200" y="80010"/>
                  </a:moveTo>
                  <a:lnTo>
                    <a:pt x="1217307" y="70243"/>
                  </a:lnTo>
                  <a:lnTo>
                    <a:pt x="1211973" y="62242"/>
                  </a:lnTo>
                  <a:lnTo>
                    <a:pt x="1203998" y="56794"/>
                  </a:lnTo>
                  <a:lnTo>
                    <a:pt x="1194181" y="54737"/>
                  </a:lnTo>
                  <a:lnTo>
                    <a:pt x="1184389" y="56629"/>
                  </a:lnTo>
                  <a:lnTo>
                    <a:pt x="1176350" y="61963"/>
                  </a:lnTo>
                  <a:lnTo>
                    <a:pt x="1170901" y="69938"/>
                  </a:lnTo>
                  <a:lnTo>
                    <a:pt x="1168908" y="79756"/>
                  </a:lnTo>
                  <a:lnTo>
                    <a:pt x="1170787" y="89535"/>
                  </a:lnTo>
                  <a:lnTo>
                    <a:pt x="1176108" y="97536"/>
                  </a:lnTo>
                  <a:lnTo>
                    <a:pt x="1184046" y="102984"/>
                  </a:lnTo>
                  <a:lnTo>
                    <a:pt x="1193800" y="105029"/>
                  </a:lnTo>
                  <a:lnTo>
                    <a:pt x="1193927" y="105029"/>
                  </a:lnTo>
                  <a:lnTo>
                    <a:pt x="1203693" y="103149"/>
                  </a:lnTo>
                  <a:lnTo>
                    <a:pt x="1211707" y="97815"/>
                  </a:lnTo>
                  <a:lnTo>
                    <a:pt x="1217142" y="89839"/>
                  </a:lnTo>
                  <a:lnTo>
                    <a:pt x="1219200" y="80010"/>
                  </a:lnTo>
                  <a:close/>
                </a:path>
                <a:path w="3524250" h="2559685">
                  <a:moveTo>
                    <a:pt x="1230299" y="1501686"/>
                  </a:moveTo>
                  <a:lnTo>
                    <a:pt x="1228661" y="1492173"/>
                  </a:lnTo>
                  <a:lnTo>
                    <a:pt x="1223581" y="1483982"/>
                  </a:lnTo>
                  <a:lnTo>
                    <a:pt x="1215517" y="1478153"/>
                  </a:lnTo>
                  <a:lnTo>
                    <a:pt x="1215390" y="1478153"/>
                  </a:lnTo>
                  <a:lnTo>
                    <a:pt x="1205687" y="1475930"/>
                  </a:lnTo>
                  <a:lnTo>
                    <a:pt x="1196174" y="1477543"/>
                  </a:lnTo>
                  <a:lnTo>
                    <a:pt x="1187958" y="1482610"/>
                  </a:lnTo>
                  <a:lnTo>
                    <a:pt x="1182116" y="1490726"/>
                  </a:lnTo>
                  <a:lnTo>
                    <a:pt x="1179893" y="1500479"/>
                  </a:lnTo>
                  <a:lnTo>
                    <a:pt x="1181557" y="1509991"/>
                  </a:lnTo>
                  <a:lnTo>
                    <a:pt x="1186662" y="1518183"/>
                  </a:lnTo>
                  <a:lnTo>
                    <a:pt x="1194816" y="1524000"/>
                  </a:lnTo>
                  <a:lnTo>
                    <a:pt x="1204556" y="1526235"/>
                  </a:lnTo>
                  <a:lnTo>
                    <a:pt x="1214069" y="1524622"/>
                  </a:lnTo>
                  <a:lnTo>
                    <a:pt x="1222260" y="1519555"/>
                  </a:lnTo>
                  <a:lnTo>
                    <a:pt x="1228090" y="1511427"/>
                  </a:lnTo>
                  <a:lnTo>
                    <a:pt x="1230299" y="1501686"/>
                  </a:lnTo>
                  <a:close/>
                </a:path>
                <a:path w="3524250" h="2559685">
                  <a:moveTo>
                    <a:pt x="1246974" y="836333"/>
                  </a:moveTo>
                  <a:lnTo>
                    <a:pt x="1243469" y="827328"/>
                  </a:lnTo>
                  <a:lnTo>
                    <a:pt x="1236840" y="820318"/>
                  </a:lnTo>
                  <a:lnTo>
                    <a:pt x="1227709" y="816229"/>
                  </a:lnTo>
                  <a:lnTo>
                    <a:pt x="1217701" y="816038"/>
                  </a:lnTo>
                  <a:lnTo>
                    <a:pt x="1208697" y="819569"/>
                  </a:lnTo>
                  <a:lnTo>
                    <a:pt x="1201686" y="826198"/>
                  </a:lnTo>
                  <a:lnTo>
                    <a:pt x="1197610" y="835279"/>
                  </a:lnTo>
                  <a:lnTo>
                    <a:pt x="1197406" y="845286"/>
                  </a:lnTo>
                  <a:lnTo>
                    <a:pt x="1200937" y="854290"/>
                  </a:lnTo>
                  <a:lnTo>
                    <a:pt x="1207566" y="861301"/>
                  </a:lnTo>
                  <a:lnTo>
                    <a:pt x="1216660" y="865378"/>
                  </a:lnTo>
                  <a:lnTo>
                    <a:pt x="1226769" y="865581"/>
                  </a:lnTo>
                  <a:lnTo>
                    <a:pt x="1235722" y="862050"/>
                  </a:lnTo>
                  <a:lnTo>
                    <a:pt x="1242695" y="855421"/>
                  </a:lnTo>
                  <a:lnTo>
                    <a:pt x="1246759" y="846328"/>
                  </a:lnTo>
                  <a:lnTo>
                    <a:pt x="1246974" y="836333"/>
                  </a:lnTo>
                  <a:close/>
                </a:path>
                <a:path w="3524250" h="2559685">
                  <a:moveTo>
                    <a:pt x="1319784" y="80772"/>
                  </a:moveTo>
                  <a:lnTo>
                    <a:pt x="1317891" y="70993"/>
                  </a:lnTo>
                  <a:lnTo>
                    <a:pt x="1312570" y="62953"/>
                  </a:lnTo>
                  <a:lnTo>
                    <a:pt x="1304632" y="57505"/>
                  </a:lnTo>
                  <a:lnTo>
                    <a:pt x="1294892" y="55499"/>
                  </a:lnTo>
                  <a:lnTo>
                    <a:pt x="1294765" y="55499"/>
                  </a:lnTo>
                  <a:lnTo>
                    <a:pt x="1284986" y="57391"/>
                  </a:lnTo>
                  <a:lnTo>
                    <a:pt x="1276985" y="62712"/>
                  </a:lnTo>
                  <a:lnTo>
                    <a:pt x="1271536" y="70650"/>
                  </a:lnTo>
                  <a:lnTo>
                    <a:pt x="1269492" y="80391"/>
                  </a:lnTo>
                  <a:lnTo>
                    <a:pt x="1271371" y="90246"/>
                  </a:lnTo>
                  <a:lnTo>
                    <a:pt x="1276705" y="98285"/>
                  </a:lnTo>
                  <a:lnTo>
                    <a:pt x="1284681" y="103733"/>
                  </a:lnTo>
                  <a:lnTo>
                    <a:pt x="1294511" y="105791"/>
                  </a:lnTo>
                  <a:lnTo>
                    <a:pt x="1304290" y="103835"/>
                  </a:lnTo>
                  <a:lnTo>
                    <a:pt x="1312329" y="98475"/>
                  </a:lnTo>
                  <a:lnTo>
                    <a:pt x="1317777" y="90525"/>
                  </a:lnTo>
                  <a:lnTo>
                    <a:pt x="1319784" y="80772"/>
                  </a:lnTo>
                  <a:close/>
                </a:path>
                <a:path w="3524250" h="2559685">
                  <a:moveTo>
                    <a:pt x="1322006" y="1543011"/>
                  </a:moveTo>
                  <a:lnTo>
                    <a:pt x="1320393" y="1533499"/>
                  </a:lnTo>
                  <a:lnTo>
                    <a:pt x="1315326" y="1525270"/>
                  </a:lnTo>
                  <a:lnTo>
                    <a:pt x="1307211" y="1519428"/>
                  </a:lnTo>
                  <a:lnTo>
                    <a:pt x="1297457" y="1517218"/>
                  </a:lnTo>
                  <a:lnTo>
                    <a:pt x="1287945" y="1518856"/>
                  </a:lnTo>
                  <a:lnTo>
                    <a:pt x="1279753" y="1523936"/>
                  </a:lnTo>
                  <a:lnTo>
                    <a:pt x="1273937" y="1532001"/>
                  </a:lnTo>
                  <a:lnTo>
                    <a:pt x="1271701" y="1541754"/>
                  </a:lnTo>
                  <a:lnTo>
                    <a:pt x="1273314" y="1551266"/>
                  </a:lnTo>
                  <a:lnTo>
                    <a:pt x="1278382" y="1559458"/>
                  </a:lnTo>
                  <a:lnTo>
                    <a:pt x="1286510" y="1565275"/>
                  </a:lnTo>
                  <a:lnTo>
                    <a:pt x="1296250" y="1567510"/>
                  </a:lnTo>
                  <a:lnTo>
                    <a:pt x="1305763" y="1565897"/>
                  </a:lnTo>
                  <a:lnTo>
                    <a:pt x="1313954" y="1560830"/>
                  </a:lnTo>
                  <a:lnTo>
                    <a:pt x="1319784" y="1552702"/>
                  </a:lnTo>
                  <a:lnTo>
                    <a:pt x="1322006" y="1543011"/>
                  </a:lnTo>
                  <a:close/>
                </a:path>
                <a:path w="3524250" h="2559685">
                  <a:moveTo>
                    <a:pt x="1345145" y="858240"/>
                  </a:moveTo>
                  <a:lnTo>
                    <a:pt x="1341640" y="849287"/>
                  </a:lnTo>
                  <a:lnTo>
                    <a:pt x="1335011" y="842276"/>
                  </a:lnTo>
                  <a:lnTo>
                    <a:pt x="1325880" y="838200"/>
                  </a:lnTo>
                  <a:lnTo>
                    <a:pt x="1315872" y="837984"/>
                  </a:lnTo>
                  <a:lnTo>
                    <a:pt x="1306893" y="841489"/>
                  </a:lnTo>
                  <a:lnTo>
                    <a:pt x="1299908" y="848118"/>
                  </a:lnTo>
                  <a:lnTo>
                    <a:pt x="1295908" y="857250"/>
                  </a:lnTo>
                  <a:lnTo>
                    <a:pt x="1295679" y="867257"/>
                  </a:lnTo>
                  <a:lnTo>
                    <a:pt x="1299184" y="876261"/>
                  </a:lnTo>
                  <a:lnTo>
                    <a:pt x="1305814" y="883272"/>
                  </a:lnTo>
                  <a:lnTo>
                    <a:pt x="1314958" y="887349"/>
                  </a:lnTo>
                  <a:lnTo>
                    <a:pt x="1324952" y="887501"/>
                  </a:lnTo>
                  <a:lnTo>
                    <a:pt x="1333944" y="883958"/>
                  </a:lnTo>
                  <a:lnTo>
                    <a:pt x="1340916" y="877316"/>
                  </a:lnTo>
                  <a:lnTo>
                    <a:pt x="1344930" y="868172"/>
                  </a:lnTo>
                  <a:lnTo>
                    <a:pt x="1345145" y="858240"/>
                  </a:lnTo>
                  <a:close/>
                </a:path>
                <a:path w="3524250" h="2559685">
                  <a:moveTo>
                    <a:pt x="1413814" y="1584363"/>
                  </a:moveTo>
                  <a:lnTo>
                    <a:pt x="1412176" y="1574850"/>
                  </a:lnTo>
                  <a:lnTo>
                    <a:pt x="1407096" y="1566659"/>
                  </a:lnTo>
                  <a:lnTo>
                    <a:pt x="1399032" y="1560830"/>
                  </a:lnTo>
                  <a:lnTo>
                    <a:pt x="1398905" y="1560830"/>
                  </a:lnTo>
                  <a:lnTo>
                    <a:pt x="1389202" y="1558607"/>
                  </a:lnTo>
                  <a:lnTo>
                    <a:pt x="1379689" y="1560220"/>
                  </a:lnTo>
                  <a:lnTo>
                    <a:pt x="1371473" y="1565287"/>
                  </a:lnTo>
                  <a:lnTo>
                    <a:pt x="1365631" y="1573403"/>
                  </a:lnTo>
                  <a:lnTo>
                    <a:pt x="1363408" y="1583105"/>
                  </a:lnTo>
                  <a:lnTo>
                    <a:pt x="1365072" y="1592618"/>
                  </a:lnTo>
                  <a:lnTo>
                    <a:pt x="1370177" y="1600847"/>
                  </a:lnTo>
                  <a:lnTo>
                    <a:pt x="1378331" y="1606677"/>
                  </a:lnTo>
                  <a:lnTo>
                    <a:pt x="1388071" y="1608899"/>
                  </a:lnTo>
                  <a:lnTo>
                    <a:pt x="1397584" y="1607261"/>
                  </a:lnTo>
                  <a:lnTo>
                    <a:pt x="1405775" y="1602181"/>
                  </a:lnTo>
                  <a:lnTo>
                    <a:pt x="1411605" y="1594104"/>
                  </a:lnTo>
                  <a:lnTo>
                    <a:pt x="1413814" y="1584363"/>
                  </a:lnTo>
                  <a:close/>
                </a:path>
                <a:path w="3524250" h="2559685">
                  <a:moveTo>
                    <a:pt x="1420495" y="81534"/>
                  </a:moveTo>
                  <a:lnTo>
                    <a:pt x="1418526" y="71691"/>
                  </a:lnTo>
                  <a:lnTo>
                    <a:pt x="1413167" y="63652"/>
                  </a:lnTo>
                  <a:lnTo>
                    <a:pt x="1405216" y="58204"/>
                  </a:lnTo>
                  <a:lnTo>
                    <a:pt x="1395476" y="56134"/>
                  </a:lnTo>
                  <a:lnTo>
                    <a:pt x="1385620" y="58026"/>
                  </a:lnTo>
                  <a:lnTo>
                    <a:pt x="1377581" y="63360"/>
                  </a:lnTo>
                  <a:lnTo>
                    <a:pt x="1372133" y="71335"/>
                  </a:lnTo>
                  <a:lnTo>
                    <a:pt x="1370076" y="81153"/>
                  </a:lnTo>
                  <a:lnTo>
                    <a:pt x="1372031" y="90932"/>
                  </a:lnTo>
                  <a:lnTo>
                    <a:pt x="1377391" y="98933"/>
                  </a:lnTo>
                  <a:lnTo>
                    <a:pt x="1385341" y="104381"/>
                  </a:lnTo>
                  <a:lnTo>
                    <a:pt x="1395095" y="106426"/>
                  </a:lnTo>
                  <a:lnTo>
                    <a:pt x="1404937" y="104546"/>
                  </a:lnTo>
                  <a:lnTo>
                    <a:pt x="1412976" y="99225"/>
                  </a:lnTo>
                  <a:lnTo>
                    <a:pt x="1418424" y="91287"/>
                  </a:lnTo>
                  <a:lnTo>
                    <a:pt x="1420495" y="81534"/>
                  </a:lnTo>
                  <a:close/>
                </a:path>
                <a:path w="3524250" h="2559685">
                  <a:moveTo>
                    <a:pt x="1443418" y="880211"/>
                  </a:moveTo>
                  <a:lnTo>
                    <a:pt x="1439887" y="871258"/>
                  </a:lnTo>
                  <a:lnTo>
                    <a:pt x="1433258" y="864247"/>
                  </a:lnTo>
                  <a:lnTo>
                    <a:pt x="1424178" y="860171"/>
                  </a:lnTo>
                  <a:lnTo>
                    <a:pt x="1414106" y="859955"/>
                  </a:lnTo>
                  <a:lnTo>
                    <a:pt x="1405153" y="863460"/>
                  </a:lnTo>
                  <a:lnTo>
                    <a:pt x="1398143" y="870089"/>
                  </a:lnTo>
                  <a:lnTo>
                    <a:pt x="1394079" y="879221"/>
                  </a:lnTo>
                  <a:lnTo>
                    <a:pt x="1393850" y="889215"/>
                  </a:lnTo>
                  <a:lnTo>
                    <a:pt x="1397355" y="898169"/>
                  </a:lnTo>
                  <a:lnTo>
                    <a:pt x="1403985" y="905141"/>
                  </a:lnTo>
                  <a:lnTo>
                    <a:pt x="1413129" y="909193"/>
                  </a:lnTo>
                  <a:lnTo>
                    <a:pt x="1423123" y="909421"/>
                  </a:lnTo>
                  <a:lnTo>
                    <a:pt x="1432128" y="905916"/>
                  </a:lnTo>
                  <a:lnTo>
                    <a:pt x="1439138" y="899287"/>
                  </a:lnTo>
                  <a:lnTo>
                    <a:pt x="1443228" y="890143"/>
                  </a:lnTo>
                  <a:lnTo>
                    <a:pt x="1443418" y="880211"/>
                  </a:lnTo>
                  <a:close/>
                </a:path>
                <a:path w="3524250" h="2559685">
                  <a:moveTo>
                    <a:pt x="1505521" y="1625638"/>
                  </a:moveTo>
                  <a:lnTo>
                    <a:pt x="1503908" y="1616125"/>
                  </a:lnTo>
                  <a:lnTo>
                    <a:pt x="1498841" y="1607934"/>
                  </a:lnTo>
                  <a:lnTo>
                    <a:pt x="1490726" y="1602105"/>
                  </a:lnTo>
                  <a:lnTo>
                    <a:pt x="1480972" y="1599882"/>
                  </a:lnTo>
                  <a:lnTo>
                    <a:pt x="1471460" y="1601495"/>
                  </a:lnTo>
                  <a:lnTo>
                    <a:pt x="1463268" y="1606562"/>
                  </a:lnTo>
                  <a:lnTo>
                    <a:pt x="1457452" y="1614678"/>
                  </a:lnTo>
                  <a:lnTo>
                    <a:pt x="1455216" y="1624431"/>
                  </a:lnTo>
                  <a:lnTo>
                    <a:pt x="1456829" y="1633943"/>
                  </a:lnTo>
                  <a:lnTo>
                    <a:pt x="1461897" y="1642135"/>
                  </a:lnTo>
                  <a:lnTo>
                    <a:pt x="1470025" y="1647952"/>
                  </a:lnTo>
                  <a:lnTo>
                    <a:pt x="1479765" y="1650187"/>
                  </a:lnTo>
                  <a:lnTo>
                    <a:pt x="1489278" y="1648574"/>
                  </a:lnTo>
                  <a:lnTo>
                    <a:pt x="1497469" y="1643507"/>
                  </a:lnTo>
                  <a:lnTo>
                    <a:pt x="1503299" y="1635379"/>
                  </a:lnTo>
                  <a:lnTo>
                    <a:pt x="1505521" y="1625638"/>
                  </a:lnTo>
                  <a:close/>
                </a:path>
                <a:path w="3524250" h="2559685">
                  <a:moveTo>
                    <a:pt x="1521079" y="82169"/>
                  </a:moveTo>
                  <a:lnTo>
                    <a:pt x="1519186" y="72402"/>
                  </a:lnTo>
                  <a:lnTo>
                    <a:pt x="1513852" y="64389"/>
                  </a:lnTo>
                  <a:lnTo>
                    <a:pt x="1505877" y="58953"/>
                  </a:lnTo>
                  <a:lnTo>
                    <a:pt x="1496060" y="56896"/>
                  </a:lnTo>
                  <a:lnTo>
                    <a:pt x="1486268" y="58788"/>
                  </a:lnTo>
                  <a:lnTo>
                    <a:pt x="1478229" y="64109"/>
                  </a:lnTo>
                  <a:lnTo>
                    <a:pt x="1472780" y="72047"/>
                  </a:lnTo>
                  <a:lnTo>
                    <a:pt x="1470787" y="81788"/>
                  </a:lnTo>
                  <a:lnTo>
                    <a:pt x="1472666" y="91643"/>
                  </a:lnTo>
                  <a:lnTo>
                    <a:pt x="1477987" y="99682"/>
                  </a:lnTo>
                  <a:lnTo>
                    <a:pt x="1485925" y="105130"/>
                  </a:lnTo>
                  <a:lnTo>
                    <a:pt x="1495679" y="107188"/>
                  </a:lnTo>
                  <a:lnTo>
                    <a:pt x="1495806" y="107188"/>
                  </a:lnTo>
                  <a:lnTo>
                    <a:pt x="1505572" y="105232"/>
                  </a:lnTo>
                  <a:lnTo>
                    <a:pt x="1513586" y="99872"/>
                  </a:lnTo>
                  <a:lnTo>
                    <a:pt x="1519021" y="91922"/>
                  </a:lnTo>
                  <a:lnTo>
                    <a:pt x="1521079" y="82169"/>
                  </a:lnTo>
                  <a:close/>
                </a:path>
                <a:path w="3524250" h="2559685">
                  <a:moveTo>
                    <a:pt x="1541614" y="902119"/>
                  </a:moveTo>
                  <a:lnTo>
                    <a:pt x="1538109" y="893127"/>
                  </a:lnTo>
                  <a:lnTo>
                    <a:pt x="1531480" y="886155"/>
                  </a:lnTo>
                  <a:lnTo>
                    <a:pt x="1522349" y="882142"/>
                  </a:lnTo>
                  <a:lnTo>
                    <a:pt x="1512341" y="881926"/>
                  </a:lnTo>
                  <a:lnTo>
                    <a:pt x="1503337" y="885431"/>
                  </a:lnTo>
                  <a:lnTo>
                    <a:pt x="1496326" y="892060"/>
                  </a:lnTo>
                  <a:lnTo>
                    <a:pt x="1492250" y="901192"/>
                  </a:lnTo>
                  <a:lnTo>
                    <a:pt x="1492046" y="911136"/>
                  </a:lnTo>
                  <a:lnTo>
                    <a:pt x="1495577" y="920089"/>
                  </a:lnTo>
                  <a:lnTo>
                    <a:pt x="1502206" y="927100"/>
                  </a:lnTo>
                  <a:lnTo>
                    <a:pt x="1511300" y="931164"/>
                  </a:lnTo>
                  <a:lnTo>
                    <a:pt x="1521409" y="931392"/>
                  </a:lnTo>
                  <a:lnTo>
                    <a:pt x="1530362" y="927887"/>
                  </a:lnTo>
                  <a:lnTo>
                    <a:pt x="1537335" y="921258"/>
                  </a:lnTo>
                  <a:lnTo>
                    <a:pt x="1541399" y="912114"/>
                  </a:lnTo>
                  <a:lnTo>
                    <a:pt x="1541614" y="902119"/>
                  </a:lnTo>
                  <a:close/>
                </a:path>
                <a:path w="3524250" h="2559685">
                  <a:moveTo>
                    <a:pt x="1597329" y="1666963"/>
                  </a:moveTo>
                  <a:lnTo>
                    <a:pt x="1595691" y="1657451"/>
                  </a:lnTo>
                  <a:lnTo>
                    <a:pt x="1590611" y="1649222"/>
                  </a:lnTo>
                  <a:lnTo>
                    <a:pt x="1582547" y="1643380"/>
                  </a:lnTo>
                  <a:lnTo>
                    <a:pt x="1582420" y="1643380"/>
                  </a:lnTo>
                  <a:lnTo>
                    <a:pt x="1572717" y="1641170"/>
                  </a:lnTo>
                  <a:lnTo>
                    <a:pt x="1563204" y="1642808"/>
                  </a:lnTo>
                  <a:lnTo>
                    <a:pt x="1554988" y="1647888"/>
                  </a:lnTo>
                  <a:lnTo>
                    <a:pt x="1549146" y="1655953"/>
                  </a:lnTo>
                  <a:lnTo>
                    <a:pt x="1546987" y="1665706"/>
                  </a:lnTo>
                  <a:lnTo>
                    <a:pt x="1548638" y="1675218"/>
                  </a:lnTo>
                  <a:lnTo>
                    <a:pt x="1553718" y="1683410"/>
                  </a:lnTo>
                  <a:lnTo>
                    <a:pt x="1561846" y="1689227"/>
                  </a:lnTo>
                  <a:lnTo>
                    <a:pt x="1561846" y="1689354"/>
                  </a:lnTo>
                  <a:lnTo>
                    <a:pt x="1571586" y="1691513"/>
                  </a:lnTo>
                  <a:lnTo>
                    <a:pt x="1581099" y="1689862"/>
                  </a:lnTo>
                  <a:lnTo>
                    <a:pt x="1589290" y="1684782"/>
                  </a:lnTo>
                  <a:lnTo>
                    <a:pt x="1595120" y="1676654"/>
                  </a:lnTo>
                  <a:lnTo>
                    <a:pt x="1597329" y="1666963"/>
                  </a:lnTo>
                  <a:close/>
                </a:path>
                <a:path w="3524250" h="2559685">
                  <a:moveTo>
                    <a:pt x="1621663" y="82931"/>
                  </a:moveTo>
                  <a:lnTo>
                    <a:pt x="1619770" y="73088"/>
                  </a:lnTo>
                  <a:lnTo>
                    <a:pt x="1614449" y="65049"/>
                  </a:lnTo>
                  <a:lnTo>
                    <a:pt x="1606511" y="59601"/>
                  </a:lnTo>
                  <a:lnTo>
                    <a:pt x="1596771" y="57531"/>
                  </a:lnTo>
                  <a:lnTo>
                    <a:pt x="1596644" y="57531"/>
                  </a:lnTo>
                  <a:lnTo>
                    <a:pt x="1586865" y="59499"/>
                  </a:lnTo>
                  <a:lnTo>
                    <a:pt x="1578864" y="64858"/>
                  </a:lnTo>
                  <a:lnTo>
                    <a:pt x="1573415" y="72809"/>
                  </a:lnTo>
                  <a:lnTo>
                    <a:pt x="1571371" y="82550"/>
                  </a:lnTo>
                  <a:lnTo>
                    <a:pt x="1573250" y="92341"/>
                  </a:lnTo>
                  <a:lnTo>
                    <a:pt x="1578584" y="100380"/>
                  </a:lnTo>
                  <a:lnTo>
                    <a:pt x="1586560" y="105829"/>
                  </a:lnTo>
                  <a:lnTo>
                    <a:pt x="1596390" y="107823"/>
                  </a:lnTo>
                  <a:lnTo>
                    <a:pt x="1606169" y="105943"/>
                  </a:lnTo>
                  <a:lnTo>
                    <a:pt x="1614208" y="100622"/>
                  </a:lnTo>
                  <a:lnTo>
                    <a:pt x="1619656" y="92684"/>
                  </a:lnTo>
                  <a:lnTo>
                    <a:pt x="1621663" y="82931"/>
                  </a:lnTo>
                  <a:close/>
                </a:path>
                <a:path w="3524250" h="2559685">
                  <a:moveTo>
                    <a:pt x="1639836" y="924090"/>
                  </a:moveTo>
                  <a:lnTo>
                    <a:pt x="1636293" y="915085"/>
                  </a:lnTo>
                  <a:lnTo>
                    <a:pt x="1629651" y="908075"/>
                  </a:lnTo>
                  <a:lnTo>
                    <a:pt x="1620520" y="903986"/>
                  </a:lnTo>
                  <a:lnTo>
                    <a:pt x="1610512" y="903795"/>
                  </a:lnTo>
                  <a:lnTo>
                    <a:pt x="1601533" y="907326"/>
                  </a:lnTo>
                  <a:lnTo>
                    <a:pt x="1594548" y="913955"/>
                  </a:lnTo>
                  <a:lnTo>
                    <a:pt x="1590548" y="923036"/>
                  </a:lnTo>
                  <a:lnTo>
                    <a:pt x="1590319" y="933043"/>
                  </a:lnTo>
                  <a:lnTo>
                    <a:pt x="1593824" y="942047"/>
                  </a:lnTo>
                  <a:lnTo>
                    <a:pt x="1600454" y="949058"/>
                  </a:lnTo>
                  <a:lnTo>
                    <a:pt x="1609598" y="953135"/>
                  </a:lnTo>
                  <a:lnTo>
                    <a:pt x="1619592" y="953338"/>
                  </a:lnTo>
                  <a:lnTo>
                    <a:pt x="1628597" y="949807"/>
                  </a:lnTo>
                  <a:lnTo>
                    <a:pt x="1635607" y="943178"/>
                  </a:lnTo>
                  <a:lnTo>
                    <a:pt x="1639697" y="934085"/>
                  </a:lnTo>
                  <a:lnTo>
                    <a:pt x="1639836" y="924090"/>
                  </a:lnTo>
                  <a:close/>
                </a:path>
                <a:path w="3524250" h="2559685">
                  <a:moveTo>
                    <a:pt x="1689036" y="1708315"/>
                  </a:moveTo>
                  <a:lnTo>
                    <a:pt x="1687423" y="1698802"/>
                  </a:lnTo>
                  <a:lnTo>
                    <a:pt x="1682356" y="1690611"/>
                  </a:lnTo>
                  <a:lnTo>
                    <a:pt x="1674241" y="1684782"/>
                  </a:lnTo>
                  <a:lnTo>
                    <a:pt x="1664487" y="1682559"/>
                  </a:lnTo>
                  <a:lnTo>
                    <a:pt x="1654975" y="1684172"/>
                  </a:lnTo>
                  <a:lnTo>
                    <a:pt x="1646783" y="1689239"/>
                  </a:lnTo>
                  <a:lnTo>
                    <a:pt x="1640967" y="1697355"/>
                  </a:lnTo>
                  <a:lnTo>
                    <a:pt x="1638731" y="1707108"/>
                  </a:lnTo>
                  <a:lnTo>
                    <a:pt x="1640344" y="1716620"/>
                  </a:lnTo>
                  <a:lnTo>
                    <a:pt x="1645412" y="1724812"/>
                  </a:lnTo>
                  <a:lnTo>
                    <a:pt x="1653540" y="1730629"/>
                  </a:lnTo>
                  <a:lnTo>
                    <a:pt x="1663280" y="1732851"/>
                  </a:lnTo>
                  <a:lnTo>
                    <a:pt x="1672793" y="1731200"/>
                  </a:lnTo>
                  <a:lnTo>
                    <a:pt x="1680984" y="1726133"/>
                  </a:lnTo>
                  <a:lnTo>
                    <a:pt x="1686814" y="1718056"/>
                  </a:lnTo>
                  <a:lnTo>
                    <a:pt x="1689036" y="1708315"/>
                  </a:lnTo>
                  <a:close/>
                </a:path>
                <a:path w="3524250" h="2559685">
                  <a:moveTo>
                    <a:pt x="1722374" y="83566"/>
                  </a:moveTo>
                  <a:lnTo>
                    <a:pt x="1720481" y="73799"/>
                  </a:lnTo>
                  <a:lnTo>
                    <a:pt x="1715147" y="65786"/>
                  </a:lnTo>
                  <a:lnTo>
                    <a:pt x="1707172" y="60350"/>
                  </a:lnTo>
                  <a:lnTo>
                    <a:pt x="1697355" y="58293"/>
                  </a:lnTo>
                  <a:lnTo>
                    <a:pt x="1687563" y="60185"/>
                  </a:lnTo>
                  <a:lnTo>
                    <a:pt x="1679511" y="65506"/>
                  </a:lnTo>
                  <a:lnTo>
                    <a:pt x="1674025" y="73444"/>
                  </a:lnTo>
                  <a:lnTo>
                    <a:pt x="1671955" y="83185"/>
                  </a:lnTo>
                  <a:lnTo>
                    <a:pt x="1673910" y="93040"/>
                  </a:lnTo>
                  <a:lnTo>
                    <a:pt x="1679270" y="101079"/>
                  </a:lnTo>
                  <a:lnTo>
                    <a:pt x="1687220" y="106527"/>
                  </a:lnTo>
                  <a:lnTo>
                    <a:pt x="1696974" y="108585"/>
                  </a:lnTo>
                  <a:lnTo>
                    <a:pt x="1706816" y="106705"/>
                  </a:lnTo>
                  <a:lnTo>
                    <a:pt x="1714855" y="101371"/>
                  </a:lnTo>
                  <a:lnTo>
                    <a:pt x="1720303" y="93395"/>
                  </a:lnTo>
                  <a:lnTo>
                    <a:pt x="1722374" y="83566"/>
                  </a:lnTo>
                  <a:close/>
                </a:path>
                <a:path w="3524250" h="2559685">
                  <a:moveTo>
                    <a:pt x="1738058" y="945997"/>
                  </a:moveTo>
                  <a:lnTo>
                    <a:pt x="1734527" y="937044"/>
                  </a:lnTo>
                  <a:lnTo>
                    <a:pt x="1727898" y="930033"/>
                  </a:lnTo>
                  <a:lnTo>
                    <a:pt x="1718818" y="925957"/>
                  </a:lnTo>
                  <a:lnTo>
                    <a:pt x="1708746" y="925741"/>
                  </a:lnTo>
                  <a:lnTo>
                    <a:pt x="1699793" y="929246"/>
                  </a:lnTo>
                  <a:lnTo>
                    <a:pt x="1692783" y="935875"/>
                  </a:lnTo>
                  <a:lnTo>
                    <a:pt x="1688719" y="945007"/>
                  </a:lnTo>
                  <a:lnTo>
                    <a:pt x="1688490" y="955014"/>
                  </a:lnTo>
                  <a:lnTo>
                    <a:pt x="1691995" y="963993"/>
                  </a:lnTo>
                  <a:lnTo>
                    <a:pt x="1698625" y="970978"/>
                  </a:lnTo>
                  <a:lnTo>
                    <a:pt x="1707769" y="974979"/>
                  </a:lnTo>
                  <a:lnTo>
                    <a:pt x="1707769" y="975106"/>
                  </a:lnTo>
                  <a:lnTo>
                    <a:pt x="1717763" y="975258"/>
                  </a:lnTo>
                  <a:lnTo>
                    <a:pt x="1726768" y="971715"/>
                  </a:lnTo>
                  <a:lnTo>
                    <a:pt x="1733778" y="965073"/>
                  </a:lnTo>
                  <a:lnTo>
                    <a:pt x="1737868" y="955929"/>
                  </a:lnTo>
                  <a:lnTo>
                    <a:pt x="1738058" y="945997"/>
                  </a:lnTo>
                  <a:close/>
                </a:path>
                <a:path w="3524250" h="2559685">
                  <a:moveTo>
                    <a:pt x="1780844" y="1749590"/>
                  </a:moveTo>
                  <a:lnTo>
                    <a:pt x="1779206" y="1740077"/>
                  </a:lnTo>
                  <a:lnTo>
                    <a:pt x="1774126" y="1731886"/>
                  </a:lnTo>
                  <a:lnTo>
                    <a:pt x="1766062" y="1726057"/>
                  </a:lnTo>
                  <a:lnTo>
                    <a:pt x="1765935" y="1726057"/>
                  </a:lnTo>
                  <a:lnTo>
                    <a:pt x="1756232" y="1723847"/>
                  </a:lnTo>
                  <a:lnTo>
                    <a:pt x="1746719" y="1725485"/>
                  </a:lnTo>
                  <a:lnTo>
                    <a:pt x="1738503" y="1730565"/>
                  </a:lnTo>
                  <a:lnTo>
                    <a:pt x="1732661" y="1738630"/>
                  </a:lnTo>
                  <a:lnTo>
                    <a:pt x="1730502" y="1748383"/>
                  </a:lnTo>
                  <a:lnTo>
                    <a:pt x="1732153" y="1757895"/>
                  </a:lnTo>
                  <a:lnTo>
                    <a:pt x="1737233" y="1766087"/>
                  </a:lnTo>
                  <a:lnTo>
                    <a:pt x="1745361" y="1771904"/>
                  </a:lnTo>
                  <a:lnTo>
                    <a:pt x="1755101" y="1774139"/>
                  </a:lnTo>
                  <a:lnTo>
                    <a:pt x="1764614" y="1772526"/>
                  </a:lnTo>
                  <a:lnTo>
                    <a:pt x="1772805" y="1767459"/>
                  </a:lnTo>
                  <a:lnTo>
                    <a:pt x="1778635" y="1759331"/>
                  </a:lnTo>
                  <a:lnTo>
                    <a:pt x="1780844" y="1749590"/>
                  </a:lnTo>
                  <a:close/>
                </a:path>
                <a:path w="3524250" h="2559685">
                  <a:moveTo>
                    <a:pt x="1822958" y="84328"/>
                  </a:moveTo>
                  <a:lnTo>
                    <a:pt x="1821065" y="74485"/>
                  </a:lnTo>
                  <a:lnTo>
                    <a:pt x="1815744" y="66446"/>
                  </a:lnTo>
                  <a:lnTo>
                    <a:pt x="1807806" y="60998"/>
                  </a:lnTo>
                  <a:lnTo>
                    <a:pt x="1798066" y="58928"/>
                  </a:lnTo>
                  <a:lnTo>
                    <a:pt x="1797939" y="58928"/>
                  </a:lnTo>
                  <a:lnTo>
                    <a:pt x="1788160" y="60896"/>
                  </a:lnTo>
                  <a:lnTo>
                    <a:pt x="1780159" y="66255"/>
                  </a:lnTo>
                  <a:lnTo>
                    <a:pt x="1774710" y="74206"/>
                  </a:lnTo>
                  <a:lnTo>
                    <a:pt x="1772666" y="83947"/>
                  </a:lnTo>
                  <a:lnTo>
                    <a:pt x="1774545" y="93738"/>
                  </a:lnTo>
                  <a:lnTo>
                    <a:pt x="1779866" y="101777"/>
                  </a:lnTo>
                  <a:lnTo>
                    <a:pt x="1787804" y="107226"/>
                  </a:lnTo>
                  <a:lnTo>
                    <a:pt x="1797558" y="109220"/>
                  </a:lnTo>
                  <a:lnTo>
                    <a:pt x="1797685" y="109220"/>
                  </a:lnTo>
                  <a:lnTo>
                    <a:pt x="1807451" y="107340"/>
                  </a:lnTo>
                  <a:lnTo>
                    <a:pt x="1815452" y="102019"/>
                  </a:lnTo>
                  <a:lnTo>
                    <a:pt x="1820900" y="94081"/>
                  </a:lnTo>
                  <a:lnTo>
                    <a:pt x="1822958" y="84328"/>
                  </a:lnTo>
                  <a:close/>
                </a:path>
                <a:path w="3524250" h="2559685">
                  <a:moveTo>
                    <a:pt x="1836254" y="967917"/>
                  </a:moveTo>
                  <a:lnTo>
                    <a:pt x="1832749" y="958964"/>
                  </a:lnTo>
                  <a:lnTo>
                    <a:pt x="1826120" y="951992"/>
                  </a:lnTo>
                  <a:lnTo>
                    <a:pt x="1816989" y="947928"/>
                  </a:lnTo>
                  <a:lnTo>
                    <a:pt x="1806981" y="947712"/>
                  </a:lnTo>
                  <a:lnTo>
                    <a:pt x="1797977" y="951217"/>
                  </a:lnTo>
                  <a:lnTo>
                    <a:pt x="1790966" y="957846"/>
                  </a:lnTo>
                  <a:lnTo>
                    <a:pt x="1786890" y="966978"/>
                  </a:lnTo>
                  <a:lnTo>
                    <a:pt x="1786686" y="976972"/>
                  </a:lnTo>
                  <a:lnTo>
                    <a:pt x="1790217" y="985926"/>
                  </a:lnTo>
                  <a:lnTo>
                    <a:pt x="1796846" y="992898"/>
                  </a:lnTo>
                  <a:lnTo>
                    <a:pt x="1805940" y="996950"/>
                  </a:lnTo>
                  <a:lnTo>
                    <a:pt x="1816049" y="997178"/>
                  </a:lnTo>
                  <a:lnTo>
                    <a:pt x="1825002" y="993673"/>
                  </a:lnTo>
                  <a:lnTo>
                    <a:pt x="1831975" y="987044"/>
                  </a:lnTo>
                  <a:lnTo>
                    <a:pt x="1836039" y="977900"/>
                  </a:lnTo>
                  <a:lnTo>
                    <a:pt x="1836254" y="967917"/>
                  </a:lnTo>
                  <a:close/>
                </a:path>
                <a:path w="3524250" h="2559685">
                  <a:moveTo>
                    <a:pt x="1872551" y="1790992"/>
                  </a:moveTo>
                  <a:lnTo>
                    <a:pt x="1870938" y="1781479"/>
                  </a:lnTo>
                  <a:lnTo>
                    <a:pt x="1865871" y="1773288"/>
                  </a:lnTo>
                  <a:lnTo>
                    <a:pt x="1857756" y="1767459"/>
                  </a:lnTo>
                  <a:lnTo>
                    <a:pt x="1857756" y="1767332"/>
                  </a:lnTo>
                  <a:lnTo>
                    <a:pt x="1848002" y="1765185"/>
                  </a:lnTo>
                  <a:lnTo>
                    <a:pt x="1838490" y="1766836"/>
                  </a:lnTo>
                  <a:lnTo>
                    <a:pt x="1830298" y="1771916"/>
                  </a:lnTo>
                  <a:lnTo>
                    <a:pt x="1824482" y="1780032"/>
                  </a:lnTo>
                  <a:lnTo>
                    <a:pt x="1822246" y="1789734"/>
                  </a:lnTo>
                  <a:lnTo>
                    <a:pt x="1823859" y="1799234"/>
                  </a:lnTo>
                  <a:lnTo>
                    <a:pt x="1828927" y="1807413"/>
                  </a:lnTo>
                  <a:lnTo>
                    <a:pt x="1837055" y="1813179"/>
                  </a:lnTo>
                  <a:lnTo>
                    <a:pt x="1837055" y="1813306"/>
                  </a:lnTo>
                  <a:lnTo>
                    <a:pt x="1846795" y="1815528"/>
                  </a:lnTo>
                  <a:lnTo>
                    <a:pt x="1856308" y="1813877"/>
                  </a:lnTo>
                  <a:lnTo>
                    <a:pt x="1864499" y="1808810"/>
                  </a:lnTo>
                  <a:lnTo>
                    <a:pt x="1870329" y="1800733"/>
                  </a:lnTo>
                  <a:lnTo>
                    <a:pt x="1872551" y="1790992"/>
                  </a:lnTo>
                  <a:close/>
                </a:path>
                <a:path w="3524250" h="2559685">
                  <a:moveTo>
                    <a:pt x="1923669" y="84963"/>
                  </a:moveTo>
                  <a:lnTo>
                    <a:pt x="1921700" y="75196"/>
                  </a:lnTo>
                  <a:lnTo>
                    <a:pt x="1916341" y="67195"/>
                  </a:lnTo>
                  <a:lnTo>
                    <a:pt x="1908390" y="61747"/>
                  </a:lnTo>
                  <a:lnTo>
                    <a:pt x="1898650" y="59690"/>
                  </a:lnTo>
                  <a:lnTo>
                    <a:pt x="1888794" y="61582"/>
                  </a:lnTo>
                  <a:lnTo>
                    <a:pt x="1880755" y="66916"/>
                  </a:lnTo>
                  <a:lnTo>
                    <a:pt x="1875307" y="74891"/>
                  </a:lnTo>
                  <a:lnTo>
                    <a:pt x="1873250" y="84709"/>
                  </a:lnTo>
                  <a:lnTo>
                    <a:pt x="1875129" y="94488"/>
                  </a:lnTo>
                  <a:lnTo>
                    <a:pt x="1880463" y="102489"/>
                  </a:lnTo>
                  <a:lnTo>
                    <a:pt x="1888439" y="107937"/>
                  </a:lnTo>
                  <a:lnTo>
                    <a:pt x="1898269" y="109982"/>
                  </a:lnTo>
                  <a:lnTo>
                    <a:pt x="1908111" y="108102"/>
                  </a:lnTo>
                  <a:lnTo>
                    <a:pt x="1916150" y="102768"/>
                  </a:lnTo>
                  <a:lnTo>
                    <a:pt x="1921598" y="94792"/>
                  </a:lnTo>
                  <a:lnTo>
                    <a:pt x="1923669" y="84963"/>
                  </a:lnTo>
                  <a:close/>
                </a:path>
                <a:path w="3524250" h="2559685">
                  <a:moveTo>
                    <a:pt x="1934476" y="989876"/>
                  </a:moveTo>
                  <a:lnTo>
                    <a:pt x="1930933" y="980884"/>
                  </a:lnTo>
                  <a:lnTo>
                    <a:pt x="1924291" y="973912"/>
                  </a:lnTo>
                  <a:lnTo>
                    <a:pt x="1915160" y="969899"/>
                  </a:lnTo>
                  <a:lnTo>
                    <a:pt x="1905165" y="969683"/>
                  </a:lnTo>
                  <a:lnTo>
                    <a:pt x="1896211" y="973188"/>
                  </a:lnTo>
                  <a:lnTo>
                    <a:pt x="1889239" y="979817"/>
                  </a:lnTo>
                  <a:lnTo>
                    <a:pt x="1885188" y="988949"/>
                  </a:lnTo>
                  <a:lnTo>
                    <a:pt x="1884959" y="998893"/>
                  </a:lnTo>
                  <a:lnTo>
                    <a:pt x="1888464" y="1007846"/>
                  </a:lnTo>
                  <a:lnTo>
                    <a:pt x="1895094" y="1014857"/>
                  </a:lnTo>
                  <a:lnTo>
                    <a:pt x="1904238" y="1018921"/>
                  </a:lnTo>
                  <a:lnTo>
                    <a:pt x="1914232" y="1019149"/>
                  </a:lnTo>
                  <a:lnTo>
                    <a:pt x="1923237" y="1015644"/>
                  </a:lnTo>
                  <a:lnTo>
                    <a:pt x="1930247" y="1009015"/>
                  </a:lnTo>
                  <a:lnTo>
                    <a:pt x="1934337" y="999871"/>
                  </a:lnTo>
                  <a:lnTo>
                    <a:pt x="1934476" y="989876"/>
                  </a:lnTo>
                  <a:close/>
                </a:path>
                <a:path w="3524250" h="2559685">
                  <a:moveTo>
                    <a:pt x="1964359" y="1832267"/>
                  </a:moveTo>
                  <a:lnTo>
                    <a:pt x="1962721" y="1822754"/>
                  </a:lnTo>
                  <a:lnTo>
                    <a:pt x="1957641" y="1814563"/>
                  </a:lnTo>
                  <a:lnTo>
                    <a:pt x="1949577" y="1808734"/>
                  </a:lnTo>
                  <a:lnTo>
                    <a:pt x="1949450" y="1808734"/>
                  </a:lnTo>
                  <a:lnTo>
                    <a:pt x="1939747" y="1806511"/>
                  </a:lnTo>
                  <a:lnTo>
                    <a:pt x="1930234" y="1808124"/>
                  </a:lnTo>
                  <a:lnTo>
                    <a:pt x="1922018" y="1813191"/>
                  </a:lnTo>
                  <a:lnTo>
                    <a:pt x="1916176" y="1821307"/>
                  </a:lnTo>
                  <a:lnTo>
                    <a:pt x="1914017" y="1831060"/>
                  </a:lnTo>
                  <a:lnTo>
                    <a:pt x="1915668" y="1840572"/>
                  </a:lnTo>
                  <a:lnTo>
                    <a:pt x="1920748" y="1848764"/>
                  </a:lnTo>
                  <a:lnTo>
                    <a:pt x="1928876" y="1854581"/>
                  </a:lnTo>
                  <a:lnTo>
                    <a:pt x="1938616" y="1856816"/>
                  </a:lnTo>
                  <a:lnTo>
                    <a:pt x="1948129" y="1855203"/>
                  </a:lnTo>
                  <a:lnTo>
                    <a:pt x="1956320" y="1850136"/>
                  </a:lnTo>
                  <a:lnTo>
                    <a:pt x="1962150" y="1842008"/>
                  </a:lnTo>
                  <a:lnTo>
                    <a:pt x="1964359" y="1832267"/>
                  </a:lnTo>
                  <a:close/>
                </a:path>
                <a:path w="3524250" h="2559685">
                  <a:moveTo>
                    <a:pt x="2024253" y="85725"/>
                  </a:moveTo>
                  <a:lnTo>
                    <a:pt x="2022360" y="75946"/>
                  </a:lnTo>
                  <a:lnTo>
                    <a:pt x="2017026" y="67906"/>
                  </a:lnTo>
                  <a:lnTo>
                    <a:pt x="2009051" y="62458"/>
                  </a:lnTo>
                  <a:lnTo>
                    <a:pt x="1999234" y="60452"/>
                  </a:lnTo>
                  <a:lnTo>
                    <a:pt x="1989442" y="62344"/>
                  </a:lnTo>
                  <a:lnTo>
                    <a:pt x="1981403" y="67665"/>
                  </a:lnTo>
                  <a:lnTo>
                    <a:pt x="1975954" y="75603"/>
                  </a:lnTo>
                  <a:lnTo>
                    <a:pt x="1973961" y="85344"/>
                  </a:lnTo>
                  <a:lnTo>
                    <a:pt x="1975840" y="95135"/>
                  </a:lnTo>
                  <a:lnTo>
                    <a:pt x="1981161" y="103187"/>
                  </a:lnTo>
                  <a:lnTo>
                    <a:pt x="1989099" y="108673"/>
                  </a:lnTo>
                  <a:lnTo>
                    <a:pt x="1998853" y="110744"/>
                  </a:lnTo>
                  <a:lnTo>
                    <a:pt x="1998980" y="110744"/>
                  </a:lnTo>
                  <a:lnTo>
                    <a:pt x="2008746" y="108788"/>
                  </a:lnTo>
                  <a:lnTo>
                    <a:pt x="2016760" y="103428"/>
                  </a:lnTo>
                  <a:lnTo>
                    <a:pt x="2022195" y="95478"/>
                  </a:lnTo>
                  <a:lnTo>
                    <a:pt x="2024253" y="85725"/>
                  </a:lnTo>
                  <a:close/>
                </a:path>
                <a:path w="3524250" h="2559685">
                  <a:moveTo>
                    <a:pt x="2032698" y="1011847"/>
                  </a:moveTo>
                  <a:lnTo>
                    <a:pt x="2029167" y="1002842"/>
                  </a:lnTo>
                  <a:lnTo>
                    <a:pt x="2022538" y="995832"/>
                  </a:lnTo>
                  <a:lnTo>
                    <a:pt x="2013458" y="991743"/>
                  </a:lnTo>
                  <a:lnTo>
                    <a:pt x="2003386" y="991552"/>
                  </a:lnTo>
                  <a:lnTo>
                    <a:pt x="1994433" y="995083"/>
                  </a:lnTo>
                  <a:lnTo>
                    <a:pt x="1987423" y="1001712"/>
                  </a:lnTo>
                  <a:lnTo>
                    <a:pt x="1983359" y="1010793"/>
                  </a:lnTo>
                  <a:lnTo>
                    <a:pt x="1983130" y="1020800"/>
                  </a:lnTo>
                  <a:lnTo>
                    <a:pt x="1986635" y="1029804"/>
                  </a:lnTo>
                  <a:lnTo>
                    <a:pt x="1993265" y="1036815"/>
                  </a:lnTo>
                  <a:lnTo>
                    <a:pt x="2002409" y="1040892"/>
                  </a:lnTo>
                  <a:lnTo>
                    <a:pt x="2012403" y="1041095"/>
                  </a:lnTo>
                  <a:lnTo>
                    <a:pt x="2021408" y="1037564"/>
                  </a:lnTo>
                  <a:lnTo>
                    <a:pt x="2028418" y="1030935"/>
                  </a:lnTo>
                  <a:lnTo>
                    <a:pt x="2032508" y="1021842"/>
                  </a:lnTo>
                  <a:lnTo>
                    <a:pt x="2032698" y="1011847"/>
                  </a:lnTo>
                  <a:close/>
                </a:path>
                <a:path w="3524250" h="2559685">
                  <a:moveTo>
                    <a:pt x="2056066" y="1873592"/>
                  </a:moveTo>
                  <a:lnTo>
                    <a:pt x="2054453" y="1864080"/>
                  </a:lnTo>
                  <a:lnTo>
                    <a:pt x="2049386" y="1855851"/>
                  </a:lnTo>
                  <a:lnTo>
                    <a:pt x="2041271" y="1850009"/>
                  </a:lnTo>
                  <a:lnTo>
                    <a:pt x="2031517" y="1847799"/>
                  </a:lnTo>
                  <a:lnTo>
                    <a:pt x="2022005" y="1849437"/>
                  </a:lnTo>
                  <a:lnTo>
                    <a:pt x="2013813" y="1854517"/>
                  </a:lnTo>
                  <a:lnTo>
                    <a:pt x="2007997" y="1862582"/>
                  </a:lnTo>
                  <a:lnTo>
                    <a:pt x="2005761" y="1872335"/>
                  </a:lnTo>
                  <a:lnTo>
                    <a:pt x="2007374" y="1881847"/>
                  </a:lnTo>
                  <a:lnTo>
                    <a:pt x="2012442" y="1890039"/>
                  </a:lnTo>
                  <a:lnTo>
                    <a:pt x="2020570" y="1895856"/>
                  </a:lnTo>
                  <a:lnTo>
                    <a:pt x="2030310" y="1898091"/>
                  </a:lnTo>
                  <a:lnTo>
                    <a:pt x="2039823" y="1896478"/>
                  </a:lnTo>
                  <a:lnTo>
                    <a:pt x="2048014" y="1891411"/>
                  </a:lnTo>
                  <a:lnTo>
                    <a:pt x="2053844" y="1883283"/>
                  </a:lnTo>
                  <a:lnTo>
                    <a:pt x="2056066" y="1873592"/>
                  </a:lnTo>
                  <a:close/>
                </a:path>
                <a:path w="3524250" h="2559685">
                  <a:moveTo>
                    <a:pt x="2124837" y="86360"/>
                  </a:moveTo>
                  <a:lnTo>
                    <a:pt x="2122944" y="76593"/>
                  </a:lnTo>
                  <a:lnTo>
                    <a:pt x="2117623" y="68592"/>
                  </a:lnTo>
                  <a:lnTo>
                    <a:pt x="2109686" y="63144"/>
                  </a:lnTo>
                  <a:lnTo>
                    <a:pt x="2099945" y="61087"/>
                  </a:lnTo>
                  <a:lnTo>
                    <a:pt x="2099818" y="61087"/>
                  </a:lnTo>
                  <a:lnTo>
                    <a:pt x="2090039" y="62979"/>
                  </a:lnTo>
                  <a:lnTo>
                    <a:pt x="2082038" y="68313"/>
                  </a:lnTo>
                  <a:lnTo>
                    <a:pt x="2076589" y="76288"/>
                  </a:lnTo>
                  <a:lnTo>
                    <a:pt x="2074545" y="86106"/>
                  </a:lnTo>
                  <a:lnTo>
                    <a:pt x="2076424" y="95885"/>
                  </a:lnTo>
                  <a:lnTo>
                    <a:pt x="2081758" y="103886"/>
                  </a:lnTo>
                  <a:lnTo>
                    <a:pt x="2089734" y="109334"/>
                  </a:lnTo>
                  <a:lnTo>
                    <a:pt x="2099564" y="111379"/>
                  </a:lnTo>
                  <a:lnTo>
                    <a:pt x="2109343" y="109499"/>
                  </a:lnTo>
                  <a:lnTo>
                    <a:pt x="2117382" y="104165"/>
                  </a:lnTo>
                  <a:lnTo>
                    <a:pt x="2122830" y="96189"/>
                  </a:lnTo>
                  <a:lnTo>
                    <a:pt x="2124837" y="86360"/>
                  </a:lnTo>
                  <a:close/>
                </a:path>
                <a:path w="3524250" h="2559685">
                  <a:moveTo>
                    <a:pt x="2130895" y="1033754"/>
                  </a:moveTo>
                  <a:lnTo>
                    <a:pt x="2127389" y="1024801"/>
                  </a:lnTo>
                  <a:lnTo>
                    <a:pt x="2120760" y="1017790"/>
                  </a:lnTo>
                  <a:lnTo>
                    <a:pt x="2111629" y="1013714"/>
                  </a:lnTo>
                  <a:lnTo>
                    <a:pt x="2101621" y="1013498"/>
                  </a:lnTo>
                  <a:lnTo>
                    <a:pt x="2092617" y="1017003"/>
                  </a:lnTo>
                  <a:lnTo>
                    <a:pt x="2085606" y="1023632"/>
                  </a:lnTo>
                  <a:lnTo>
                    <a:pt x="2081530" y="1032764"/>
                  </a:lnTo>
                  <a:lnTo>
                    <a:pt x="2081326" y="1042771"/>
                  </a:lnTo>
                  <a:lnTo>
                    <a:pt x="2084857" y="1051750"/>
                  </a:lnTo>
                  <a:lnTo>
                    <a:pt x="2091486" y="1058735"/>
                  </a:lnTo>
                  <a:lnTo>
                    <a:pt x="2100580" y="1062736"/>
                  </a:lnTo>
                  <a:lnTo>
                    <a:pt x="2100707" y="1062863"/>
                  </a:lnTo>
                  <a:lnTo>
                    <a:pt x="2110689" y="1063015"/>
                  </a:lnTo>
                  <a:lnTo>
                    <a:pt x="2119642" y="1059472"/>
                  </a:lnTo>
                  <a:lnTo>
                    <a:pt x="2126615" y="1052830"/>
                  </a:lnTo>
                  <a:lnTo>
                    <a:pt x="2130679" y="1043686"/>
                  </a:lnTo>
                  <a:lnTo>
                    <a:pt x="2130895" y="1033754"/>
                  </a:lnTo>
                  <a:close/>
                </a:path>
                <a:path w="3524250" h="2559685">
                  <a:moveTo>
                    <a:pt x="2147874" y="1914944"/>
                  </a:moveTo>
                  <a:lnTo>
                    <a:pt x="2146236" y="1905431"/>
                  </a:lnTo>
                  <a:lnTo>
                    <a:pt x="2141156" y="1897240"/>
                  </a:lnTo>
                  <a:lnTo>
                    <a:pt x="2133092" y="1891411"/>
                  </a:lnTo>
                  <a:lnTo>
                    <a:pt x="2132965" y="1891411"/>
                  </a:lnTo>
                  <a:lnTo>
                    <a:pt x="2123262" y="1889188"/>
                  </a:lnTo>
                  <a:lnTo>
                    <a:pt x="2113762" y="1890801"/>
                  </a:lnTo>
                  <a:lnTo>
                    <a:pt x="2105583" y="1895868"/>
                  </a:lnTo>
                  <a:lnTo>
                    <a:pt x="2099818" y="1903984"/>
                  </a:lnTo>
                  <a:lnTo>
                    <a:pt x="2097582" y="1913686"/>
                  </a:lnTo>
                  <a:lnTo>
                    <a:pt x="2099195" y="1923199"/>
                  </a:lnTo>
                  <a:lnTo>
                    <a:pt x="2104263" y="1931416"/>
                  </a:lnTo>
                  <a:lnTo>
                    <a:pt x="2112391" y="1937258"/>
                  </a:lnTo>
                  <a:lnTo>
                    <a:pt x="2122132" y="1939480"/>
                  </a:lnTo>
                  <a:lnTo>
                    <a:pt x="2131644" y="1937829"/>
                  </a:lnTo>
                  <a:lnTo>
                    <a:pt x="2139835" y="1932762"/>
                  </a:lnTo>
                  <a:lnTo>
                    <a:pt x="2145665" y="1924685"/>
                  </a:lnTo>
                  <a:lnTo>
                    <a:pt x="2147874" y="1914944"/>
                  </a:lnTo>
                  <a:close/>
                </a:path>
                <a:path w="3524250" h="2559685">
                  <a:moveTo>
                    <a:pt x="2225548" y="87122"/>
                  </a:moveTo>
                  <a:lnTo>
                    <a:pt x="2223630" y="77343"/>
                  </a:lnTo>
                  <a:lnTo>
                    <a:pt x="2218271" y="69303"/>
                  </a:lnTo>
                  <a:lnTo>
                    <a:pt x="2210295" y="63855"/>
                  </a:lnTo>
                  <a:lnTo>
                    <a:pt x="2200529" y="61849"/>
                  </a:lnTo>
                  <a:lnTo>
                    <a:pt x="2190673" y="63741"/>
                  </a:lnTo>
                  <a:lnTo>
                    <a:pt x="2182634" y="69062"/>
                  </a:lnTo>
                  <a:lnTo>
                    <a:pt x="2177186" y="77000"/>
                  </a:lnTo>
                  <a:lnTo>
                    <a:pt x="2175129" y="86741"/>
                  </a:lnTo>
                  <a:lnTo>
                    <a:pt x="2177084" y="96596"/>
                  </a:lnTo>
                  <a:lnTo>
                    <a:pt x="2182444" y="104635"/>
                  </a:lnTo>
                  <a:lnTo>
                    <a:pt x="2190394" y="110083"/>
                  </a:lnTo>
                  <a:lnTo>
                    <a:pt x="2200148" y="112141"/>
                  </a:lnTo>
                  <a:lnTo>
                    <a:pt x="2209990" y="110185"/>
                  </a:lnTo>
                  <a:lnTo>
                    <a:pt x="2218029" y="104825"/>
                  </a:lnTo>
                  <a:lnTo>
                    <a:pt x="2223478" y="96875"/>
                  </a:lnTo>
                  <a:lnTo>
                    <a:pt x="2225548" y="87122"/>
                  </a:lnTo>
                  <a:close/>
                </a:path>
                <a:path w="3524250" h="2559685">
                  <a:moveTo>
                    <a:pt x="2229116" y="1055674"/>
                  </a:moveTo>
                  <a:lnTo>
                    <a:pt x="2225573" y="1046721"/>
                  </a:lnTo>
                  <a:lnTo>
                    <a:pt x="2218931" y="1039749"/>
                  </a:lnTo>
                  <a:lnTo>
                    <a:pt x="2209800" y="1035685"/>
                  </a:lnTo>
                  <a:lnTo>
                    <a:pt x="2199792" y="1035469"/>
                  </a:lnTo>
                  <a:lnTo>
                    <a:pt x="2190813" y="1038974"/>
                  </a:lnTo>
                  <a:lnTo>
                    <a:pt x="2183828" y="1045603"/>
                  </a:lnTo>
                  <a:lnTo>
                    <a:pt x="2179828" y="1054735"/>
                  </a:lnTo>
                  <a:lnTo>
                    <a:pt x="2179599" y="1064729"/>
                  </a:lnTo>
                  <a:lnTo>
                    <a:pt x="2183104" y="1073683"/>
                  </a:lnTo>
                  <a:lnTo>
                    <a:pt x="2189734" y="1080655"/>
                  </a:lnTo>
                  <a:lnTo>
                    <a:pt x="2198878" y="1084707"/>
                  </a:lnTo>
                  <a:lnTo>
                    <a:pt x="2208873" y="1084935"/>
                  </a:lnTo>
                  <a:lnTo>
                    <a:pt x="2217877" y="1081430"/>
                  </a:lnTo>
                  <a:lnTo>
                    <a:pt x="2224887" y="1074801"/>
                  </a:lnTo>
                  <a:lnTo>
                    <a:pt x="2228977" y="1065657"/>
                  </a:lnTo>
                  <a:lnTo>
                    <a:pt x="2229116" y="1055674"/>
                  </a:lnTo>
                  <a:close/>
                </a:path>
                <a:path w="3524250" h="2559685">
                  <a:moveTo>
                    <a:pt x="2239581" y="1956219"/>
                  </a:moveTo>
                  <a:lnTo>
                    <a:pt x="2237968" y="1946706"/>
                  </a:lnTo>
                  <a:lnTo>
                    <a:pt x="2232901" y="1938515"/>
                  </a:lnTo>
                  <a:lnTo>
                    <a:pt x="2224786" y="1932686"/>
                  </a:lnTo>
                  <a:lnTo>
                    <a:pt x="2215032" y="1930463"/>
                  </a:lnTo>
                  <a:lnTo>
                    <a:pt x="2205520" y="1932076"/>
                  </a:lnTo>
                  <a:lnTo>
                    <a:pt x="2197328" y="1937143"/>
                  </a:lnTo>
                  <a:lnTo>
                    <a:pt x="2191512" y="1945259"/>
                  </a:lnTo>
                  <a:lnTo>
                    <a:pt x="2189276" y="1955012"/>
                  </a:lnTo>
                  <a:lnTo>
                    <a:pt x="2190889" y="1964524"/>
                  </a:lnTo>
                  <a:lnTo>
                    <a:pt x="2195957" y="1972716"/>
                  </a:lnTo>
                  <a:lnTo>
                    <a:pt x="2204085" y="1978533"/>
                  </a:lnTo>
                  <a:lnTo>
                    <a:pt x="2204212" y="1978533"/>
                  </a:lnTo>
                  <a:lnTo>
                    <a:pt x="2213889" y="1980768"/>
                  </a:lnTo>
                  <a:lnTo>
                    <a:pt x="2223351" y="1979155"/>
                  </a:lnTo>
                  <a:lnTo>
                    <a:pt x="2231529" y="1974088"/>
                  </a:lnTo>
                  <a:lnTo>
                    <a:pt x="2237359" y="1965960"/>
                  </a:lnTo>
                  <a:lnTo>
                    <a:pt x="2239581" y="1956219"/>
                  </a:lnTo>
                  <a:close/>
                </a:path>
                <a:path w="3524250" h="2559685">
                  <a:moveTo>
                    <a:pt x="2326132" y="87884"/>
                  </a:moveTo>
                  <a:lnTo>
                    <a:pt x="2324239" y="78041"/>
                  </a:lnTo>
                  <a:lnTo>
                    <a:pt x="2318918" y="70002"/>
                  </a:lnTo>
                  <a:lnTo>
                    <a:pt x="2310981" y="64554"/>
                  </a:lnTo>
                  <a:lnTo>
                    <a:pt x="2301240" y="62484"/>
                  </a:lnTo>
                  <a:lnTo>
                    <a:pt x="2301113" y="62484"/>
                  </a:lnTo>
                  <a:lnTo>
                    <a:pt x="2291321" y="64376"/>
                  </a:lnTo>
                  <a:lnTo>
                    <a:pt x="2283282" y="69710"/>
                  </a:lnTo>
                  <a:lnTo>
                    <a:pt x="2277834" y="77685"/>
                  </a:lnTo>
                  <a:lnTo>
                    <a:pt x="2275840" y="87503"/>
                  </a:lnTo>
                  <a:lnTo>
                    <a:pt x="2277719" y="97282"/>
                  </a:lnTo>
                  <a:lnTo>
                    <a:pt x="2283041" y="105283"/>
                  </a:lnTo>
                  <a:lnTo>
                    <a:pt x="2290978" y="110731"/>
                  </a:lnTo>
                  <a:lnTo>
                    <a:pt x="2300732" y="112776"/>
                  </a:lnTo>
                  <a:lnTo>
                    <a:pt x="2300859" y="112776"/>
                  </a:lnTo>
                  <a:lnTo>
                    <a:pt x="2310625" y="110896"/>
                  </a:lnTo>
                  <a:lnTo>
                    <a:pt x="2318626" y="105575"/>
                  </a:lnTo>
                  <a:lnTo>
                    <a:pt x="2324074" y="97637"/>
                  </a:lnTo>
                  <a:lnTo>
                    <a:pt x="2326132" y="87884"/>
                  </a:lnTo>
                  <a:close/>
                </a:path>
                <a:path w="3524250" h="2559685">
                  <a:moveTo>
                    <a:pt x="2327338" y="1077633"/>
                  </a:moveTo>
                  <a:lnTo>
                    <a:pt x="2323808" y="1068641"/>
                  </a:lnTo>
                  <a:lnTo>
                    <a:pt x="2317178" y="1061669"/>
                  </a:lnTo>
                  <a:lnTo>
                    <a:pt x="2308098" y="1057656"/>
                  </a:lnTo>
                  <a:lnTo>
                    <a:pt x="2307971" y="1057529"/>
                  </a:lnTo>
                  <a:lnTo>
                    <a:pt x="2277770" y="1086650"/>
                  </a:lnTo>
                  <a:lnTo>
                    <a:pt x="2281275" y="1095603"/>
                  </a:lnTo>
                  <a:lnTo>
                    <a:pt x="2287905" y="1102614"/>
                  </a:lnTo>
                  <a:lnTo>
                    <a:pt x="2297049" y="1106678"/>
                  </a:lnTo>
                  <a:lnTo>
                    <a:pt x="2307044" y="1106906"/>
                  </a:lnTo>
                  <a:lnTo>
                    <a:pt x="2316048" y="1103401"/>
                  </a:lnTo>
                  <a:lnTo>
                    <a:pt x="2323058" y="1096772"/>
                  </a:lnTo>
                  <a:lnTo>
                    <a:pt x="2327148" y="1087628"/>
                  </a:lnTo>
                  <a:lnTo>
                    <a:pt x="2327338" y="1077633"/>
                  </a:lnTo>
                  <a:close/>
                </a:path>
                <a:path w="3524250" h="2559685">
                  <a:moveTo>
                    <a:pt x="2331389" y="1997544"/>
                  </a:moveTo>
                  <a:lnTo>
                    <a:pt x="2329751" y="1988045"/>
                  </a:lnTo>
                  <a:lnTo>
                    <a:pt x="2324671" y="1979866"/>
                  </a:lnTo>
                  <a:lnTo>
                    <a:pt x="2316607" y="1974088"/>
                  </a:lnTo>
                  <a:lnTo>
                    <a:pt x="2316480" y="1973961"/>
                  </a:lnTo>
                  <a:lnTo>
                    <a:pt x="2306777" y="1971751"/>
                  </a:lnTo>
                  <a:lnTo>
                    <a:pt x="2297277" y="1973414"/>
                  </a:lnTo>
                  <a:lnTo>
                    <a:pt x="2289098" y="1978520"/>
                  </a:lnTo>
                  <a:lnTo>
                    <a:pt x="2283333" y="1986661"/>
                  </a:lnTo>
                  <a:lnTo>
                    <a:pt x="2281097" y="1996351"/>
                  </a:lnTo>
                  <a:lnTo>
                    <a:pt x="2282710" y="2005812"/>
                  </a:lnTo>
                  <a:lnTo>
                    <a:pt x="2287778" y="2013991"/>
                  </a:lnTo>
                  <a:lnTo>
                    <a:pt x="2295906" y="2019808"/>
                  </a:lnTo>
                  <a:lnTo>
                    <a:pt x="2295906" y="2019935"/>
                  </a:lnTo>
                  <a:lnTo>
                    <a:pt x="2305647" y="2022094"/>
                  </a:lnTo>
                  <a:lnTo>
                    <a:pt x="2315159" y="2020443"/>
                  </a:lnTo>
                  <a:lnTo>
                    <a:pt x="2323350" y="2015363"/>
                  </a:lnTo>
                  <a:lnTo>
                    <a:pt x="2329180" y="2007235"/>
                  </a:lnTo>
                  <a:lnTo>
                    <a:pt x="2331389" y="1997544"/>
                  </a:lnTo>
                  <a:close/>
                </a:path>
                <a:path w="3524250" h="2559685">
                  <a:moveTo>
                    <a:pt x="2423096" y="2038896"/>
                  </a:moveTo>
                  <a:lnTo>
                    <a:pt x="2421483" y="2029383"/>
                  </a:lnTo>
                  <a:lnTo>
                    <a:pt x="2416416" y="2021192"/>
                  </a:lnTo>
                  <a:lnTo>
                    <a:pt x="2408301" y="2015363"/>
                  </a:lnTo>
                  <a:lnTo>
                    <a:pt x="2398547" y="2013140"/>
                  </a:lnTo>
                  <a:lnTo>
                    <a:pt x="2389035" y="2014753"/>
                  </a:lnTo>
                  <a:lnTo>
                    <a:pt x="2380843" y="2019820"/>
                  </a:lnTo>
                  <a:lnTo>
                    <a:pt x="2375027" y="2027936"/>
                  </a:lnTo>
                  <a:lnTo>
                    <a:pt x="2372791" y="2037689"/>
                  </a:lnTo>
                  <a:lnTo>
                    <a:pt x="2374404" y="2047201"/>
                  </a:lnTo>
                  <a:lnTo>
                    <a:pt x="2379472" y="2055393"/>
                  </a:lnTo>
                  <a:lnTo>
                    <a:pt x="2387600" y="2061210"/>
                  </a:lnTo>
                  <a:lnTo>
                    <a:pt x="2387727" y="2061210"/>
                  </a:lnTo>
                  <a:lnTo>
                    <a:pt x="2397404" y="2063445"/>
                  </a:lnTo>
                  <a:lnTo>
                    <a:pt x="2406866" y="2061832"/>
                  </a:lnTo>
                  <a:lnTo>
                    <a:pt x="2415044" y="2056765"/>
                  </a:lnTo>
                  <a:lnTo>
                    <a:pt x="2420874" y="2048637"/>
                  </a:lnTo>
                  <a:lnTo>
                    <a:pt x="2423096" y="2038896"/>
                  </a:lnTo>
                  <a:close/>
                </a:path>
                <a:path w="3524250" h="2559685">
                  <a:moveTo>
                    <a:pt x="2425535" y="1099604"/>
                  </a:moveTo>
                  <a:lnTo>
                    <a:pt x="2422029" y="1090599"/>
                  </a:lnTo>
                  <a:lnTo>
                    <a:pt x="2415400" y="1083589"/>
                  </a:lnTo>
                  <a:lnTo>
                    <a:pt x="2406269" y="1079500"/>
                  </a:lnTo>
                  <a:lnTo>
                    <a:pt x="2396261" y="1079309"/>
                  </a:lnTo>
                  <a:lnTo>
                    <a:pt x="2387257" y="1082840"/>
                  </a:lnTo>
                  <a:lnTo>
                    <a:pt x="2380246" y="1089469"/>
                  </a:lnTo>
                  <a:lnTo>
                    <a:pt x="2376170" y="1098550"/>
                  </a:lnTo>
                  <a:lnTo>
                    <a:pt x="2376017" y="1108557"/>
                  </a:lnTo>
                  <a:lnTo>
                    <a:pt x="2379548" y="1117561"/>
                  </a:lnTo>
                  <a:lnTo>
                    <a:pt x="2386152" y="1124572"/>
                  </a:lnTo>
                  <a:lnTo>
                    <a:pt x="2395220" y="1128649"/>
                  </a:lnTo>
                  <a:lnTo>
                    <a:pt x="2405329" y="1128852"/>
                  </a:lnTo>
                  <a:lnTo>
                    <a:pt x="2414282" y="1125321"/>
                  </a:lnTo>
                  <a:lnTo>
                    <a:pt x="2421255" y="1118692"/>
                  </a:lnTo>
                  <a:lnTo>
                    <a:pt x="2425319" y="1109599"/>
                  </a:lnTo>
                  <a:lnTo>
                    <a:pt x="2425535" y="1099604"/>
                  </a:lnTo>
                  <a:close/>
                </a:path>
                <a:path w="3524250" h="2559685">
                  <a:moveTo>
                    <a:pt x="2426716" y="88519"/>
                  </a:moveTo>
                  <a:lnTo>
                    <a:pt x="2424823" y="78752"/>
                  </a:lnTo>
                  <a:lnTo>
                    <a:pt x="2419502" y="70739"/>
                  </a:lnTo>
                  <a:lnTo>
                    <a:pt x="2411565" y="65303"/>
                  </a:lnTo>
                  <a:lnTo>
                    <a:pt x="2401824" y="63246"/>
                  </a:lnTo>
                  <a:lnTo>
                    <a:pt x="2401697" y="63246"/>
                  </a:lnTo>
                  <a:lnTo>
                    <a:pt x="2391918" y="65138"/>
                  </a:lnTo>
                  <a:lnTo>
                    <a:pt x="2383917" y="70459"/>
                  </a:lnTo>
                  <a:lnTo>
                    <a:pt x="2378468" y="78397"/>
                  </a:lnTo>
                  <a:lnTo>
                    <a:pt x="2376424" y="88138"/>
                  </a:lnTo>
                  <a:lnTo>
                    <a:pt x="2378303" y="97993"/>
                  </a:lnTo>
                  <a:lnTo>
                    <a:pt x="2383637" y="106032"/>
                  </a:lnTo>
                  <a:lnTo>
                    <a:pt x="2391613" y="111480"/>
                  </a:lnTo>
                  <a:lnTo>
                    <a:pt x="2401443" y="113538"/>
                  </a:lnTo>
                  <a:lnTo>
                    <a:pt x="2411222" y="111658"/>
                  </a:lnTo>
                  <a:lnTo>
                    <a:pt x="2419261" y="106324"/>
                  </a:lnTo>
                  <a:lnTo>
                    <a:pt x="2424709" y="98348"/>
                  </a:lnTo>
                  <a:lnTo>
                    <a:pt x="2426716" y="88519"/>
                  </a:lnTo>
                  <a:close/>
                </a:path>
                <a:path w="3524250" h="2559685">
                  <a:moveTo>
                    <a:pt x="2514904" y="2080171"/>
                  </a:moveTo>
                  <a:lnTo>
                    <a:pt x="2513266" y="2070658"/>
                  </a:lnTo>
                  <a:lnTo>
                    <a:pt x="2508186" y="2062467"/>
                  </a:lnTo>
                  <a:lnTo>
                    <a:pt x="2500122" y="2056638"/>
                  </a:lnTo>
                  <a:lnTo>
                    <a:pt x="2499995" y="2056638"/>
                  </a:lnTo>
                  <a:lnTo>
                    <a:pt x="2490292" y="2054428"/>
                  </a:lnTo>
                  <a:lnTo>
                    <a:pt x="2480780" y="2056066"/>
                  </a:lnTo>
                  <a:lnTo>
                    <a:pt x="2472563" y="2061146"/>
                  </a:lnTo>
                  <a:lnTo>
                    <a:pt x="2466721" y="2069211"/>
                  </a:lnTo>
                  <a:lnTo>
                    <a:pt x="2464562" y="2078964"/>
                  </a:lnTo>
                  <a:lnTo>
                    <a:pt x="2466213" y="2088476"/>
                  </a:lnTo>
                  <a:lnTo>
                    <a:pt x="2471293" y="2096668"/>
                  </a:lnTo>
                  <a:lnTo>
                    <a:pt x="2479421" y="2102485"/>
                  </a:lnTo>
                  <a:lnTo>
                    <a:pt x="2489162" y="2104720"/>
                  </a:lnTo>
                  <a:lnTo>
                    <a:pt x="2498674" y="2103107"/>
                  </a:lnTo>
                  <a:lnTo>
                    <a:pt x="2506865" y="2098040"/>
                  </a:lnTo>
                  <a:lnTo>
                    <a:pt x="2512695" y="2089912"/>
                  </a:lnTo>
                  <a:lnTo>
                    <a:pt x="2514904" y="2080171"/>
                  </a:lnTo>
                  <a:close/>
                </a:path>
                <a:path w="3524250" h="2559685">
                  <a:moveTo>
                    <a:pt x="2523756" y="1121511"/>
                  </a:moveTo>
                  <a:lnTo>
                    <a:pt x="2520213" y="1112558"/>
                  </a:lnTo>
                  <a:lnTo>
                    <a:pt x="2513571" y="1105547"/>
                  </a:lnTo>
                  <a:lnTo>
                    <a:pt x="2504440" y="1101471"/>
                  </a:lnTo>
                  <a:lnTo>
                    <a:pt x="2494445" y="1101255"/>
                  </a:lnTo>
                  <a:lnTo>
                    <a:pt x="2485491" y="1104760"/>
                  </a:lnTo>
                  <a:lnTo>
                    <a:pt x="2478519" y="1111389"/>
                  </a:lnTo>
                  <a:lnTo>
                    <a:pt x="2474468" y="1120521"/>
                  </a:lnTo>
                  <a:lnTo>
                    <a:pt x="2474239" y="1130528"/>
                  </a:lnTo>
                  <a:lnTo>
                    <a:pt x="2477744" y="1139507"/>
                  </a:lnTo>
                  <a:lnTo>
                    <a:pt x="2484374" y="1146492"/>
                  </a:lnTo>
                  <a:lnTo>
                    <a:pt x="2493518" y="1150493"/>
                  </a:lnTo>
                  <a:lnTo>
                    <a:pt x="2493518" y="1150620"/>
                  </a:lnTo>
                  <a:lnTo>
                    <a:pt x="2503513" y="1150772"/>
                  </a:lnTo>
                  <a:lnTo>
                    <a:pt x="2512517" y="1147229"/>
                  </a:lnTo>
                  <a:lnTo>
                    <a:pt x="2519527" y="1140587"/>
                  </a:lnTo>
                  <a:lnTo>
                    <a:pt x="2523617" y="1131443"/>
                  </a:lnTo>
                  <a:lnTo>
                    <a:pt x="2523756" y="1121511"/>
                  </a:lnTo>
                  <a:close/>
                </a:path>
                <a:path w="3524250" h="2559685">
                  <a:moveTo>
                    <a:pt x="2527427" y="89281"/>
                  </a:moveTo>
                  <a:lnTo>
                    <a:pt x="2525534" y="79438"/>
                  </a:lnTo>
                  <a:lnTo>
                    <a:pt x="2520200" y="71399"/>
                  </a:lnTo>
                  <a:lnTo>
                    <a:pt x="2512225" y="65951"/>
                  </a:lnTo>
                  <a:lnTo>
                    <a:pt x="2502408" y="63881"/>
                  </a:lnTo>
                  <a:lnTo>
                    <a:pt x="2492616" y="65849"/>
                  </a:lnTo>
                  <a:lnTo>
                    <a:pt x="2484551" y="71208"/>
                  </a:lnTo>
                  <a:lnTo>
                    <a:pt x="2479078" y="79159"/>
                  </a:lnTo>
                  <a:lnTo>
                    <a:pt x="2477008" y="88900"/>
                  </a:lnTo>
                  <a:lnTo>
                    <a:pt x="2478963" y="98691"/>
                  </a:lnTo>
                  <a:lnTo>
                    <a:pt x="2484323" y="106730"/>
                  </a:lnTo>
                  <a:lnTo>
                    <a:pt x="2492273" y="112179"/>
                  </a:lnTo>
                  <a:lnTo>
                    <a:pt x="2502027" y="114173"/>
                  </a:lnTo>
                  <a:lnTo>
                    <a:pt x="2511869" y="112293"/>
                  </a:lnTo>
                  <a:lnTo>
                    <a:pt x="2519908" y="106972"/>
                  </a:lnTo>
                  <a:lnTo>
                    <a:pt x="2525357" y="99034"/>
                  </a:lnTo>
                  <a:lnTo>
                    <a:pt x="2527427" y="89281"/>
                  </a:lnTo>
                  <a:close/>
                </a:path>
                <a:path w="3524250" h="2559685">
                  <a:moveTo>
                    <a:pt x="2606611" y="2121509"/>
                  </a:moveTo>
                  <a:lnTo>
                    <a:pt x="2604998" y="2112048"/>
                  </a:lnTo>
                  <a:lnTo>
                    <a:pt x="2599931" y="2103869"/>
                  </a:lnTo>
                  <a:lnTo>
                    <a:pt x="2591816" y="2098040"/>
                  </a:lnTo>
                  <a:lnTo>
                    <a:pt x="2591816" y="2097913"/>
                  </a:lnTo>
                  <a:lnTo>
                    <a:pt x="2582062" y="2095766"/>
                  </a:lnTo>
                  <a:lnTo>
                    <a:pt x="2572550" y="2097417"/>
                  </a:lnTo>
                  <a:lnTo>
                    <a:pt x="2564358" y="2102497"/>
                  </a:lnTo>
                  <a:lnTo>
                    <a:pt x="2558542" y="2110613"/>
                  </a:lnTo>
                  <a:lnTo>
                    <a:pt x="2556319" y="2120315"/>
                  </a:lnTo>
                  <a:lnTo>
                    <a:pt x="2557970" y="2129828"/>
                  </a:lnTo>
                  <a:lnTo>
                    <a:pt x="2563037" y="2138045"/>
                  </a:lnTo>
                  <a:lnTo>
                    <a:pt x="2571115" y="2143887"/>
                  </a:lnTo>
                  <a:lnTo>
                    <a:pt x="2571242" y="2143887"/>
                  </a:lnTo>
                  <a:lnTo>
                    <a:pt x="2580932" y="2146109"/>
                  </a:lnTo>
                  <a:lnTo>
                    <a:pt x="2590431" y="2144445"/>
                  </a:lnTo>
                  <a:lnTo>
                    <a:pt x="2598610" y="2139340"/>
                  </a:lnTo>
                  <a:lnTo>
                    <a:pt x="2604389" y="2131187"/>
                  </a:lnTo>
                  <a:lnTo>
                    <a:pt x="2606611" y="2121509"/>
                  </a:lnTo>
                  <a:close/>
                </a:path>
                <a:path w="3524250" h="2559685">
                  <a:moveTo>
                    <a:pt x="2622004" y="1143431"/>
                  </a:moveTo>
                  <a:lnTo>
                    <a:pt x="2618498" y="1134478"/>
                  </a:lnTo>
                  <a:lnTo>
                    <a:pt x="2611869" y="1127506"/>
                  </a:lnTo>
                  <a:lnTo>
                    <a:pt x="2602738" y="1123442"/>
                  </a:lnTo>
                  <a:lnTo>
                    <a:pt x="2592667" y="1123226"/>
                  </a:lnTo>
                  <a:lnTo>
                    <a:pt x="2583713" y="1126731"/>
                  </a:lnTo>
                  <a:lnTo>
                    <a:pt x="2576703" y="1133360"/>
                  </a:lnTo>
                  <a:lnTo>
                    <a:pt x="2572639" y="1142492"/>
                  </a:lnTo>
                  <a:lnTo>
                    <a:pt x="2572410" y="1152436"/>
                  </a:lnTo>
                  <a:lnTo>
                    <a:pt x="2575915" y="1161389"/>
                  </a:lnTo>
                  <a:lnTo>
                    <a:pt x="2582545" y="1168400"/>
                  </a:lnTo>
                  <a:lnTo>
                    <a:pt x="2591689" y="1172464"/>
                  </a:lnTo>
                  <a:lnTo>
                    <a:pt x="2601684" y="1172692"/>
                  </a:lnTo>
                  <a:lnTo>
                    <a:pt x="2610688" y="1169187"/>
                  </a:lnTo>
                  <a:lnTo>
                    <a:pt x="2617698" y="1162558"/>
                  </a:lnTo>
                  <a:lnTo>
                    <a:pt x="2621788" y="1153414"/>
                  </a:lnTo>
                  <a:lnTo>
                    <a:pt x="2622004" y="1143431"/>
                  </a:lnTo>
                  <a:close/>
                </a:path>
                <a:path w="3524250" h="2559685">
                  <a:moveTo>
                    <a:pt x="2628011" y="89916"/>
                  </a:moveTo>
                  <a:lnTo>
                    <a:pt x="2626118" y="80149"/>
                  </a:lnTo>
                  <a:lnTo>
                    <a:pt x="2620797" y="72136"/>
                  </a:lnTo>
                  <a:lnTo>
                    <a:pt x="2612860" y="66700"/>
                  </a:lnTo>
                  <a:lnTo>
                    <a:pt x="2603119" y="64643"/>
                  </a:lnTo>
                  <a:lnTo>
                    <a:pt x="2602992" y="64643"/>
                  </a:lnTo>
                  <a:lnTo>
                    <a:pt x="2593213" y="66535"/>
                  </a:lnTo>
                  <a:lnTo>
                    <a:pt x="2585212" y="71856"/>
                  </a:lnTo>
                  <a:lnTo>
                    <a:pt x="2579763" y="79794"/>
                  </a:lnTo>
                  <a:lnTo>
                    <a:pt x="2577719" y="89535"/>
                  </a:lnTo>
                  <a:lnTo>
                    <a:pt x="2579598" y="99390"/>
                  </a:lnTo>
                  <a:lnTo>
                    <a:pt x="2584920" y="107429"/>
                  </a:lnTo>
                  <a:lnTo>
                    <a:pt x="2592857" y="112877"/>
                  </a:lnTo>
                  <a:lnTo>
                    <a:pt x="2602611" y="114935"/>
                  </a:lnTo>
                  <a:lnTo>
                    <a:pt x="2602738" y="114935"/>
                  </a:lnTo>
                  <a:lnTo>
                    <a:pt x="2612504" y="113055"/>
                  </a:lnTo>
                  <a:lnTo>
                    <a:pt x="2620505" y="107721"/>
                  </a:lnTo>
                  <a:lnTo>
                    <a:pt x="2625953" y="99745"/>
                  </a:lnTo>
                  <a:lnTo>
                    <a:pt x="2628011" y="89916"/>
                  </a:lnTo>
                  <a:close/>
                </a:path>
                <a:path w="3524250" h="2559685">
                  <a:moveTo>
                    <a:pt x="2698419" y="2162848"/>
                  </a:moveTo>
                  <a:lnTo>
                    <a:pt x="2696781" y="2153335"/>
                  </a:lnTo>
                  <a:lnTo>
                    <a:pt x="2691701" y="2145144"/>
                  </a:lnTo>
                  <a:lnTo>
                    <a:pt x="2683637" y="2139315"/>
                  </a:lnTo>
                  <a:lnTo>
                    <a:pt x="2683510" y="2139315"/>
                  </a:lnTo>
                  <a:lnTo>
                    <a:pt x="2673807" y="2137092"/>
                  </a:lnTo>
                  <a:lnTo>
                    <a:pt x="2664307" y="2138705"/>
                  </a:lnTo>
                  <a:lnTo>
                    <a:pt x="2656128" y="2143772"/>
                  </a:lnTo>
                  <a:lnTo>
                    <a:pt x="2650363" y="2151888"/>
                  </a:lnTo>
                  <a:lnTo>
                    <a:pt x="2648127" y="2161641"/>
                  </a:lnTo>
                  <a:lnTo>
                    <a:pt x="2649740" y="2171154"/>
                  </a:lnTo>
                  <a:lnTo>
                    <a:pt x="2654808" y="2179345"/>
                  </a:lnTo>
                  <a:lnTo>
                    <a:pt x="2662936" y="2185162"/>
                  </a:lnTo>
                  <a:lnTo>
                    <a:pt x="2672677" y="2187397"/>
                  </a:lnTo>
                  <a:lnTo>
                    <a:pt x="2682189" y="2185784"/>
                  </a:lnTo>
                  <a:lnTo>
                    <a:pt x="2690380" y="2180717"/>
                  </a:lnTo>
                  <a:lnTo>
                    <a:pt x="2696210" y="2172589"/>
                  </a:lnTo>
                  <a:lnTo>
                    <a:pt x="2698419" y="2162848"/>
                  </a:lnTo>
                  <a:close/>
                </a:path>
                <a:path w="3524250" h="2559685">
                  <a:moveTo>
                    <a:pt x="2720175" y="1165390"/>
                  </a:moveTo>
                  <a:lnTo>
                    <a:pt x="2716669" y="1156398"/>
                  </a:lnTo>
                  <a:lnTo>
                    <a:pt x="2710040" y="1149426"/>
                  </a:lnTo>
                  <a:lnTo>
                    <a:pt x="2700909" y="1145413"/>
                  </a:lnTo>
                  <a:lnTo>
                    <a:pt x="2700909" y="1145286"/>
                  </a:lnTo>
                  <a:lnTo>
                    <a:pt x="2670657" y="1174407"/>
                  </a:lnTo>
                  <a:lnTo>
                    <a:pt x="2674188" y="1183360"/>
                  </a:lnTo>
                  <a:lnTo>
                    <a:pt x="2680792" y="1190371"/>
                  </a:lnTo>
                  <a:lnTo>
                    <a:pt x="2689860" y="1194435"/>
                  </a:lnTo>
                  <a:lnTo>
                    <a:pt x="2699969" y="1194663"/>
                  </a:lnTo>
                  <a:lnTo>
                    <a:pt x="2708922" y="1191158"/>
                  </a:lnTo>
                  <a:lnTo>
                    <a:pt x="2715895" y="1184529"/>
                  </a:lnTo>
                  <a:lnTo>
                    <a:pt x="2719959" y="1175385"/>
                  </a:lnTo>
                  <a:lnTo>
                    <a:pt x="2720175" y="1165390"/>
                  </a:lnTo>
                  <a:close/>
                </a:path>
                <a:path w="3524250" h="2559685">
                  <a:moveTo>
                    <a:pt x="2728722" y="90678"/>
                  </a:moveTo>
                  <a:lnTo>
                    <a:pt x="2726753" y="80835"/>
                  </a:lnTo>
                  <a:lnTo>
                    <a:pt x="2721394" y="72796"/>
                  </a:lnTo>
                  <a:lnTo>
                    <a:pt x="2713444" y="67348"/>
                  </a:lnTo>
                  <a:lnTo>
                    <a:pt x="2703703" y="65278"/>
                  </a:lnTo>
                  <a:lnTo>
                    <a:pt x="2693847" y="67246"/>
                  </a:lnTo>
                  <a:lnTo>
                    <a:pt x="2685808" y="72605"/>
                  </a:lnTo>
                  <a:lnTo>
                    <a:pt x="2680360" y="80556"/>
                  </a:lnTo>
                  <a:lnTo>
                    <a:pt x="2678303" y="90297"/>
                  </a:lnTo>
                  <a:lnTo>
                    <a:pt x="2680182" y="100088"/>
                  </a:lnTo>
                  <a:lnTo>
                    <a:pt x="2685516" y="108127"/>
                  </a:lnTo>
                  <a:lnTo>
                    <a:pt x="2693492" y="113576"/>
                  </a:lnTo>
                  <a:lnTo>
                    <a:pt x="2703322" y="115570"/>
                  </a:lnTo>
                  <a:lnTo>
                    <a:pt x="2713164" y="113690"/>
                  </a:lnTo>
                  <a:lnTo>
                    <a:pt x="2721203" y="108369"/>
                  </a:lnTo>
                  <a:lnTo>
                    <a:pt x="2726652" y="100431"/>
                  </a:lnTo>
                  <a:lnTo>
                    <a:pt x="2728722" y="90678"/>
                  </a:lnTo>
                  <a:close/>
                </a:path>
                <a:path w="3524250" h="2559685">
                  <a:moveTo>
                    <a:pt x="2790126" y="2204174"/>
                  </a:moveTo>
                  <a:lnTo>
                    <a:pt x="2788513" y="2194661"/>
                  </a:lnTo>
                  <a:lnTo>
                    <a:pt x="2783446" y="2186432"/>
                  </a:lnTo>
                  <a:lnTo>
                    <a:pt x="2775331" y="2180590"/>
                  </a:lnTo>
                  <a:lnTo>
                    <a:pt x="2765577" y="2178380"/>
                  </a:lnTo>
                  <a:lnTo>
                    <a:pt x="2756065" y="2180044"/>
                  </a:lnTo>
                  <a:lnTo>
                    <a:pt x="2747873" y="2185149"/>
                  </a:lnTo>
                  <a:lnTo>
                    <a:pt x="2742057" y="2193290"/>
                  </a:lnTo>
                  <a:lnTo>
                    <a:pt x="2739834" y="2202980"/>
                  </a:lnTo>
                  <a:lnTo>
                    <a:pt x="2741485" y="2212441"/>
                  </a:lnTo>
                  <a:lnTo>
                    <a:pt x="2746552" y="2220620"/>
                  </a:lnTo>
                  <a:lnTo>
                    <a:pt x="2754630" y="2226437"/>
                  </a:lnTo>
                  <a:lnTo>
                    <a:pt x="2754757" y="2226564"/>
                  </a:lnTo>
                  <a:lnTo>
                    <a:pt x="2764447" y="2228723"/>
                  </a:lnTo>
                  <a:lnTo>
                    <a:pt x="2773946" y="2227072"/>
                  </a:lnTo>
                  <a:lnTo>
                    <a:pt x="2782125" y="2221992"/>
                  </a:lnTo>
                  <a:lnTo>
                    <a:pt x="2787904" y="2213864"/>
                  </a:lnTo>
                  <a:lnTo>
                    <a:pt x="2790126" y="2204174"/>
                  </a:lnTo>
                  <a:close/>
                </a:path>
                <a:path w="3524250" h="2559685">
                  <a:moveTo>
                    <a:pt x="2818396" y="1187361"/>
                  </a:moveTo>
                  <a:lnTo>
                    <a:pt x="2814853" y="1178356"/>
                  </a:lnTo>
                  <a:lnTo>
                    <a:pt x="2808211" y="1171346"/>
                  </a:lnTo>
                  <a:lnTo>
                    <a:pt x="2799080" y="1167257"/>
                  </a:lnTo>
                  <a:lnTo>
                    <a:pt x="2789085" y="1167066"/>
                  </a:lnTo>
                  <a:lnTo>
                    <a:pt x="2780131" y="1170597"/>
                  </a:lnTo>
                  <a:lnTo>
                    <a:pt x="2773159" y="1177226"/>
                  </a:lnTo>
                  <a:lnTo>
                    <a:pt x="2769108" y="1186307"/>
                  </a:lnTo>
                  <a:lnTo>
                    <a:pt x="2768879" y="1196314"/>
                  </a:lnTo>
                  <a:lnTo>
                    <a:pt x="2772384" y="1205318"/>
                  </a:lnTo>
                  <a:lnTo>
                    <a:pt x="2779014" y="1212329"/>
                  </a:lnTo>
                  <a:lnTo>
                    <a:pt x="2788158" y="1216406"/>
                  </a:lnTo>
                  <a:lnTo>
                    <a:pt x="2798153" y="1216609"/>
                  </a:lnTo>
                  <a:lnTo>
                    <a:pt x="2807157" y="1213078"/>
                  </a:lnTo>
                  <a:lnTo>
                    <a:pt x="2814167" y="1206449"/>
                  </a:lnTo>
                  <a:lnTo>
                    <a:pt x="2818257" y="1197356"/>
                  </a:lnTo>
                  <a:lnTo>
                    <a:pt x="2818396" y="1187361"/>
                  </a:lnTo>
                  <a:close/>
                </a:path>
                <a:path w="3524250" h="2559685">
                  <a:moveTo>
                    <a:pt x="2829306" y="91313"/>
                  </a:moveTo>
                  <a:lnTo>
                    <a:pt x="2827413" y="81546"/>
                  </a:lnTo>
                  <a:lnTo>
                    <a:pt x="2822079" y="73545"/>
                  </a:lnTo>
                  <a:lnTo>
                    <a:pt x="2814104" y="68097"/>
                  </a:lnTo>
                  <a:lnTo>
                    <a:pt x="2804287" y="66040"/>
                  </a:lnTo>
                  <a:lnTo>
                    <a:pt x="2794495" y="67932"/>
                  </a:lnTo>
                  <a:lnTo>
                    <a:pt x="2786456" y="73266"/>
                  </a:lnTo>
                  <a:lnTo>
                    <a:pt x="2781008" y="81241"/>
                  </a:lnTo>
                  <a:lnTo>
                    <a:pt x="2779014" y="91059"/>
                  </a:lnTo>
                  <a:lnTo>
                    <a:pt x="2780893" y="100838"/>
                  </a:lnTo>
                  <a:lnTo>
                    <a:pt x="2786215" y="108839"/>
                  </a:lnTo>
                  <a:lnTo>
                    <a:pt x="2794152" y="114287"/>
                  </a:lnTo>
                  <a:lnTo>
                    <a:pt x="2803906" y="116332"/>
                  </a:lnTo>
                  <a:lnTo>
                    <a:pt x="2804033" y="116332"/>
                  </a:lnTo>
                  <a:lnTo>
                    <a:pt x="2813799" y="114452"/>
                  </a:lnTo>
                  <a:lnTo>
                    <a:pt x="2821813" y="109118"/>
                  </a:lnTo>
                  <a:lnTo>
                    <a:pt x="2827248" y="101142"/>
                  </a:lnTo>
                  <a:lnTo>
                    <a:pt x="2829306" y="91313"/>
                  </a:lnTo>
                  <a:close/>
                </a:path>
                <a:path w="3524250" h="2559685">
                  <a:moveTo>
                    <a:pt x="2881934" y="2245525"/>
                  </a:moveTo>
                  <a:lnTo>
                    <a:pt x="2880296" y="2236012"/>
                  </a:lnTo>
                  <a:lnTo>
                    <a:pt x="2875216" y="2227821"/>
                  </a:lnTo>
                  <a:lnTo>
                    <a:pt x="2867152" y="2221992"/>
                  </a:lnTo>
                  <a:lnTo>
                    <a:pt x="2867025" y="2221992"/>
                  </a:lnTo>
                  <a:lnTo>
                    <a:pt x="2857322" y="2219769"/>
                  </a:lnTo>
                  <a:lnTo>
                    <a:pt x="2847822" y="2221382"/>
                  </a:lnTo>
                  <a:lnTo>
                    <a:pt x="2839643" y="2226449"/>
                  </a:lnTo>
                  <a:lnTo>
                    <a:pt x="2833878" y="2234565"/>
                  </a:lnTo>
                  <a:lnTo>
                    <a:pt x="2831642" y="2244318"/>
                  </a:lnTo>
                  <a:lnTo>
                    <a:pt x="2833255" y="2253831"/>
                  </a:lnTo>
                  <a:lnTo>
                    <a:pt x="2838323" y="2262022"/>
                  </a:lnTo>
                  <a:lnTo>
                    <a:pt x="2846451" y="2267839"/>
                  </a:lnTo>
                  <a:lnTo>
                    <a:pt x="2856192" y="2270061"/>
                  </a:lnTo>
                  <a:lnTo>
                    <a:pt x="2865704" y="2268410"/>
                  </a:lnTo>
                  <a:lnTo>
                    <a:pt x="2873895" y="2263343"/>
                  </a:lnTo>
                  <a:lnTo>
                    <a:pt x="2879725" y="2255266"/>
                  </a:lnTo>
                  <a:lnTo>
                    <a:pt x="2881934" y="2245525"/>
                  </a:lnTo>
                  <a:close/>
                </a:path>
                <a:path w="3524250" h="2559685">
                  <a:moveTo>
                    <a:pt x="2916644" y="1209268"/>
                  </a:moveTo>
                  <a:lnTo>
                    <a:pt x="2913138" y="1200315"/>
                  </a:lnTo>
                  <a:lnTo>
                    <a:pt x="2906509" y="1193304"/>
                  </a:lnTo>
                  <a:lnTo>
                    <a:pt x="2897378" y="1189228"/>
                  </a:lnTo>
                  <a:lnTo>
                    <a:pt x="2887307" y="1189012"/>
                  </a:lnTo>
                  <a:lnTo>
                    <a:pt x="2878353" y="1192517"/>
                  </a:lnTo>
                  <a:lnTo>
                    <a:pt x="2871343" y="1199146"/>
                  </a:lnTo>
                  <a:lnTo>
                    <a:pt x="2867279" y="1208278"/>
                  </a:lnTo>
                  <a:lnTo>
                    <a:pt x="2867050" y="1218285"/>
                  </a:lnTo>
                  <a:lnTo>
                    <a:pt x="2870555" y="1227264"/>
                  </a:lnTo>
                  <a:lnTo>
                    <a:pt x="2877185" y="1234249"/>
                  </a:lnTo>
                  <a:lnTo>
                    <a:pt x="2886329" y="1238250"/>
                  </a:lnTo>
                  <a:lnTo>
                    <a:pt x="2896324" y="1238478"/>
                  </a:lnTo>
                  <a:lnTo>
                    <a:pt x="2905328" y="1234973"/>
                  </a:lnTo>
                  <a:lnTo>
                    <a:pt x="2912338" y="1228344"/>
                  </a:lnTo>
                  <a:lnTo>
                    <a:pt x="2916428" y="1219200"/>
                  </a:lnTo>
                  <a:lnTo>
                    <a:pt x="2916644" y="1209268"/>
                  </a:lnTo>
                  <a:close/>
                </a:path>
                <a:path w="3524250" h="2559685">
                  <a:moveTo>
                    <a:pt x="2973641" y="2286800"/>
                  </a:moveTo>
                  <a:lnTo>
                    <a:pt x="2972028" y="2277287"/>
                  </a:lnTo>
                  <a:lnTo>
                    <a:pt x="2966961" y="2269096"/>
                  </a:lnTo>
                  <a:lnTo>
                    <a:pt x="2958846" y="2263267"/>
                  </a:lnTo>
                  <a:lnTo>
                    <a:pt x="2949092" y="2261057"/>
                  </a:lnTo>
                  <a:lnTo>
                    <a:pt x="2939580" y="2262695"/>
                  </a:lnTo>
                  <a:lnTo>
                    <a:pt x="2931388" y="2267775"/>
                  </a:lnTo>
                  <a:lnTo>
                    <a:pt x="2925572" y="2275840"/>
                  </a:lnTo>
                  <a:lnTo>
                    <a:pt x="2923349" y="2285593"/>
                  </a:lnTo>
                  <a:lnTo>
                    <a:pt x="2925000" y="2295106"/>
                  </a:lnTo>
                  <a:lnTo>
                    <a:pt x="2930067" y="2303297"/>
                  </a:lnTo>
                  <a:lnTo>
                    <a:pt x="2938145" y="2309114"/>
                  </a:lnTo>
                  <a:lnTo>
                    <a:pt x="2938272" y="2309114"/>
                  </a:lnTo>
                  <a:lnTo>
                    <a:pt x="2947962" y="2311349"/>
                  </a:lnTo>
                  <a:lnTo>
                    <a:pt x="2957461" y="2309736"/>
                  </a:lnTo>
                  <a:lnTo>
                    <a:pt x="2965640" y="2304669"/>
                  </a:lnTo>
                  <a:lnTo>
                    <a:pt x="2971419" y="2296541"/>
                  </a:lnTo>
                  <a:lnTo>
                    <a:pt x="2973641" y="2286800"/>
                  </a:lnTo>
                  <a:close/>
                </a:path>
                <a:path w="3524250" h="2559685">
                  <a:moveTo>
                    <a:pt x="3014815" y="1231188"/>
                  </a:moveTo>
                  <a:lnTo>
                    <a:pt x="3011309" y="1222235"/>
                  </a:lnTo>
                  <a:lnTo>
                    <a:pt x="3004680" y="1215263"/>
                  </a:lnTo>
                  <a:lnTo>
                    <a:pt x="2995549" y="1211199"/>
                  </a:lnTo>
                  <a:lnTo>
                    <a:pt x="2985541" y="1210983"/>
                  </a:lnTo>
                  <a:lnTo>
                    <a:pt x="2976537" y="1214488"/>
                  </a:lnTo>
                  <a:lnTo>
                    <a:pt x="2969526" y="1221117"/>
                  </a:lnTo>
                  <a:lnTo>
                    <a:pt x="2965450" y="1230249"/>
                  </a:lnTo>
                  <a:lnTo>
                    <a:pt x="2965297" y="1240193"/>
                  </a:lnTo>
                  <a:lnTo>
                    <a:pt x="2968828" y="1249146"/>
                  </a:lnTo>
                  <a:lnTo>
                    <a:pt x="2975432" y="1256157"/>
                  </a:lnTo>
                  <a:lnTo>
                    <a:pt x="2984500" y="1260221"/>
                  </a:lnTo>
                  <a:lnTo>
                    <a:pt x="2994609" y="1260449"/>
                  </a:lnTo>
                  <a:lnTo>
                    <a:pt x="3003562" y="1256944"/>
                  </a:lnTo>
                  <a:lnTo>
                    <a:pt x="3010535" y="1250315"/>
                  </a:lnTo>
                  <a:lnTo>
                    <a:pt x="3014599" y="1241171"/>
                  </a:lnTo>
                  <a:lnTo>
                    <a:pt x="3014815" y="1231188"/>
                  </a:lnTo>
                  <a:close/>
                </a:path>
                <a:path w="3524250" h="2559685">
                  <a:moveTo>
                    <a:pt x="3065449" y="2328126"/>
                  </a:moveTo>
                  <a:lnTo>
                    <a:pt x="3063811" y="2318626"/>
                  </a:lnTo>
                  <a:lnTo>
                    <a:pt x="3058731" y="2310447"/>
                  </a:lnTo>
                  <a:lnTo>
                    <a:pt x="3050667" y="2304669"/>
                  </a:lnTo>
                  <a:lnTo>
                    <a:pt x="3050540" y="2304542"/>
                  </a:lnTo>
                  <a:lnTo>
                    <a:pt x="3040837" y="2302332"/>
                  </a:lnTo>
                  <a:lnTo>
                    <a:pt x="3031337" y="2303996"/>
                  </a:lnTo>
                  <a:lnTo>
                    <a:pt x="3023158" y="2309101"/>
                  </a:lnTo>
                  <a:lnTo>
                    <a:pt x="3017393" y="2317242"/>
                  </a:lnTo>
                  <a:lnTo>
                    <a:pt x="3015157" y="2326944"/>
                  </a:lnTo>
                  <a:lnTo>
                    <a:pt x="3016770" y="2336444"/>
                  </a:lnTo>
                  <a:lnTo>
                    <a:pt x="3021838" y="2344623"/>
                  </a:lnTo>
                  <a:lnTo>
                    <a:pt x="3029966" y="2350389"/>
                  </a:lnTo>
                  <a:lnTo>
                    <a:pt x="3029966" y="2350516"/>
                  </a:lnTo>
                  <a:lnTo>
                    <a:pt x="3039707" y="2352738"/>
                  </a:lnTo>
                  <a:lnTo>
                    <a:pt x="3049219" y="2351074"/>
                  </a:lnTo>
                  <a:lnTo>
                    <a:pt x="3057410" y="2345969"/>
                  </a:lnTo>
                  <a:lnTo>
                    <a:pt x="3063240" y="2337816"/>
                  </a:lnTo>
                  <a:lnTo>
                    <a:pt x="3065449" y="2328126"/>
                  </a:lnTo>
                  <a:close/>
                </a:path>
                <a:path w="3524250" h="2559685">
                  <a:moveTo>
                    <a:pt x="3157207" y="2369477"/>
                  </a:moveTo>
                  <a:lnTo>
                    <a:pt x="3155556" y="2359964"/>
                  </a:lnTo>
                  <a:lnTo>
                    <a:pt x="3150476" y="2351773"/>
                  </a:lnTo>
                  <a:lnTo>
                    <a:pt x="3142361" y="2345944"/>
                  </a:lnTo>
                  <a:lnTo>
                    <a:pt x="3132607" y="2343721"/>
                  </a:lnTo>
                  <a:lnTo>
                    <a:pt x="3123095" y="2345334"/>
                  </a:lnTo>
                  <a:lnTo>
                    <a:pt x="3114903" y="2350401"/>
                  </a:lnTo>
                  <a:lnTo>
                    <a:pt x="3109087" y="2358517"/>
                  </a:lnTo>
                  <a:lnTo>
                    <a:pt x="3106864" y="2368270"/>
                  </a:lnTo>
                  <a:lnTo>
                    <a:pt x="3108502" y="2377783"/>
                  </a:lnTo>
                  <a:lnTo>
                    <a:pt x="3113582" y="2385974"/>
                  </a:lnTo>
                  <a:lnTo>
                    <a:pt x="3121660" y="2391791"/>
                  </a:lnTo>
                  <a:lnTo>
                    <a:pt x="3121787" y="2391791"/>
                  </a:lnTo>
                  <a:lnTo>
                    <a:pt x="3131477" y="2394013"/>
                  </a:lnTo>
                  <a:lnTo>
                    <a:pt x="3140989" y="2392362"/>
                  </a:lnTo>
                  <a:lnTo>
                    <a:pt x="3149219" y="2387295"/>
                  </a:lnTo>
                  <a:lnTo>
                    <a:pt x="3155061" y="2379218"/>
                  </a:lnTo>
                  <a:lnTo>
                    <a:pt x="3157207" y="2369477"/>
                  </a:lnTo>
                  <a:close/>
                </a:path>
                <a:path w="3524250" h="2559685">
                  <a:moveTo>
                    <a:pt x="3248964" y="2410752"/>
                  </a:moveTo>
                  <a:lnTo>
                    <a:pt x="3247326" y="2401239"/>
                  </a:lnTo>
                  <a:lnTo>
                    <a:pt x="3242246" y="2393048"/>
                  </a:lnTo>
                  <a:lnTo>
                    <a:pt x="3234182" y="2387219"/>
                  </a:lnTo>
                  <a:lnTo>
                    <a:pt x="3234055" y="2387219"/>
                  </a:lnTo>
                  <a:lnTo>
                    <a:pt x="3224352" y="2385009"/>
                  </a:lnTo>
                  <a:lnTo>
                    <a:pt x="3214852" y="2386647"/>
                  </a:lnTo>
                  <a:lnTo>
                    <a:pt x="3206673" y="2391727"/>
                  </a:lnTo>
                  <a:lnTo>
                    <a:pt x="3200908" y="2399792"/>
                  </a:lnTo>
                  <a:lnTo>
                    <a:pt x="3198672" y="2409545"/>
                  </a:lnTo>
                  <a:lnTo>
                    <a:pt x="3200285" y="2419058"/>
                  </a:lnTo>
                  <a:lnTo>
                    <a:pt x="3205353" y="2427249"/>
                  </a:lnTo>
                  <a:lnTo>
                    <a:pt x="3213481" y="2433066"/>
                  </a:lnTo>
                  <a:lnTo>
                    <a:pt x="3223222" y="2435301"/>
                  </a:lnTo>
                  <a:lnTo>
                    <a:pt x="3232734" y="2433688"/>
                  </a:lnTo>
                  <a:lnTo>
                    <a:pt x="3240925" y="2428621"/>
                  </a:lnTo>
                  <a:lnTo>
                    <a:pt x="3246755" y="2420493"/>
                  </a:lnTo>
                  <a:lnTo>
                    <a:pt x="3248964" y="2410752"/>
                  </a:lnTo>
                  <a:close/>
                </a:path>
                <a:path w="3524250" h="2559685">
                  <a:moveTo>
                    <a:pt x="3340735" y="2452154"/>
                  </a:moveTo>
                  <a:lnTo>
                    <a:pt x="3339084" y="2442641"/>
                  </a:lnTo>
                  <a:lnTo>
                    <a:pt x="3334004" y="2434450"/>
                  </a:lnTo>
                  <a:lnTo>
                    <a:pt x="3325876" y="2428621"/>
                  </a:lnTo>
                  <a:lnTo>
                    <a:pt x="3316122" y="2426398"/>
                  </a:lnTo>
                  <a:lnTo>
                    <a:pt x="3306610" y="2428011"/>
                  </a:lnTo>
                  <a:lnTo>
                    <a:pt x="3298418" y="2433078"/>
                  </a:lnTo>
                  <a:lnTo>
                    <a:pt x="3292602" y="2441194"/>
                  </a:lnTo>
                  <a:lnTo>
                    <a:pt x="3290379" y="2450896"/>
                  </a:lnTo>
                  <a:lnTo>
                    <a:pt x="3292017" y="2460409"/>
                  </a:lnTo>
                  <a:lnTo>
                    <a:pt x="3297097" y="2468626"/>
                  </a:lnTo>
                  <a:lnTo>
                    <a:pt x="3305175" y="2474468"/>
                  </a:lnTo>
                  <a:lnTo>
                    <a:pt x="3305302" y="2474468"/>
                  </a:lnTo>
                  <a:lnTo>
                    <a:pt x="3314992" y="2476690"/>
                  </a:lnTo>
                  <a:lnTo>
                    <a:pt x="3324504" y="2475039"/>
                  </a:lnTo>
                  <a:lnTo>
                    <a:pt x="3332734" y="2469972"/>
                  </a:lnTo>
                  <a:lnTo>
                    <a:pt x="3338576" y="2461895"/>
                  </a:lnTo>
                  <a:lnTo>
                    <a:pt x="3340735" y="2452154"/>
                  </a:lnTo>
                  <a:close/>
                </a:path>
                <a:path w="3524250" h="2559685">
                  <a:moveTo>
                    <a:pt x="3432479" y="2493429"/>
                  </a:moveTo>
                  <a:lnTo>
                    <a:pt x="3430841" y="2483916"/>
                  </a:lnTo>
                  <a:lnTo>
                    <a:pt x="3425761" y="2475725"/>
                  </a:lnTo>
                  <a:lnTo>
                    <a:pt x="3417697" y="2469896"/>
                  </a:lnTo>
                  <a:lnTo>
                    <a:pt x="3417570" y="2469896"/>
                  </a:lnTo>
                  <a:lnTo>
                    <a:pt x="3407867" y="2467673"/>
                  </a:lnTo>
                  <a:lnTo>
                    <a:pt x="3398367" y="2469286"/>
                  </a:lnTo>
                  <a:lnTo>
                    <a:pt x="3390188" y="2474353"/>
                  </a:lnTo>
                  <a:lnTo>
                    <a:pt x="3384423" y="2482469"/>
                  </a:lnTo>
                  <a:lnTo>
                    <a:pt x="3382187" y="2492222"/>
                  </a:lnTo>
                  <a:lnTo>
                    <a:pt x="3383800" y="2501735"/>
                  </a:lnTo>
                  <a:lnTo>
                    <a:pt x="3388868" y="2509926"/>
                  </a:lnTo>
                  <a:lnTo>
                    <a:pt x="3396996" y="2515743"/>
                  </a:lnTo>
                  <a:lnTo>
                    <a:pt x="3406737" y="2517978"/>
                  </a:lnTo>
                  <a:lnTo>
                    <a:pt x="3416249" y="2516365"/>
                  </a:lnTo>
                  <a:lnTo>
                    <a:pt x="3424440" y="2511298"/>
                  </a:lnTo>
                  <a:lnTo>
                    <a:pt x="3430270" y="2503170"/>
                  </a:lnTo>
                  <a:lnTo>
                    <a:pt x="3432479" y="2493429"/>
                  </a:lnTo>
                  <a:close/>
                </a:path>
                <a:path w="3524250" h="2559685">
                  <a:moveTo>
                    <a:pt x="3524250" y="2534755"/>
                  </a:moveTo>
                  <a:lnTo>
                    <a:pt x="3522599" y="2525242"/>
                  </a:lnTo>
                  <a:lnTo>
                    <a:pt x="3517519" y="2517013"/>
                  </a:lnTo>
                  <a:lnTo>
                    <a:pt x="3509391" y="2511171"/>
                  </a:lnTo>
                  <a:lnTo>
                    <a:pt x="3499637" y="2508961"/>
                  </a:lnTo>
                  <a:lnTo>
                    <a:pt x="3490125" y="2510625"/>
                  </a:lnTo>
                  <a:lnTo>
                    <a:pt x="3481933" y="2515730"/>
                  </a:lnTo>
                  <a:lnTo>
                    <a:pt x="3476117" y="2523871"/>
                  </a:lnTo>
                  <a:lnTo>
                    <a:pt x="3473894" y="2533561"/>
                  </a:lnTo>
                  <a:lnTo>
                    <a:pt x="3475545" y="2543022"/>
                  </a:lnTo>
                  <a:lnTo>
                    <a:pt x="3480612" y="2551201"/>
                  </a:lnTo>
                  <a:lnTo>
                    <a:pt x="3488690" y="2557018"/>
                  </a:lnTo>
                  <a:lnTo>
                    <a:pt x="3488817" y="2557145"/>
                  </a:lnTo>
                  <a:lnTo>
                    <a:pt x="3498507" y="2559304"/>
                  </a:lnTo>
                  <a:lnTo>
                    <a:pt x="3508019" y="2557653"/>
                  </a:lnTo>
                  <a:lnTo>
                    <a:pt x="3516249" y="2552573"/>
                  </a:lnTo>
                  <a:lnTo>
                    <a:pt x="3522091" y="2544445"/>
                  </a:lnTo>
                  <a:lnTo>
                    <a:pt x="3524250" y="2534755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31564" y="2759329"/>
              <a:ext cx="420370" cy="239395"/>
            </a:xfrm>
            <a:custGeom>
              <a:avLst/>
              <a:gdLst/>
              <a:ahLst/>
              <a:cxnLst/>
              <a:rect l="l" t="t" r="r" b="b"/>
              <a:pathLst>
                <a:path w="420370" h="239394">
                  <a:moveTo>
                    <a:pt x="138010" y="112013"/>
                  </a:moveTo>
                  <a:lnTo>
                    <a:pt x="48133" y="112013"/>
                  </a:lnTo>
                  <a:lnTo>
                    <a:pt x="118237" y="128016"/>
                  </a:lnTo>
                  <a:lnTo>
                    <a:pt x="123698" y="176784"/>
                  </a:lnTo>
                  <a:lnTo>
                    <a:pt x="146685" y="182118"/>
                  </a:lnTo>
                  <a:lnTo>
                    <a:pt x="138010" y="112013"/>
                  </a:lnTo>
                  <a:close/>
                </a:path>
                <a:path w="420370" h="239394">
                  <a:moveTo>
                    <a:pt x="96138" y="0"/>
                  </a:moveTo>
                  <a:lnTo>
                    <a:pt x="0" y="148462"/>
                  </a:lnTo>
                  <a:lnTo>
                    <a:pt x="21971" y="153416"/>
                  </a:lnTo>
                  <a:lnTo>
                    <a:pt x="48133" y="112013"/>
                  </a:lnTo>
                  <a:lnTo>
                    <a:pt x="138010" y="112013"/>
                  </a:lnTo>
                  <a:lnTo>
                    <a:pt x="137523" y="108076"/>
                  </a:lnTo>
                  <a:lnTo>
                    <a:pt x="115824" y="108076"/>
                  </a:lnTo>
                  <a:lnTo>
                    <a:pt x="58927" y="94996"/>
                  </a:lnTo>
                  <a:lnTo>
                    <a:pt x="105663" y="21971"/>
                  </a:lnTo>
                  <a:lnTo>
                    <a:pt x="126869" y="21971"/>
                  </a:lnTo>
                  <a:lnTo>
                    <a:pt x="124968" y="6604"/>
                  </a:lnTo>
                  <a:lnTo>
                    <a:pt x="96138" y="0"/>
                  </a:lnTo>
                  <a:close/>
                </a:path>
                <a:path w="420370" h="239394">
                  <a:moveTo>
                    <a:pt x="126869" y="21971"/>
                  </a:moveTo>
                  <a:lnTo>
                    <a:pt x="105663" y="21971"/>
                  </a:lnTo>
                  <a:lnTo>
                    <a:pt x="115824" y="108076"/>
                  </a:lnTo>
                  <a:lnTo>
                    <a:pt x="137523" y="108076"/>
                  </a:lnTo>
                  <a:lnTo>
                    <a:pt x="126869" y="21971"/>
                  </a:lnTo>
                  <a:close/>
                </a:path>
                <a:path w="420370" h="239394">
                  <a:moveTo>
                    <a:pt x="169163" y="155448"/>
                  </a:moveTo>
                  <a:lnTo>
                    <a:pt x="163830" y="178308"/>
                  </a:lnTo>
                  <a:lnTo>
                    <a:pt x="168401" y="182118"/>
                  </a:lnTo>
                  <a:lnTo>
                    <a:pt x="174117" y="185800"/>
                  </a:lnTo>
                  <a:lnTo>
                    <a:pt x="216535" y="200507"/>
                  </a:lnTo>
                  <a:lnTo>
                    <a:pt x="227012" y="200802"/>
                  </a:lnTo>
                  <a:lnTo>
                    <a:pt x="236537" y="199503"/>
                  </a:lnTo>
                  <a:lnTo>
                    <a:pt x="245110" y="196596"/>
                  </a:lnTo>
                  <a:lnTo>
                    <a:pt x="252495" y="192236"/>
                  </a:lnTo>
                  <a:lnTo>
                    <a:pt x="258286" y="186769"/>
                  </a:lnTo>
                  <a:lnTo>
                    <a:pt x="260126" y="183896"/>
                  </a:lnTo>
                  <a:lnTo>
                    <a:pt x="227202" y="183896"/>
                  </a:lnTo>
                  <a:lnTo>
                    <a:pt x="219837" y="183769"/>
                  </a:lnTo>
                  <a:lnTo>
                    <a:pt x="181863" y="167512"/>
                  </a:lnTo>
                  <a:lnTo>
                    <a:pt x="170180" y="155701"/>
                  </a:lnTo>
                  <a:lnTo>
                    <a:pt x="169163" y="155448"/>
                  </a:lnTo>
                  <a:close/>
                </a:path>
                <a:path w="420370" h="239394">
                  <a:moveTo>
                    <a:pt x="225298" y="70231"/>
                  </a:moveTo>
                  <a:lnTo>
                    <a:pt x="211836" y="71247"/>
                  </a:lnTo>
                  <a:lnTo>
                    <a:pt x="206121" y="72771"/>
                  </a:lnTo>
                  <a:lnTo>
                    <a:pt x="201295" y="75311"/>
                  </a:lnTo>
                  <a:lnTo>
                    <a:pt x="196214" y="77850"/>
                  </a:lnTo>
                  <a:lnTo>
                    <a:pt x="181075" y="107569"/>
                  </a:lnTo>
                  <a:lnTo>
                    <a:pt x="181610" y="113665"/>
                  </a:lnTo>
                  <a:lnTo>
                    <a:pt x="212344" y="141605"/>
                  </a:lnTo>
                  <a:lnTo>
                    <a:pt x="216788" y="143510"/>
                  </a:lnTo>
                  <a:lnTo>
                    <a:pt x="224917" y="147193"/>
                  </a:lnTo>
                  <a:lnTo>
                    <a:pt x="244856" y="165481"/>
                  </a:lnTo>
                  <a:lnTo>
                    <a:pt x="243712" y="170180"/>
                  </a:lnTo>
                  <a:lnTo>
                    <a:pt x="242315" y="176530"/>
                  </a:lnTo>
                  <a:lnTo>
                    <a:pt x="238633" y="180467"/>
                  </a:lnTo>
                  <a:lnTo>
                    <a:pt x="232918" y="182245"/>
                  </a:lnTo>
                  <a:lnTo>
                    <a:pt x="227202" y="183896"/>
                  </a:lnTo>
                  <a:lnTo>
                    <a:pt x="260126" y="183896"/>
                  </a:lnTo>
                  <a:lnTo>
                    <a:pt x="262505" y="180183"/>
                  </a:lnTo>
                  <a:lnTo>
                    <a:pt x="265175" y="172466"/>
                  </a:lnTo>
                  <a:lnTo>
                    <a:pt x="267208" y="163575"/>
                  </a:lnTo>
                  <a:lnTo>
                    <a:pt x="266319" y="155829"/>
                  </a:lnTo>
                  <a:lnTo>
                    <a:pt x="258445" y="142875"/>
                  </a:lnTo>
                  <a:lnTo>
                    <a:pt x="251968" y="137413"/>
                  </a:lnTo>
                  <a:lnTo>
                    <a:pt x="242950" y="133096"/>
                  </a:lnTo>
                  <a:lnTo>
                    <a:pt x="240030" y="131572"/>
                  </a:lnTo>
                  <a:lnTo>
                    <a:pt x="236347" y="129921"/>
                  </a:lnTo>
                  <a:lnTo>
                    <a:pt x="231775" y="128016"/>
                  </a:lnTo>
                  <a:lnTo>
                    <a:pt x="227330" y="126111"/>
                  </a:lnTo>
                  <a:lnTo>
                    <a:pt x="203073" y="105537"/>
                  </a:lnTo>
                  <a:lnTo>
                    <a:pt x="204343" y="100457"/>
                  </a:lnTo>
                  <a:lnTo>
                    <a:pt x="205612" y="94869"/>
                  </a:lnTo>
                  <a:lnTo>
                    <a:pt x="209169" y="91186"/>
                  </a:lnTo>
                  <a:lnTo>
                    <a:pt x="214884" y="89535"/>
                  </a:lnTo>
                  <a:lnTo>
                    <a:pt x="220725" y="87757"/>
                  </a:lnTo>
                  <a:lnTo>
                    <a:pt x="274906" y="87757"/>
                  </a:lnTo>
                  <a:lnTo>
                    <a:pt x="274447" y="87375"/>
                  </a:lnTo>
                  <a:lnTo>
                    <a:pt x="232537" y="70738"/>
                  </a:lnTo>
                  <a:lnTo>
                    <a:pt x="225298" y="70231"/>
                  </a:lnTo>
                  <a:close/>
                </a:path>
                <a:path w="420370" h="239394">
                  <a:moveTo>
                    <a:pt x="274906" y="87757"/>
                  </a:moveTo>
                  <a:lnTo>
                    <a:pt x="227330" y="87757"/>
                  </a:lnTo>
                  <a:lnTo>
                    <a:pt x="242062" y="91186"/>
                  </a:lnTo>
                  <a:lnTo>
                    <a:pt x="249047" y="94234"/>
                  </a:lnTo>
                  <a:lnTo>
                    <a:pt x="262763" y="102870"/>
                  </a:lnTo>
                  <a:lnTo>
                    <a:pt x="268350" y="107569"/>
                  </a:lnTo>
                  <a:lnTo>
                    <a:pt x="272669" y="112649"/>
                  </a:lnTo>
                  <a:lnTo>
                    <a:pt x="273812" y="112903"/>
                  </a:lnTo>
                  <a:lnTo>
                    <a:pt x="278892" y="91059"/>
                  </a:lnTo>
                  <a:lnTo>
                    <a:pt x="274906" y="87757"/>
                  </a:lnTo>
                  <a:close/>
                </a:path>
                <a:path w="420370" h="239394">
                  <a:moveTo>
                    <a:pt x="355942" y="168910"/>
                  </a:moveTo>
                  <a:lnTo>
                    <a:pt x="332994" y="168910"/>
                  </a:lnTo>
                  <a:lnTo>
                    <a:pt x="369570" y="233299"/>
                  </a:lnTo>
                  <a:lnTo>
                    <a:pt x="396494" y="239395"/>
                  </a:lnTo>
                  <a:lnTo>
                    <a:pt x="355942" y="168910"/>
                  </a:lnTo>
                  <a:close/>
                </a:path>
                <a:path w="420370" h="239394">
                  <a:moveTo>
                    <a:pt x="325882" y="45085"/>
                  </a:moveTo>
                  <a:lnTo>
                    <a:pt x="287020" y="214249"/>
                  </a:lnTo>
                  <a:lnTo>
                    <a:pt x="307467" y="218948"/>
                  </a:lnTo>
                  <a:lnTo>
                    <a:pt x="316864" y="178435"/>
                  </a:lnTo>
                  <a:lnTo>
                    <a:pt x="332994" y="168910"/>
                  </a:lnTo>
                  <a:lnTo>
                    <a:pt x="355942" y="168910"/>
                  </a:lnTo>
                  <a:lnTo>
                    <a:pt x="350900" y="160147"/>
                  </a:lnTo>
                  <a:lnTo>
                    <a:pt x="353960" y="158242"/>
                  </a:lnTo>
                  <a:lnTo>
                    <a:pt x="321437" y="158242"/>
                  </a:lnTo>
                  <a:lnTo>
                    <a:pt x="346329" y="49784"/>
                  </a:lnTo>
                  <a:lnTo>
                    <a:pt x="325882" y="45085"/>
                  </a:lnTo>
                  <a:close/>
                </a:path>
                <a:path w="420370" h="239394">
                  <a:moveTo>
                    <a:pt x="394462" y="110998"/>
                  </a:moveTo>
                  <a:lnTo>
                    <a:pt x="321437" y="158242"/>
                  </a:lnTo>
                  <a:lnTo>
                    <a:pt x="353960" y="158242"/>
                  </a:lnTo>
                  <a:lnTo>
                    <a:pt x="420243" y="116967"/>
                  </a:lnTo>
                  <a:lnTo>
                    <a:pt x="394462" y="1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129845" y="2906954"/>
              <a:ext cx="1392082" cy="42997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882136" y="3543426"/>
              <a:ext cx="2439380" cy="120357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58583" y="4226052"/>
              <a:ext cx="2007235" cy="334010"/>
            </a:xfrm>
            <a:custGeom>
              <a:avLst/>
              <a:gdLst/>
              <a:ahLst/>
              <a:cxnLst/>
              <a:rect l="l" t="t" r="r" b="b"/>
              <a:pathLst>
                <a:path w="2007234" h="334010">
                  <a:moveTo>
                    <a:pt x="0" y="13970"/>
                  </a:moveTo>
                  <a:lnTo>
                    <a:pt x="0" y="6223"/>
                  </a:lnTo>
                  <a:lnTo>
                    <a:pt x="6223" y="0"/>
                  </a:lnTo>
                  <a:lnTo>
                    <a:pt x="13970" y="0"/>
                  </a:lnTo>
                  <a:lnTo>
                    <a:pt x="1993138" y="0"/>
                  </a:lnTo>
                  <a:lnTo>
                    <a:pt x="2000885" y="0"/>
                  </a:lnTo>
                  <a:lnTo>
                    <a:pt x="2007108" y="6223"/>
                  </a:lnTo>
                  <a:lnTo>
                    <a:pt x="2007108" y="13970"/>
                  </a:lnTo>
                  <a:lnTo>
                    <a:pt x="2007108" y="319786"/>
                  </a:lnTo>
                  <a:lnTo>
                    <a:pt x="2007108" y="327533"/>
                  </a:lnTo>
                  <a:lnTo>
                    <a:pt x="2000885" y="333756"/>
                  </a:lnTo>
                  <a:lnTo>
                    <a:pt x="1993138" y="333756"/>
                  </a:lnTo>
                  <a:lnTo>
                    <a:pt x="13970" y="333756"/>
                  </a:lnTo>
                  <a:lnTo>
                    <a:pt x="6223" y="333756"/>
                  </a:lnTo>
                  <a:lnTo>
                    <a:pt x="0" y="327533"/>
                  </a:lnTo>
                  <a:lnTo>
                    <a:pt x="0" y="319786"/>
                  </a:lnTo>
                  <a:lnTo>
                    <a:pt x="0" y="13970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0" y="638555"/>
            <a:ext cx="9144000" cy="5905500"/>
            <a:chOff x="0" y="638555"/>
            <a:chExt cx="9144000" cy="5905500"/>
          </a:xfrm>
        </p:grpSpPr>
        <p:sp>
          <p:nvSpPr>
            <p:cNvPr id="50" name="object 50"/>
            <p:cNvSpPr/>
            <p:nvPr/>
          </p:nvSpPr>
          <p:spPr>
            <a:xfrm>
              <a:off x="0" y="638555"/>
              <a:ext cx="9144000" cy="5905500"/>
            </a:xfrm>
            <a:custGeom>
              <a:avLst/>
              <a:gdLst/>
              <a:ahLst/>
              <a:cxnLst/>
              <a:rect l="l" t="t" r="r" b="b"/>
              <a:pathLst>
                <a:path w="9144000" h="5905500">
                  <a:moveTo>
                    <a:pt x="9144000" y="0"/>
                  </a:moveTo>
                  <a:lnTo>
                    <a:pt x="0" y="0"/>
                  </a:lnTo>
                  <a:lnTo>
                    <a:pt x="0" y="5905500"/>
                  </a:lnTo>
                  <a:lnTo>
                    <a:pt x="9144000" y="59055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95071" y="1850136"/>
              <a:ext cx="8754110" cy="4602480"/>
            </a:xfrm>
            <a:custGeom>
              <a:avLst/>
              <a:gdLst/>
              <a:ahLst/>
              <a:cxnLst/>
              <a:rect l="l" t="t" r="r" b="b"/>
              <a:pathLst>
                <a:path w="8754110" h="4602480">
                  <a:moveTo>
                    <a:pt x="8562086" y="0"/>
                  </a:moveTo>
                  <a:lnTo>
                    <a:pt x="191782" y="0"/>
                  </a:lnTo>
                  <a:lnTo>
                    <a:pt x="147808" y="5064"/>
                  </a:lnTo>
                  <a:lnTo>
                    <a:pt x="107441" y="19490"/>
                  </a:lnTo>
                  <a:lnTo>
                    <a:pt x="71832" y="42127"/>
                  </a:lnTo>
                  <a:lnTo>
                    <a:pt x="42132" y="71824"/>
                  </a:lnTo>
                  <a:lnTo>
                    <a:pt x="19493" y="107431"/>
                  </a:lnTo>
                  <a:lnTo>
                    <a:pt x="5065" y="147796"/>
                  </a:lnTo>
                  <a:lnTo>
                    <a:pt x="0" y="191769"/>
                  </a:lnTo>
                  <a:lnTo>
                    <a:pt x="0" y="4410697"/>
                  </a:lnTo>
                  <a:lnTo>
                    <a:pt x="5065" y="4454671"/>
                  </a:lnTo>
                  <a:lnTo>
                    <a:pt x="19493" y="4495038"/>
                  </a:lnTo>
                  <a:lnTo>
                    <a:pt x="42132" y="4530647"/>
                  </a:lnTo>
                  <a:lnTo>
                    <a:pt x="71832" y="4560347"/>
                  </a:lnTo>
                  <a:lnTo>
                    <a:pt x="107441" y="4582986"/>
                  </a:lnTo>
                  <a:lnTo>
                    <a:pt x="147808" y="4597414"/>
                  </a:lnTo>
                  <a:lnTo>
                    <a:pt x="191782" y="4602480"/>
                  </a:lnTo>
                  <a:lnTo>
                    <a:pt x="8562086" y="4602480"/>
                  </a:lnTo>
                  <a:lnTo>
                    <a:pt x="8606059" y="4597414"/>
                  </a:lnTo>
                  <a:lnTo>
                    <a:pt x="8646424" y="4582986"/>
                  </a:lnTo>
                  <a:lnTo>
                    <a:pt x="8682031" y="4560347"/>
                  </a:lnTo>
                  <a:lnTo>
                    <a:pt x="8711728" y="4530647"/>
                  </a:lnTo>
                  <a:lnTo>
                    <a:pt x="8734365" y="4495038"/>
                  </a:lnTo>
                  <a:lnTo>
                    <a:pt x="8748791" y="4454671"/>
                  </a:lnTo>
                  <a:lnTo>
                    <a:pt x="8753856" y="4410697"/>
                  </a:lnTo>
                  <a:lnTo>
                    <a:pt x="8753856" y="191769"/>
                  </a:lnTo>
                  <a:lnTo>
                    <a:pt x="8748791" y="147796"/>
                  </a:lnTo>
                  <a:lnTo>
                    <a:pt x="8734365" y="107431"/>
                  </a:lnTo>
                  <a:lnTo>
                    <a:pt x="8711728" y="71824"/>
                  </a:lnTo>
                  <a:lnTo>
                    <a:pt x="8682031" y="42127"/>
                  </a:lnTo>
                  <a:lnTo>
                    <a:pt x="8646424" y="19490"/>
                  </a:lnTo>
                  <a:lnTo>
                    <a:pt x="8606059" y="5064"/>
                  </a:lnTo>
                  <a:lnTo>
                    <a:pt x="8562086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95071" y="1850136"/>
              <a:ext cx="8754110" cy="4602480"/>
            </a:xfrm>
            <a:custGeom>
              <a:avLst/>
              <a:gdLst/>
              <a:ahLst/>
              <a:cxnLst/>
              <a:rect l="l" t="t" r="r" b="b"/>
              <a:pathLst>
                <a:path w="8754110" h="4602480">
                  <a:moveTo>
                    <a:pt x="0" y="191769"/>
                  </a:moveTo>
                  <a:lnTo>
                    <a:pt x="5065" y="147796"/>
                  </a:lnTo>
                  <a:lnTo>
                    <a:pt x="19493" y="107431"/>
                  </a:lnTo>
                  <a:lnTo>
                    <a:pt x="42132" y="71824"/>
                  </a:lnTo>
                  <a:lnTo>
                    <a:pt x="71832" y="42127"/>
                  </a:lnTo>
                  <a:lnTo>
                    <a:pt x="107441" y="19490"/>
                  </a:lnTo>
                  <a:lnTo>
                    <a:pt x="147808" y="5064"/>
                  </a:lnTo>
                  <a:lnTo>
                    <a:pt x="191782" y="0"/>
                  </a:lnTo>
                  <a:lnTo>
                    <a:pt x="8562086" y="0"/>
                  </a:lnTo>
                  <a:lnTo>
                    <a:pt x="8606059" y="5064"/>
                  </a:lnTo>
                  <a:lnTo>
                    <a:pt x="8646424" y="19490"/>
                  </a:lnTo>
                  <a:lnTo>
                    <a:pt x="8682031" y="42127"/>
                  </a:lnTo>
                  <a:lnTo>
                    <a:pt x="8711728" y="71824"/>
                  </a:lnTo>
                  <a:lnTo>
                    <a:pt x="8734365" y="107431"/>
                  </a:lnTo>
                  <a:lnTo>
                    <a:pt x="8748791" y="147796"/>
                  </a:lnTo>
                  <a:lnTo>
                    <a:pt x="8753856" y="191769"/>
                  </a:lnTo>
                  <a:lnTo>
                    <a:pt x="8753856" y="4410697"/>
                  </a:lnTo>
                  <a:lnTo>
                    <a:pt x="8748791" y="4454671"/>
                  </a:lnTo>
                  <a:lnTo>
                    <a:pt x="8734365" y="4495038"/>
                  </a:lnTo>
                  <a:lnTo>
                    <a:pt x="8711728" y="4530647"/>
                  </a:lnTo>
                  <a:lnTo>
                    <a:pt x="8682031" y="4560347"/>
                  </a:lnTo>
                  <a:lnTo>
                    <a:pt x="8646424" y="4582986"/>
                  </a:lnTo>
                  <a:lnTo>
                    <a:pt x="8606059" y="4597414"/>
                  </a:lnTo>
                  <a:lnTo>
                    <a:pt x="8562086" y="4602480"/>
                  </a:lnTo>
                  <a:lnTo>
                    <a:pt x="191782" y="4602480"/>
                  </a:lnTo>
                  <a:lnTo>
                    <a:pt x="147808" y="4597414"/>
                  </a:lnTo>
                  <a:lnTo>
                    <a:pt x="107441" y="4582986"/>
                  </a:lnTo>
                  <a:lnTo>
                    <a:pt x="71832" y="4560347"/>
                  </a:lnTo>
                  <a:lnTo>
                    <a:pt x="42132" y="4530647"/>
                  </a:lnTo>
                  <a:lnTo>
                    <a:pt x="19493" y="4495038"/>
                  </a:lnTo>
                  <a:lnTo>
                    <a:pt x="5065" y="4454671"/>
                  </a:lnTo>
                  <a:lnTo>
                    <a:pt x="0" y="4410697"/>
                  </a:lnTo>
                  <a:lnTo>
                    <a:pt x="0" y="19176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23672" y="1988819"/>
              <a:ext cx="8296909" cy="448309"/>
            </a:xfrm>
            <a:custGeom>
              <a:avLst/>
              <a:gdLst/>
              <a:ahLst/>
              <a:cxnLst/>
              <a:rect l="l" t="t" r="r" b="b"/>
              <a:pathLst>
                <a:path w="8296909" h="448310">
                  <a:moveTo>
                    <a:pt x="8277986" y="0"/>
                  </a:moveTo>
                  <a:lnTo>
                    <a:pt x="18668" y="0"/>
                  </a:lnTo>
                  <a:lnTo>
                    <a:pt x="11401" y="1470"/>
                  </a:lnTo>
                  <a:lnTo>
                    <a:pt x="5467" y="5476"/>
                  </a:lnTo>
                  <a:lnTo>
                    <a:pt x="1466" y="11412"/>
                  </a:lnTo>
                  <a:lnTo>
                    <a:pt x="0" y="18668"/>
                  </a:lnTo>
                  <a:lnTo>
                    <a:pt x="0" y="429387"/>
                  </a:lnTo>
                  <a:lnTo>
                    <a:pt x="1466" y="436643"/>
                  </a:lnTo>
                  <a:lnTo>
                    <a:pt x="5467" y="442579"/>
                  </a:lnTo>
                  <a:lnTo>
                    <a:pt x="11401" y="446585"/>
                  </a:lnTo>
                  <a:lnTo>
                    <a:pt x="18668" y="448055"/>
                  </a:lnTo>
                  <a:lnTo>
                    <a:pt x="8277986" y="448055"/>
                  </a:lnTo>
                  <a:lnTo>
                    <a:pt x="8285243" y="446585"/>
                  </a:lnTo>
                  <a:lnTo>
                    <a:pt x="8291179" y="442579"/>
                  </a:lnTo>
                  <a:lnTo>
                    <a:pt x="8295185" y="436643"/>
                  </a:lnTo>
                  <a:lnTo>
                    <a:pt x="8296656" y="429387"/>
                  </a:lnTo>
                  <a:lnTo>
                    <a:pt x="8296656" y="18668"/>
                  </a:lnTo>
                  <a:lnTo>
                    <a:pt x="8295185" y="11412"/>
                  </a:lnTo>
                  <a:lnTo>
                    <a:pt x="8291179" y="5476"/>
                  </a:lnTo>
                  <a:lnTo>
                    <a:pt x="8285243" y="1470"/>
                  </a:lnTo>
                  <a:lnTo>
                    <a:pt x="827798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23672" y="1988819"/>
              <a:ext cx="8296909" cy="448309"/>
            </a:xfrm>
            <a:custGeom>
              <a:avLst/>
              <a:gdLst/>
              <a:ahLst/>
              <a:cxnLst/>
              <a:rect l="l" t="t" r="r" b="b"/>
              <a:pathLst>
                <a:path w="8296909" h="448310">
                  <a:moveTo>
                    <a:pt x="0" y="18668"/>
                  </a:moveTo>
                  <a:lnTo>
                    <a:pt x="1466" y="11412"/>
                  </a:lnTo>
                  <a:lnTo>
                    <a:pt x="5467" y="5476"/>
                  </a:lnTo>
                  <a:lnTo>
                    <a:pt x="11401" y="1470"/>
                  </a:lnTo>
                  <a:lnTo>
                    <a:pt x="18668" y="0"/>
                  </a:lnTo>
                  <a:lnTo>
                    <a:pt x="8277986" y="0"/>
                  </a:lnTo>
                  <a:lnTo>
                    <a:pt x="8285243" y="1470"/>
                  </a:lnTo>
                  <a:lnTo>
                    <a:pt x="8291179" y="5476"/>
                  </a:lnTo>
                  <a:lnTo>
                    <a:pt x="8295185" y="11412"/>
                  </a:lnTo>
                  <a:lnTo>
                    <a:pt x="8296656" y="18668"/>
                  </a:lnTo>
                  <a:lnTo>
                    <a:pt x="8296656" y="429387"/>
                  </a:lnTo>
                  <a:lnTo>
                    <a:pt x="8295185" y="436643"/>
                  </a:lnTo>
                  <a:lnTo>
                    <a:pt x="8291179" y="442579"/>
                  </a:lnTo>
                  <a:lnTo>
                    <a:pt x="8285243" y="446585"/>
                  </a:lnTo>
                  <a:lnTo>
                    <a:pt x="8277986" y="448055"/>
                  </a:lnTo>
                  <a:lnTo>
                    <a:pt x="18668" y="448055"/>
                  </a:lnTo>
                  <a:lnTo>
                    <a:pt x="11401" y="446585"/>
                  </a:lnTo>
                  <a:lnTo>
                    <a:pt x="5467" y="442579"/>
                  </a:lnTo>
                  <a:lnTo>
                    <a:pt x="1466" y="436643"/>
                  </a:lnTo>
                  <a:lnTo>
                    <a:pt x="0" y="429387"/>
                  </a:lnTo>
                  <a:lnTo>
                    <a:pt x="0" y="1866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23672" y="2529839"/>
              <a:ext cx="8296909" cy="448309"/>
            </a:xfrm>
            <a:custGeom>
              <a:avLst/>
              <a:gdLst/>
              <a:ahLst/>
              <a:cxnLst/>
              <a:rect l="l" t="t" r="r" b="b"/>
              <a:pathLst>
                <a:path w="8296909" h="448310">
                  <a:moveTo>
                    <a:pt x="8277986" y="0"/>
                  </a:moveTo>
                  <a:lnTo>
                    <a:pt x="18668" y="0"/>
                  </a:lnTo>
                  <a:lnTo>
                    <a:pt x="11401" y="1470"/>
                  </a:lnTo>
                  <a:lnTo>
                    <a:pt x="5467" y="5476"/>
                  </a:lnTo>
                  <a:lnTo>
                    <a:pt x="1466" y="11412"/>
                  </a:lnTo>
                  <a:lnTo>
                    <a:pt x="0" y="18669"/>
                  </a:lnTo>
                  <a:lnTo>
                    <a:pt x="0" y="429387"/>
                  </a:lnTo>
                  <a:lnTo>
                    <a:pt x="1466" y="436643"/>
                  </a:lnTo>
                  <a:lnTo>
                    <a:pt x="5467" y="442579"/>
                  </a:lnTo>
                  <a:lnTo>
                    <a:pt x="11401" y="446585"/>
                  </a:lnTo>
                  <a:lnTo>
                    <a:pt x="18668" y="448056"/>
                  </a:lnTo>
                  <a:lnTo>
                    <a:pt x="8277986" y="448056"/>
                  </a:lnTo>
                  <a:lnTo>
                    <a:pt x="8285243" y="446585"/>
                  </a:lnTo>
                  <a:lnTo>
                    <a:pt x="8291179" y="442579"/>
                  </a:lnTo>
                  <a:lnTo>
                    <a:pt x="8295185" y="436643"/>
                  </a:lnTo>
                  <a:lnTo>
                    <a:pt x="8296656" y="429387"/>
                  </a:lnTo>
                  <a:lnTo>
                    <a:pt x="8296656" y="18669"/>
                  </a:lnTo>
                  <a:lnTo>
                    <a:pt x="8295185" y="11412"/>
                  </a:lnTo>
                  <a:lnTo>
                    <a:pt x="8291179" y="5476"/>
                  </a:lnTo>
                  <a:lnTo>
                    <a:pt x="8285243" y="1470"/>
                  </a:lnTo>
                  <a:lnTo>
                    <a:pt x="827798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23672" y="2529839"/>
              <a:ext cx="8296909" cy="448309"/>
            </a:xfrm>
            <a:custGeom>
              <a:avLst/>
              <a:gdLst/>
              <a:ahLst/>
              <a:cxnLst/>
              <a:rect l="l" t="t" r="r" b="b"/>
              <a:pathLst>
                <a:path w="8296909" h="448310">
                  <a:moveTo>
                    <a:pt x="0" y="18669"/>
                  </a:moveTo>
                  <a:lnTo>
                    <a:pt x="1466" y="11412"/>
                  </a:lnTo>
                  <a:lnTo>
                    <a:pt x="5467" y="5476"/>
                  </a:lnTo>
                  <a:lnTo>
                    <a:pt x="11401" y="1470"/>
                  </a:lnTo>
                  <a:lnTo>
                    <a:pt x="18668" y="0"/>
                  </a:lnTo>
                  <a:lnTo>
                    <a:pt x="8277986" y="0"/>
                  </a:lnTo>
                  <a:lnTo>
                    <a:pt x="8285243" y="1470"/>
                  </a:lnTo>
                  <a:lnTo>
                    <a:pt x="8291179" y="5476"/>
                  </a:lnTo>
                  <a:lnTo>
                    <a:pt x="8295185" y="11412"/>
                  </a:lnTo>
                  <a:lnTo>
                    <a:pt x="8296656" y="18669"/>
                  </a:lnTo>
                  <a:lnTo>
                    <a:pt x="8296656" y="429387"/>
                  </a:lnTo>
                  <a:lnTo>
                    <a:pt x="8295185" y="436643"/>
                  </a:lnTo>
                  <a:lnTo>
                    <a:pt x="8291179" y="442579"/>
                  </a:lnTo>
                  <a:lnTo>
                    <a:pt x="8285243" y="446585"/>
                  </a:lnTo>
                  <a:lnTo>
                    <a:pt x="8277986" y="448056"/>
                  </a:lnTo>
                  <a:lnTo>
                    <a:pt x="18668" y="448056"/>
                  </a:lnTo>
                  <a:lnTo>
                    <a:pt x="11401" y="446585"/>
                  </a:lnTo>
                  <a:lnTo>
                    <a:pt x="5467" y="442579"/>
                  </a:lnTo>
                  <a:lnTo>
                    <a:pt x="1466" y="436643"/>
                  </a:lnTo>
                  <a:lnTo>
                    <a:pt x="0" y="429387"/>
                  </a:lnTo>
                  <a:lnTo>
                    <a:pt x="0" y="1866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23672" y="3080004"/>
              <a:ext cx="8296909" cy="646430"/>
            </a:xfrm>
            <a:custGeom>
              <a:avLst/>
              <a:gdLst/>
              <a:ahLst/>
              <a:cxnLst/>
              <a:rect l="l" t="t" r="r" b="b"/>
              <a:pathLst>
                <a:path w="8296909" h="646429">
                  <a:moveTo>
                    <a:pt x="8269732" y="0"/>
                  </a:moveTo>
                  <a:lnTo>
                    <a:pt x="26923" y="0"/>
                  </a:lnTo>
                  <a:lnTo>
                    <a:pt x="16443" y="2117"/>
                  </a:lnTo>
                  <a:lnTo>
                    <a:pt x="7885" y="7889"/>
                  </a:lnTo>
                  <a:lnTo>
                    <a:pt x="2115" y="16448"/>
                  </a:lnTo>
                  <a:lnTo>
                    <a:pt x="0" y="26924"/>
                  </a:lnTo>
                  <a:lnTo>
                    <a:pt x="0" y="619252"/>
                  </a:lnTo>
                  <a:lnTo>
                    <a:pt x="2115" y="629727"/>
                  </a:lnTo>
                  <a:lnTo>
                    <a:pt x="7885" y="638286"/>
                  </a:lnTo>
                  <a:lnTo>
                    <a:pt x="16443" y="644058"/>
                  </a:lnTo>
                  <a:lnTo>
                    <a:pt x="26923" y="646176"/>
                  </a:lnTo>
                  <a:lnTo>
                    <a:pt x="8269732" y="646176"/>
                  </a:lnTo>
                  <a:lnTo>
                    <a:pt x="8280207" y="644058"/>
                  </a:lnTo>
                  <a:lnTo>
                    <a:pt x="8288766" y="638286"/>
                  </a:lnTo>
                  <a:lnTo>
                    <a:pt x="8294538" y="629727"/>
                  </a:lnTo>
                  <a:lnTo>
                    <a:pt x="8296656" y="619252"/>
                  </a:lnTo>
                  <a:lnTo>
                    <a:pt x="8296656" y="26924"/>
                  </a:lnTo>
                  <a:lnTo>
                    <a:pt x="8294538" y="16448"/>
                  </a:lnTo>
                  <a:lnTo>
                    <a:pt x="8288766" y="7889"/>
                  </a:lnTo>
                  <a:lnTo>
                    <a:pt x="8280207" y="2117"/>
                  </a:lnTo>
                  <a:lnTo>
                    <a:pt x="826973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23672" y="3080004"/>
              <a:ext cx="8296909" cy="646430"/>
            </a:xfrm>
            <a:custGeom>
              <a:avLst/>
              <a:gdLst/>
              <a:ahLst/>
              <a:cxnLst/>
              <a:rect l="l" t="t" r="r" b="b"/>
              <a:pathLst>
                <a:path w="8296909" h="646429">
                  <a:moveTo>
                    <a:pt x="0" y="26924"/>
                  </a:moveTo>
                  <a:lnTo>
                    <a:pt x="2115" y="16448"/>
                  </a:lnTo>
                  <a:lnTo>
                    <a:pt x="7885" y="7889"/>
                  </a:lnTo>
                  <a:lnTo>
                    <a:pt x="16443" y="2117"/>
                  </a:lnTo>
                  <a:lnTo>
                    <a:pt x="26923" y="0"/>
                  </a:lnTo>
                  <a:lnTo>
                    <a:pt x="8269732" y="0"/>
                  </a:lnTo>
                  <a:lnTo>
                    <a:pt x="8280207" y="2117"/>
                  </a:lnTo>
                  <a:lnTo>
                    <a:pt x="8288766" y="7889"/>
                  </a:lnTo>
                  <a:lnTo>
                    <a:pt x="8294538" y="16448"/>
                  </a:lnTo>
                  <a:lnTo>
                    <a:pt x="8296656" y="26924"/>
                  </a:lnTo>
                  <a:lnTo>
                    <a:pt x="8296656" y="619252"/>
                  </a:lnTo>
                  <a:lnTo>
                    <a:pt x="8294538" y="629727"/>
                  </a:lnTo>
                  <a:lnTo>
                    <a:pt x="8288766" y="638286"/>
                  </a:lnTo>
                  <a:lnTo>
                    <a:pt x="8280207" y="644058"/>
                  </a:lnTo>
                  <a:lnTo>
                    <a:pt x="8269732" y="646176"/>
                  </a:lnTo>
                  <a:lnTo>
                    <a:pt x="26923" y="646176"/>
                  </a:lnTo>
                  <a:lnTo>
                    <a:pt x="16443" y="644058"/>
                  </a:lnTo>
                  <a:lnTo>
                    <a:pt x="7885" y="638286"/>
                  </a:lnTo>
                  <a:lnTo>
                    <a:pt x="2115" y="629727"/>
                  </a:lnTo>
                  <a:lnTo>
                    <a:pt x="0" y="619252"/>
                  </a:lnTo>
                  <a:lnTo>
                    <a:pt x="0" y="2692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23672" y="3835907"/>
              <a:ext cx="8296909" cy="978535"/>
            </a:xfrm>
            <a:custGeom>
              <a:avLst/>
              <a:gdLst/>
              <a:ahLst/>
              <a:cxnLst/>
              <a:rect l="l" t="t" r="r" b="b"/>
              <a:pathLst>
                <a:path w="8296909" h="978535">
                  <a:moveTo>
                    <a:pt x="8255888" y="0"/>
                  </a:moveTo>
                  <a:lnTo>
                    <a:pt x="40767" y="0"/>
                  </a:lnTo>
                  <a:lnTo>
                    <a:pt x="24897" y="3208"/>
                  </a:lnTo>
                  <a:lnTo>
                    <a:pt x="11939" y="11953"/>
                  </a:lnTo>
                  <a:lnTo>
                    <a:pt x="3203" y="24913"/>
                  </a:lnTo>
                  <a:lnTo>
                    <a:pt x="0" y="40767"/>
                  </a:lnTo>
                  <a:lnTo>
                    <a:pt x="0" y="937641"/>
                  </a:lnTo>
                  <a:lnTo>
                    <a:pt x="3203" y="953494"/>
                  </a:lnTo>
                  <a:lnTo>
                    <a:pt x="11939" y="966454"/>
                  </a:lnTo>
                  <a:lnTo>
                    <a:pt x="24897" y="975199"/>
                  </a:lnTo>
                  <a:lnTo>
                    <a:pt x="40767" y="978408"/>
                  </a:lnTo>
                  <a:lnTo>
                    <a:pt x="8255888" y="978408"/>
                  </a:lnTo>
                  <a:lnTo>
                    <a:pt x="8271742" y="975199"/>
                  </a:lnTo>
                  <a:lnTo>
                    <a:pt x="8284702" y="966454"/>
                  </a:lnTo>
                  <a:lnTo>
                    <a:pt x="8293447" y="953494"/>
                  </a:lnTo>
                  <a:lnTo>
                    <a:pt x="8296656" y="937641"/>
                  </a:lnTo>
                  <a:lnTo>
                    <a:pt x="8296656" y="40767"/>
                  </a:lnTo>
                  <a:lnTo>
                    <a:pt x="8293447" y="24913"/>
                  </a:lnTo>
                  <a:lnTo>
                    <a:pt x="8284702" y="11953"/>
                  </a:lnTo>
                  <a:lnTo>
                    <a:pt x="8271742" y="3208"/>
                  </a:lnTo>
                  <a:lnTo>
                    <a:pt x="825588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23672" y="3835907"/>
              <a:ext cx="8296909" cy="978535"/>
            </a:xfrm>
            <a:custGeom>
              <a:avLst/>
              <a:gdLst/>
              <a:ahLst/>
              <a:cxnLst/>
              <a:rect l="l" t="t" r="r" b="b"/>
              <a:pathLst>
                <a:path w="8296909" h="978535">
                  <a:moveTo>
                    <a:pt x="0" y="40767"/>
                  </a:moveTo>
                  <a:lnTo>
                    <a:pt x="3203" y="24913"/>
                  </a:lnTo>
                  <a:lnTo>
                    <a:pt x="11939" y="11953"/>
                  </a:lnTo>
                  <a:lnTo>
                    <a:pt x="24897" y="3208"/>
                  </a:lnTo>
                  <a:lnTo>
                    <a:pt x="40767" y="0"/>
                  </a:lnTo>
                  <a:lnTo>
                    <a:pt x="8255888" y="0"/>
                  </a:lnTo>
                  <a:lnTo>
                    <a:pt x="8271742" y="3208"/>
                  </a:lnTo>
                  <a:lnTo>
                    <a:pt x="8284702" y="11953"/>
                  </a:lnTo>
                  <a:lnTo>
                    <a:pt x="8293447" y="24913"/>
                  </a:lnTo>
                  <a:lnTo>
                    <a:pt x="8296656" y="40767"/>
                  </a:lnTo>
                  <a:lnTo>
                    <a:pt x="8296656" y="937641"/>
                  </a:lnTo>
                  <a:lnTo>
                    <a:pt x="8293447" y="953494"/>
                  </a:lnTo>
                  <a:lnTo>
                    <a:pt x="8284702" y="966454"/>
                  </a:lnTo>
                  <a:lnTo>
                    <a:pt x="8271742" y="975199"/>
                  </a:lnTo>
                  <a:lnTo>
                    <a:pt x="8255888" y="978408"/>
                  </a:lnTo>
                  <a:lnTo>
                    <a:pt x="40767" y="978408"/>
                  </a:lnTo>
                  <a:lnTo>
                    <a:pt x="24897" y="975199"/>
                  </a:lnTo>
                  <a:lnTo>
                    <a:pt x="11939" y="966454"/>
                  </a:lnTo>
                  <a:lnTo>
                    <a:pt x="3203" y="953494"/>
                  </a:lnTo>
                  <a:lnTo>
                    <a:pt x="0" y="937641"/>
                  </a:lnTo>
                  <a:lnTo>
                    <a:pt x="0" y="4076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23672" y="4919471"/>
              <a:ext cx="8296909" cy="1316990"/>
            </a:xfrm>
            <a:custGeom>
              <a:avLst/>
              <a:gdLst/>
              <a:ahLst/>
              <a:cxnLst/>
              <a:rect l="l" t="t" r="r" b="b"/>
              <a:pathLst>
                <a:path w="8296909" h="1316989">
                  <a:moveTo>
                    <a:pt x="8241792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1261871"/>
                  </a:lnTo>
                  <a:lnTo>
                    <a:pt x="4311" y="1283228"/>
                  </a:lnTo>
                  <a:lnTo>
                    <a:pt x="16068" y="1300667"/>
                  </a:lnTo>
                  <a:lnTo>
                    <a:pt x="33507" y="1312424"/>
                  </a:lnTo>
                  <a:lnTo>
                    <a:pt x="54864" y="1316735"/>
                  </a:lnTo>
                  <a:lnTo>
                    <a:pt x="8241792" y="1316735"/>
                  </a:lnTo>
                  <a:lnTo>
                    <a:pt x="8263169" y="1312424"/>
                  </a:lnTo>
                  <a:lnTo>
                    <a:pt x="8280606" y="1300667"/>
                  </a:lnTo>
                  <a:lnTo>
                    <a:pt x="8292351" y="1283228"/>
                  </a:lnTo>
                  <a:lnTo>
                    <a:pt x="8296656" y="1261871"/>
                  </a:lnTo>
                  <a:lnTo>
                    <a:pt x="8296656" y="54863"/>
                  </a:lnTo>
                  <a:lnTo>
                    <a:pt x="8292351" y="33486"/>
                  </a:lnTo>
                  <a:lnTo>
                    <a:pt x="8280606" y="16049"/>
                  </a:lnTo>
                  <a:lnTo>
                    <a:pt x="8263169" y="4304"/>
                  </a:lnTo>
                  <a:lnTo>
                    <a:pt x="824179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23672" y="4919471"/>
              <a:ext cx="8296909" cy="1316990"/>
            </a:xfrm>
            <a:custGeom>
              <a:avLst/>
              <a:gdLst/>
              <a:ahLst/>
              <a:cxnLst/>
              <a:rect l="l" t="t" r="r" b="b"/>
              <a:pathLst>
                <a:path w="8296909" h="1316989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8241792" y="0"/>
                  </a:lnTo>
                  <a:lnTo>
                    <a:pt x="8263169" y="4304"/>
                  </a:lnTo>
                  <a:lnTo>
                    <a:pt x="8280606" y="16049"/>
                  </a:lnTo>
                  <a:lnTo>
                    <a:pt x="8292351" y="33486"/>
                  </a:lnTo>
                  <a:lnTo>
                    <a:pt x="8296656" y="54863"/>
                  </a:lnTo>
                  <a:lnTo>
                    <a:pt x="8296656" y="1261871"/>
                  </a:lnTo>
                  <a:lnTo>
                    <a:pt x="8292351" y="1283228"/>
                  </a:lnTo>
                  <a:lnTo>
                    <a:pt x="8280606" y="1300667"/>
                  </a:lnTo>
                  <a:lnTo>
                    <a:pt x="8263169" y="1312424"/>
                  </a:lnTo>
                  <a:lnTo>
                    <a:pt x="8241792" y="1316735"/>
                  </a:lnTo>
                  <a:lnTo>
                    <a:pt x="54864" y="1316735"/>
                  </a:lnTo>
                  <a:lnTo>
                    <a:pt x="33507" y="1312424"/>
                  </a:lnTo>
                  <a:lnTo>
                    <a:pt x="16068" y="1300667"/>
                  </a:lnTo>
                  <a:lnTo>
                    <a:pt x="4311" y="1283228"/>
                  </a:lnTo>
                  <a:lnTo>
                    <a:pt x="0" y="1261871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6595" y="935735"/>
              <a:ext cx="8801100" cy="813815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3547" y="998219"/>
              <a:ext cx="8095488" cy="757427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76784" y="915923"/>
              <a:ext cx="8788908" cy="801624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76784" y="915923"/>
              <a:ext cx="8789035" cy="802005"/>
            </a:xfrm>
            <a:custGeom>
              <a:avLst/>
              <a:gdLst/>
              <a:ahLst/>
              <a:cxnLst/>
              <a:rect l="l" t="t" r="r" b="b"/>
              <a:pathLst>
                <a:path w="8789035" h="802005">
                  <a:moveTo>
                    <a:pt x="0" y="133603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4" y="0"/>
                  </a:lnTo>
                  <a:lnTo>
                    <a:pt x="8655304" y="0"/>
                  </a:lnTo>
                  <a:lnTo>
                    <a:pt x="8697533" y="6811"/>
                  </a:lnTo>
                  <a:lnTo>
                    <a:pt x="8734208" y="25777"/>
                  </a:lnTo>
                  <a:lnTo>
                    <a:pt x="8763130" y="54699"/>
                  </a:lnTo>
                  <a:lnTo>
                    <a:pt x="8782096" y="91374"/>
                  </a:lnTo>
                  <a:lnTo>
                    <a:pt x="8788908" y="133603"/>
                  </a:lnTo>
                  <a:lnTo>
                    <a:pt x="8788908" y="668020"/>
                  </a:lnTo>
                  <a:lnTo>
                    <a:pt x="8782096" y="710249"/>
                  </a:lnTo>
                  <a:lnTo>
                    <a:pt x="8763130" y="746924"/>
                  </a:lnTo>
                  <a:lnTo>
                    <a:pt x="8734208" y="775846"/>
                  </a:lnTo>
                  <a:lnTo>
                    <a:pt x="8697533" y="794812"/>
                  </a:lnTo>
                  <a:lnTo>
                    <a:pt x="8655304" y="801624"/>
                  </a:lnTo>
                  <a:lnTo>
                    <a:pt x="133604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20"/>
                  </a:lnTo>
                  <a:lnTo>
                    <a:pt x="0" y="13360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94233" y="1028446"/>
            <a:ext cx="8416290" cy="5160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i="1" spc="-5" dirty="0">
                <a:latin typeface="Verdana"/>
                <a:cs typeface="Verdana"/>
              </a:rPr>
              <a:t>query </a:t>
            </a:r>
            <a:r>
              <a:rPr sz="1800" b="1" dirty="0">
                <a:latin typeface="Verdana"/>
                <a:cs typeface="Verdana"/>
              </a:rPr>
              <a:t>is a </a:t>
            </a:r>
            <a:r>
              <a:rPr sz="1800" b="1" spc="-5" dirty="0">
                <a:latin typeface="Verdana"/>
                <a:cs typeface="Verdana"/>
              </a:rPr>
              <a:t>request for name resolution </a:t>
            </a:r>
            <a:r>
              <a:rPr sz="1800" b="1" dirty="0">
                <a:latin typeface="Verdana"/>
                <a:cs typeface="Verdana"/>
              </a:rPr>
              <a:t>and is </a:t>
            </a:r>
            <a:r>
              <a:rPr sz="1800" b="1" spc="-5" dirty="0">
                <a:latin typeface="Verdana"/>
                <a:cs typeface="Verdana"/>
              </a:rPr>
              <a:t>directed </a:t>
            </a:r>
            <a:r>
              <a:rPr sz="1800" b="1" dirty="0">
                <a:latin typeface="Verdana"/>
                <a:cs typeface="Verdana"/>
              </a:rPr>
              <a:t>to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DNS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50">
              <a:latin typeface="Verdana"/>
              <a:cs typeface="Verdana"/>
            </a:endParaRPr>
          </a:p>
          <a:p>
            <a:pPr marL="454659" indent="-229235">
              <a:lnSpc>
                <a:spcPct val="100000"/>
              </a:lnSpc>
              <a:spcBef>
                <a:spcPts val="5"/>
              </a:spcBef>
              <a:buClr>
                <a:srgbClr val="006699"/>
              </a:buClr>
              <a:buFont typeface="Verdana"/>
              <a:buChar char="•"/>
              <a:tabLst>
                <a:tab pos="455295" algn="l"/>
              </a:tabLst>
            </a:pPr>
            <a:r>
              <a:rPr sz="1800" b="1" spc="-5" dirty="0">
                <a:latin typeface="Verdana"/>
                <a:cs typeface="Verdana"/>
              </a:rPr>
              <a:t>Queries </a:t>
            </a:r>
            <a:r>
              <a:rPr sz="1800" b="1" dirty="0">
                <a:latin typeface="Verdana"/>
                <a:cs typeface="Verdana"/>
              </a:rPr>
              <a:t>are </a:t>
            </a:r>
            <a:r>
              <a:rPr sz="1800" b="1" spc="-5" dirty="0">
                <a:latin typeface="Verdana"/>
                <a:cs typeface="Verdana"/>
              </a:rPr>
              <a:t>recursive </a:t>
            </a:r>
            <a:r>
              <a:rPr sz="1800" b="1" dirty="0">
                <a:latin typeface="Verdana"/>
                <a:cs typeface="Verdana"/>
              </a:rPr>
              <a:t>or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iterative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699"/>
              </a:buClr>
              <a:buFont typeface="Verdana"/>
              <a:buChar char="•"/>
            </a:pPr>
            <a:endParaRPr sz="1700">
              <a:latin typeface="Verdana"/>
              <a:cs typeface="Verdana"/>
            </a:endParaRPr>
          </a:p>
          <a:p>
            <a:pPr marL="454659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55295" algn="l"/>
              </a:tabLst>
            </a:pPr>
            <a:r>
              <a:rPr sz="1800" b="1" spc="-5" dirty="0">
                <a:latin typeface="Verdana"/>
                <a:cs typeface="Verdana"/>
              </a:rPr>
              <a:t>DNS clients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DNS servers initiate</a:t>
            </a:r>
            <a:r>
              <a:rPr sz="1800" b="1" spc="4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queries</a:t>
            </a:r>
            <a:endParaRPr sz="1800">
              <a:latin typeface="Verdana"/>
              <a:cs typeface="Verdana"/>
            </a:endParaRPr>
          </a:p>
          <a:p>
            <a:pPr marL="457200" indent="-229235">
              <a:lnSpc>
                <a:spcPts val="2055"/>
              </a:lnSpc>
              <a:spcBef>
                <a:spcPts val="1975"/>
              </a:spcBef>
              <a:buClr>
                <a:srgbClr val="006699"/>
              </a:buClr>
              <a:buFont typeface="Verdana"/>
              <a:buChar char="•"/>
              <a:tabLst>
                <a:tab pos="457834" algn="l"/>
              </a:tabLst>
            </a:pPr>
            <a:r>
              <a:rPr sz="1800" b="1" spc="-5" dirty="0">
                <a:latin typeface="Verdana"/>
                <a:cs typeface="Verdana"/>
              </a:rPr>
              <a:t>DNS servers are authoritative </a:t>
            </a:r>
            <a:r>
              <a:rPr sz="1800" b="1" dirty="0">
                <a:latin typeface="Verdana"/>
                <a:cs typeface="Verdana"/>
              </a:rPr>
              <a:t>or </a:t>
            </a:r>
            <a:r>
              <a:rPr sz="1800" b="1" spc="-5" dirty="0">
                <a:latin typeface="Verdana"/>
                <a:cs typeface="Verdana"/>
              </a:rPr>
              <a:t>nonauthoritative</a:t>
            </a:r>
            <a:r>
              <a:rPr sz="1800" b="1" spc="9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for</a:t>
            </a:r>
            <a:endParaRPr sz="1800">
              <a:latin typeface="Verdana"/>
              <a:cs typeface="Verdana"/>
            </a:endParaRPr>
          </a:p>
          <a:p>
            <a:pPr marL="457200">
              <a:lnSpc>
                <a:spcPts val="2055"/>
              </a:lnSpc>
            </a:pPr>
            <a:r>
              <a:rPr sz="1800" b="1" dirty="0">
                <a:latin typeface="Verdana"/>
                <a:cs typeface="Verdana"/>
              </a:rPr>
              <a:t>a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namespace</a:t>
            </a:r>
            <a:endParaRPr sz="1800">
              <a:latin typeface="Verdana"/>
              <a:cs typeface="Verdana"/>
            </a:endParaRPr>
          </a:p>
          <a:p>
            <a:pPr marL="461645" indent="-229235">
              <a:lnSpc>
                <a:spcPct val="100000"/>
              </a:lnSpc>
              <a:spcBef>
                <a:spcPts val="1635"/>
              </a:spcBef>
              <a:buClr>
                <a:srgbClr val="006699"/>
              </a:buClr>
              <a:buFont typeface="Verdana"/>
              <a:buChar char="•"/>
              <a:tabLst>
                <a:tab pos="462280" algn="l"/>
              </a:tabLst>
            </a:pPr>
            <a:r>
              <a:rPr sz="1800" b="1" spc="-5" dirty="0">
                <a:latin typeface="Verdana"/>
                <a:cs typeface="Verdana"/>
              </a:rPr>
              <a:t>An authoritative </a:t>
            </a:r>
            <a:r>
              <a:rPr sz="1800" b="1" dirty="0">
                <a:latin typeface="Verdana"/>
                <a:cs typeface="Verdana"/>
              </a:rPr>
              <a:t>DNS </a:t>
            </a:r>
            <a:r>
              <a:rPr sz="1800" b="1" spc="-5" dirty="0">
                <a:latin typeface="Verdana"/>
                <a:cs typeface="Verdana"/>
              </a:rPr>
              <a:t>server for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namespace will</a:t>
            </a:r>
            <a:r>
              <a:rPr sz="1800" b="1" spc="6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either:</a:t>
            </a:r>
            <a:endParaRPr sz="1800">
              <a:latin typeface="Verdana"/>
              <a:cs typeface="Verdana"/>
            </a:endParaRPr>
          </a:p>
          <a:p>
            <a:pPr marL="925194" lvl="1" indent="-235585">
              <a:lnSpc>
                <a:spcPct val="100000"/>
              </a:lnSpc>
              <a:spcBef>
                <a:spcPts val="570"/>
              </a:spcBef>
              <a:buClr>
                <a:srgbClr val="006699"/>
              </a:buClr>
              <a:buChar char="•"/>
              <a:tabLst>
                <a:tab pos="925830" algn="l"/>
              </a:tabLst>
            </a:pPr>
            <a:r>
              <a:rPr sz="1600" spc="-15" dirty="0">
                <a:latin typeface="Verdana"/>
                <a:cs typeface="Verdana"/>
              </a:rPr>
              <a:t>Return </a:t>
            </a:r>
            <a:r>
              <a:rPr sz="1600" spc="-5" dirty="0">
                <a:latin typeface="Verdana"/>
                <a:cs typeface="Verdana"/>
              </a:rPr>
              <a:t>the requested </a:t>
            </a:r>
            <a:r>
              <a:rPr sz="1600" dirty="0">
                <a:latin typeface="Verdana"/>
                <a:cs typeface="Verdana"/>
              </a:rPr>
              <a:t>IP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address</a:t>
            </a:r>
            <a:endParaRPr sz="1600">
              <a:latin typeface="Verdana"/>
              <a:cs typeface="Verdana"/>
            </a:endParaRPr>
          </a:p>
          <a:p>
            <a:pPr marL="925194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925830" algn="l"/>
              </a:tabLst>
            </a:pPr>
            <a:r>
              <a:rPr sz="1600" spc="-15" dirty="0">
                <a:latin typeface="Verdana"/>
                <a:cs typeface="Verdana"/>
              </a:rPr>
              <a:t>Return </a:t>
            </a:r>
            <a:r>
              <a:rPr sz="1600" spc="-5" dirty="0">
                <a:latin typeface="Verdana"/>
                <a:cs typeface="Verdana"/>
              </a:rPr>
              <a:t>an </a:t>
            </a:r>
            <a:r>
              <a:rPr sz="1600" spc="-10" dirty="0">
                <a:latin typeface="Verdana"/>
                <a:cs typeface="Verdana"/>
              </a:rPr>
              <a:t>authoritative</a:t>
            </a:r>
            <a:r>
              <a:rPr sz="1600" spc="6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“No”</a:t>
            </a:r>
            <a:endParaRPr sz="1600">
              <a:latin typeface="Verdana"/>
              <a:cs typeface="Verdana"/>
            </a:endParaRPr>
          </a:p>
          <a:p>
            <a:pPr marL="465455" indent="-229235">
              <a:lnSpc>
                <a:spcPct val="100000"/>
              </a:lnSpc>
              <a:spcBef>
                <a:spcPts val="1470"/>
              </a:spcBef>
              <a:buClr>
                <a:srgbClr val="006699"/>
              </a:buClr>
              <a:buFont typeface="Verdana"/>
              <a:buChar char="•"/>
              <a:tabLst>
                <a:tab pos="466090" algn="l"/>
              </a:tabLst>
            </a:pP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nonauthoritative </a:t>
            </a:r>
            <a:r>
              <a:rPr sz="1800" b="1" dirty="0">
                <a:latin typeface="Verdana"/>
                <a:cs typeface="Verdana"/>
              </a:rPr>
              <a:t>DNS </a:t>
            </a:r>
            <a:r>
              <a:rPr sz="1800" b="1" spc="-5" dirty="0">
                <a:latin typeface="Verdana"/>
                <a:cs typeface="Verdana"/>
              </a:rPr>
              <a:t>server for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namespace will</a:t>
            </a:r>
            <a:r>
              <a:rPr sz="1800" b="1" spc="7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either:</a:t>
            </a:r>
            <a:endParaRPr sz="1800">
              <a:latin typeface="Verdana"/>
              <a:cs typeface="Verdana"/>
            </a:endParaRPr>
          </a:p>
          <a:p>
            <a:pPr marL="929005" lvl="1" indent="-235585">
              <a:lnSpc>
                <a:spcPct val="100000"/>
              </a:lnSpc>
              <a:spcBef>
                <a:spcPts val="570"/>
              </a:spcBef>
              <a:buClr>
                <a:srgbClr val="006699"/>
              </a:buClr>
              <a:buChar char="•"/>
              <a:tabLst>
                <a:tab pos="929640" algn="l"/>
              </a:tabLst>
            </a:pPr>
            <a:r>
              <a:rPr sz="1600" spc="-10" dirty="0">
                <a:latin typeface="Verdana"/>
                <a:cs typeface="Verdana"/>
              </a:rPr>
              <a:t>Check its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cache</a:t>
            </a:r>
            <a:endParaRPr sz="1600">
              <a:latin typeface="Verdana"/>
              <a:cs typeface="Verdana"/>
            </a:endParaRPr>
          </a:p>
          <a:p>
            <a:pPr marL="929005" lvl="1" indent="-235585">
              <a:lnSpc>
                <a:spcPct val="100000"/>
              </a:lnSpc>
              <a:spcBef>
                <a:spcPts val="580"/>
              </a:spcBef>
              <a:buClr>
                <a:srgbClr val="006699"/>
              </a:buClr>
              <a:buChar char="•"/>
              <a:tabLst>
                <a:tab pos="929640" algn="l"/>
              </a:tabLst>
            </a:pPr>
            <a:r>
              <a:rPr sz="1600" spc="-10" dirty="0">
                <a:latin typeface="Verdana"/>
                <a:cs typeface="Verdana"/>
              </a:rPr>
              <a:t>Use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forwarders</a:t>
            </a:r>
            <a:endParaRPr sz="1600">
              <a:latin typeface="Verdana"/>
              <a:cs typeface="Verdana"/>
            </a:endParaRPr>
          </a:p>
          <a:p>
            <a:pPr marL="929005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929640" algn="l"/>
              </a:tabLst>
            </a:pPr>
            <a:r>
              <a:rPr sz="1600" spc="-10" dirty="0">
                <a:latin typeface="Verdana"/>
                <a:cs typeface="Verdana"/>
              </a:rPr>
              <a:t>Use </a:t>
            </a:r>
            <a:r>
              <a:rPr sz="1600" spc="-5" dirty="0">
                <a:latin typeface="Verdana"/>
                <a:cs typeface="Verdana"/>
              </a:rPr>
              <a:t>root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hints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8036052" y="6265164"/>
            <a:ext cx="928369" cy="440690"/>
            <a:chOff x="8036052" y="6265164"/>
            <a:chExt cx="928369" cy="440690"/>
          </a:xfrm>
        </p:grpSpPr>
        <p:sp>
          <p:nvSpPr>
            <p:cNvPr id="69" name="object 69"/>
            <p:cNvSpPr/>
            <p:nvPr/>
          </p:nvSpPr>
          <p:spPr>
            <a:xfrm>
              <a:off x="8046720" y="6275832"/>
              <a:ext cx="917448" cy="429768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036052" y="6265164"/>
              <a:ext cx="914400" cy="426720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214360" y="6397752"/>
              <a:ext cx="188975" cy="179831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232648" y="6391656"/>
              <a:ext cx="176783" cy="167640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228076" y="6387084"/>
              <a:ext cx="185927" cy="176783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523732" y="6356604"/>
              <a:ext cx="304800" cy="243839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598408" y="6425184"/>
              <a:ext cx="132588" cy="134111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616696" y="6419088"/>
              <a:ext cx="120396" cy="121920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616696" y="6419088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20"/>
                  </a:moveTo>
                  <a:lnTo>
                    <a:pt x="120396" y="121920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200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</a:t>
            </a:r>
            <a:r>
              <a:rPr spc="-60" dirty="0"/>
              <a:t> </a:t>
            </a:r>
            <a:r>
              <a:rPr spc="-5" dirty="0"/>
              <a:t>Forwarding?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378" y="1260337"/>
            <a:ext cx="6701790" cy="48907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12395">
              <a:lnSpc>
                <a:spcPts val="1839"/>
              </a:lnSpc>
              <a:spcBef>
                <a:spcPts val="340"/>
              </a:spcBef>
            </a:pPr>
            <a:r>
              <a:rPr sz="1800" i="1" spc="-5" dirty="0">
                <a:latin typeface="Verdana"/>
                <a:cs typeface="Verdana"/>
              </a:rPr>
              <a:t>Conditional forwarding </a:t>
            </a:r>
            <a:r>
              <a:rPr sz="1800" spc="-5" dirty="0">
                <a:latin typeface="Verdana"/>
                <a:cs typeface="Verdana"/>
              </a:rPr>
              <a:t>forwards requests </a:t>
            </a:r>
            <a:r>
              <a:rPr sz="1800" dirty="0">
                <a:latin typeface="Verdana"/>
                <a:cs typeface="Verdana"/>
              </a:rPr>
              <a:t>using a </a:t>
            </a:r>
            <a:r>
              <a:rPr sz="1800" spc="-5" dirty="0">
                <a:latin typeface="Verdana"/>
                <a:cs typeface="Verdana"/>
              </a:rPr>
              <a:t>domain  name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condition</a:t>
            </a:r>
            <a:endParaRPr sz="1800">
              <a:latin typeface="Verdana"/>
              <a:cs typeface="Verdana"/>
            </a:endParaRPr>
          </a:p>
          <a:p>
            <a:pPr marL="369570" algn="ctr">
              <a:lnSpc>
                <a:spcPct val="100000"/>
              </a:lnSpc>
              <a:spcBef>
                <a:spcPts val="1860"/>
              </a:spcBef>
            </a:pPr>
            <a:r>
              <a:rPr sz="1800" spc="5" dirty="0">
                <a:latin typeface="Verdana"/>
                <a:cs typeface="Verdana"/>
              </a:rPr>
              <a:t>All </a:t>
            </a:r>
            <a:r>
              <a:rPr sz="1800" spc="-5" dirty="0">
                <a:latin typeface="Verdana"/>
                <a:cs typeface="Verdana"/>
              </a:rPr>
              <a:t>other DNS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domains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5743575" algn="l"/>
              </a:tabLst>
            </a:pPr>
            <a:r>
              <a:rPr sz="1600" b="1" spc="-10" dirty="0">
                <a:latin typeface="Verdana"/>
                <a:cs typeface="Verdana"/>
              </a:rPr>
              <a:t>Local</a:t>
            </a:r>
            <a:r>
              <a:rPr sz="1600" b="1" spc="2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DNS	</a:t>
            </a:r>
            <a:r>
              <a:rPr sz="2400" b="1" spc="-7" baseline="-19097" dirty="0">
                <a:latin typeface="Verdana"/>
                <a:cs typeface="Verdana"/>
              </a:rPr>
              <a:t>ISP</a:t>
            </a:r>
            <a:r>
              <a:rPr sz="2400" b="1" spc="-112" baseline="-19097" dirty="0">
                <a:latin typeface="Verdana"/>
                <a:cs typeface="Verdana"/>
              </a:rPr>
              <a:t> </a:t>
            </a:r>
            <a:r>
              <a:rPr sz="2400" b="1" spc="-15" baseline="-19097" dirty="0">
                <a:latin typeface="Verdana"/>
                <a:cs typeface="Verdana"/>
              </a:rPr>
              <a:t>DNS</a:t>
            </a:r>
            <a:endParaRPr sz="2400" baseline="-19097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Verdana"/>
              <a:cs typeface="Verdana"/>
            </a:endParaRPr>
          </a:p>
          <a:p>
            <a:pPr marL="805815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Verdana"/>
                <a:cs typeface="Verdana"/>
              </a:rPr>
              <a:t>Client</a:t>
            </a:r>
            <a:r>
              <a:rPr sz="1600" b="1" spc="2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Computer</a:t>
            </a:r>
            <a:endParaRPr sz="1600">
              <a:latin typeface="Verdana"/>
              <a:cs typeface="Verdana"/>
            </a:endParaRPr>
          </a:p>
          <a:p>
            <a:pPr marL="383159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Contoso.com</a:t>
            </a:r>
            <a:r>
              <a:rPr sz="1600" b="1" spc="3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DNS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3853" y="1177861"/>
            <a:ext cx="7262495" cy="5109210"/>
            <a:chOff x="843853" y="1177861"/>
            <a:chExt cx="7262495" cy="5109210"/>
          </a:xfrm>
        </p:grpSpPr>
        <p:sp>
          <p:nvSpPr>
            <p:cNvPr id="5" name="object 5"/>
            <p:cNvSpPr/>
            <p:nvPr/>
          </p:nvSpPr>
          <p:spPr>
            <a:xfrm>
              <a:off x="1085087" y="2871216"/>
              <a:ext cx="3233928" cy="31501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6583" y="2602991"/>
              <a:ext cx="1909571" cy="1904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17691" y="2179320"/>
              <a:ext cx="883919" cy="10408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93407" y="2464308"/>
              <a:ext cx="1203960" cy="332740"/>
            </a:xfrm>
            <a:custGeom>
              <a:avLst/>
              <a:gdLst/>
              <a:ahLst/>
              <a:cxnLst/>
              <a:rect l="l" t="t" r="r" b="b"/>
              <a:pathLst>
                <a:path w="1203959" h="332739">
                  <a:moveTo>
                    <a:pt x="1197737" y="0"/>
                  </a:moveTo>
                  <a:lnTo>
                    <a:pt x="6223" y="0"/>
                  </a:lnTo>
                  <a:lnTo>
                    <a:pt x="0" y="6222"/>
                  </a:lnTo>
                  <a:lnTo>
                    <a:pt x="0" y="326008"/>
                  </a:lnTo>
                  <a:lnTo>
                    <a:pt x="6223" y="332231"/>
                  </a:lnTo>
                  <a:lnTo>
                    <a:pt x="1197737" y="332231"/>
                  </a:lnTo>
                  <a:lnTo>
                    <a:pt x="1203960" y="326008"/>
                  </a:lnTo>
                  <a:lnTo>
                    <a:pt x="1203960" y="62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93407" y="2464308"/>
              <a:ext cx="1203960" cy="332740"/>
            </a:xfrm>
            <a:custGeom>
              <a:avLst/>
              <a:gdLst/>
              <a:ahLst/>
              <a:cxnLst/>
              <a:rect l="l" t="t" r="r" b="b"/>
              <a:pathLst>
                <a:path w="1203959" h="332739">
                  <a:moveTo>
                    <a:pt x="0" y="13842"/>
                  </a:moveTo>
                  <a:lnTo>
                    <a:pt x="0" y="6222"/>
                  </a:lnTo>
                  <a:lnTo>
                    <a:pt x="6223" y="0"/>
                  </a:lnTo>
                  <a:lnTo>
                    <a:pt x="13843" y="0"/>
                  </a:lnTo>
                  <a:lnTo>
                    <a:pt x="1190117" y="0"/>
                  </a:lnTo>
                  <a:lnTo>
                    <a:pt x="1197737" y="0"/>
                  </a:lnTo>
                  <a:lnTo>
                    <a:pt x="1203960" y="6222"/>
                  </a:lnTo>
                  <a:lnTo>
                    <a:pt x="1203960" y="13842"/>
                  </a:lnTo>
                  <a:lnTo>
                    <a:pt x="1203960" y="318388"/>
                  </a:lnTo>
                  <a:lnTo>
                    <a:pt x="1203960" y="326008"/>
                  </a:lnTo>
                  <a:lnTo>
                    <a:pt x="1197737" y="332231"/>
                  </a:lnTo>
                  <a:lnTo>
                    <a:pt x="1190117" y="332231"/>
                  </a:lnTo>
                  <a:lnTo>
                    <a:pt x="13843" y="332231"/>
                  </a:lnTo>
                  <a:lnTo>
                    <a:pt x="6223" y="332231"/>
                  </a:lnTo>
                  <a:lnTo>
                    <a:pt x="0" y="326008"/>
                  </a:lnTo>
                  <a:lnTo>
                    <a:pt x="0" y="318388"/>
                  </a:lnTo>
                  <a:lnTo>
                    <a:pt x="0" y="13842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83224" y="4794503"/>
              <a:ext cx="883920" cy="10393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17315" y="3049143"/>
              <a:ext cx="2711450" cy="1825625"/>
            </a:xfrm>
            <a:custGeom>
              <a:avLst/>
              <a:gdLst/>
              <a:ahLst/>
              <a:cxnLst/>
              <a:rect l="l" t="t" r="r" b="b"/>
              <a:pathLst>
                <a:path w="2711450" h="1825625">
                  <a:moveTo>
                    <a:pt x="2572054" y="1762366"/>
                  </a:moveTo>
                  <a:lnTo>
                    <a:pt x="2544064" y="1804162"/>
                  </a:lnTo>
                  <a:lnTo>
                    <a:pt x="2711450" y="1825371"/>
                  </a:lnTo>
                  <a:lnTo>
                    <a:pt x="2683540" y="1776349"/>
                  </a:lnTo>
                  <a:lnTo>
                    <a:pt x="2592959" y="1776349"/>
                  </a:lnTo>
                  <a:lnTo>
                    <a:pt x="2572054" y="1762366"/>
                  </a:lnTo>
                  <a:close/>
                </a:path>
                <a:path w="2711450" h="1825625">
                  <a:moveTo>
                    <a:pt x="2600024" y="1720602"/>
                  </a:moveTo>
                  <a:lnTo>
                    <a:pt x="2572054" y="1762366"/>
                  </a:lnTo>
                  <a:lnTo>
                    <a:pt x="2592959" y="1776349"/>
                  </a:lnTo>
                  <a:lnTo>
                    <a:pt x="2620899" y="1734566"/>
                  </a:lnTo>
                  <a:lnTo>
                    <a:pt x="2600024" y="1720602"/>
                  </a:lnTo>
                  <a:close/>
                </a:path>
                <a:path w="2711450" h="1825625">
                  <a:moveTo>
                    <a:pt x="2628011" y="1678813"/>
                  </a:moveTo>
                  <a:lnTo>
                    <a:pt x="2600024" y="1720602"/>
                  </a:lnTo>
                  <a:lnTo>
                    <a:pt x="2620899" y="1734566"/>
                  </a:lnTo>
                  <a:lnTo>
                    <a:pt x="2592959" y="1776349"/>
                  </a:lnTo>
                  <a:lnTo>
                    <a:pt x="2683540" y="1776349"/>
                  </a:lnTo>
                  <a:lnTo>
                    <a:pt x="2628011" y="1678813"/>
                  </a:lnTo>
                  <a:close/>
                </a:path>
                <a:path w="2711450" h="1825625">
                  <a:moveTo>
                    <a:pt x="27939" y="0"/>
                  </a:moveTo>
                  <a:lnTo>
                    <a:pt x="0" y="41910"/>
                  </a:lnTo>
                  <a:lnTo>
                    <a:pt x="2572054" y="1762366"/>
                  </a:lnTo>
                  <a:lnTo>
                    <a:pt x="2600024" y="1720602"/>
                  </a:lnTo>
                  <a:lnTo>
                    <a:pt x="2793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46019" y="2293620"/>
              <a:ext cx="912876" cy="10728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9451" y="2369820"/>
              <a:ext cx="6156960" cy="3912235"/>
            </a:xfrm>
            <a:custGeom>
              <a:avLst/>
              <a:gdLst/>
              <a:ahLst/>
              <a:cxnLst/>
              <a:rect l="l" t="t" r="r" b="b"/>
              <a:pathLst>
                <a:path w="6156959" h="3912235">
                  <a:moveTo>
                    <a:pt x="0" y="16001"/>
                  </a:moveTo>
                  <a:lnTo>
                    <a:pt x="0" y="7112"/>
                  </a:lnTo>
                  <a:lnTo>
                    <a:pt x="7162" y="0"/>
                  </a:lnTo>
                  <a:lnTo>
                    <a:pt x="16001" y="0"/>
                  </a:lnTo>
                  <a:lnTo>
                    <a:pt x="1340358" y="0"/>
                  </a:lnTo>
                  <a:lnTo>
                    <a:pt x="1349248" y="0"/>
                  </a:lnTo>
                  <a:lnTo>
                    <a:pt x="1356360" y="7112"/>
                  </a:lnTo>
                  <a:lnTo>
                    <a:pt x="1356360" y="16001"/>
                  </a:lnTo>
                  <a:lnTo>
                    <a:pt x="1356360" y="368045"/>
                  </a:lnTo>
                  <a:lnTo>
                    <a:pt x="1356360" y="376935"/>
                  </a:lnTo>
                  <a:lnTo>
                    <a:pt x="1349248" y="384047"/>
                  </a:lnTo>
                  <a:lnTo>
                    <a:pt x="1340358" y="384047"/>
                  </a:lnTo>
                  <a:lnTo>
                    <a:pt x="16001" y="384047"/>
                  </a:lnTo>
                  <a:lnTo>
                    <a:pt x="7162" y="384047"/>
                  </a:lnTo>
                  <a:lnTo>
                    <a:pt x="0" y="376935"/>
                  </a:lnTo>
                  <a:lnTo>
                    <a:pt x="0" y="368045"/>
                  </a:lnTo>
                  <a:lnTo>
                    <a:pt x="0" y="16001"/>
                  </a:lnTo>
                  <a:close/>
                </a:path>
                <a:path w="6156959" h="3912235">
                  <a:moveTo>
                    <a:pt x="3831336" y="3472497"/>
                  </a:moveTo>
                  <a:lnTo>
                    <a:pt x="3832832" y="3465058"/>
                  </a:lnTo>
                  <a:lnTo>
                    <a:pt x="3836924" y="3458983"/>
                  </a:lnTo>
                  <a:lnTo>
                    <a:pt x="3843016" y="3454886"/>
                  </a:lnTo>
                  <a:lnTo>
                    <a:pt x="3850513" y="3453383"/>
                  </a:lnTo>
                  <a:lnTo>
                    <a:pt x="6137783" y="3453383"/>
                  </a:lnTo>
                  <a:lnTo>
                    <a:pt x="6145279" y="3454886"/>
                  </a:lnTo>
                  <a:lnTo>
                    <a:pt x="6151371" y="3458983"/>
                  </a:lnTo>
                  <a:lnTo>
                    <a:pt x="6155463" y="3465058"/>
                  </a:lnTo>
                  <a:lnTo>
                    <a:pt x="6156959" y="3472497"/>
                  </a:lnTo>
                  <a:lnTo>
                    <a:pt x="6156959" y="3892994"/>
                  </a:lnTo>
                  <a:lnTo>
                    <a:pt x="6155463" y="3900433"/>
                  </a:lnTo>
                  <a:lnTo>
                    <a:pt x="6151371" y="3906508"/>
                  </a:lnTo>
                  <a:lnTo>
                    <a:pt x="6145279" y="3910605"/>
                  </a:lnTo>
                  <a:lnTo>
                    <a:pt x="6137783" y="3912107"/>
                  </a:lnTo>
                  <a:lnTo>
                    <a:pt x="3850513" y="3912107"/>
                  </a:lnTo>
                  <a:lnTo>
                    <a:pt x="3843016" y="3910605"/>
                  </a:lnTo>
                  <a:lnTo>
                    <a:pt x="3836924" y="3906508"/>
                  </a:lnTo>
                  <a:lnTo>
                    <a:pt x="3832832" y="3900433"/>
                  </a:lnTo>
                  <a:lnTo>
                    <a:pt x="3831336" y="3892994"/>
                  </a:lnTo>
                  <a:lnTo>
                    <a:pt x="3831336" y="3472497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15562" y="3299465"/>
              <a:ext cx="1198117" cy="89877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31747" y="4972812"/>
              <a:ext cx="781812" cy="9525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3853" y="3233166"/>
              <a:ext cx="1723324" cy="178511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57172" y="5622036"/>
              <a:ext cx="2077720" cy="349250"/>
            </a:xfrm>
            <a:custGeom>
              <a:avLst/>
              <a:gdLst/>
              <a:ahLst/>
              <a:cxnLst/>
              <a:rect l="l" t="t" r="r" b="b"/>
              <a:pathLst>
                <a:path w="2077720" h="349250">
                  <a:moveTo>
                    <a:pt x="2070735" y="0"/>
                  </a:moveTo>
                  <a:lnTo>
                    <a:pt x="6476" y="0"/>
                  </a:lnTo>
                  <a:lnTo>
                    <a:pt x="0" y="6515"/>
                  </a:lnTo>
                  <a:lnTo>
                    <a:pt x="0" y="342480"/>
                  </a:lnTo>
                  <a:lnTo>
                    <a:pt x="6476" y="348995"/>
                  </a:lnTo>
                  <a:lnTo>
                    <a:pt x="2070735" y="348995"/>
                  </a:lnTo>
                  <a:lnTo>
                    <a:pt x="2077212" y="342480"/>
                  </a:lnTo>
                  <a:lnTo>
                    <a:pt x="2077212" y="65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57172" y="5622036"/>
              <a:ext cx="2077720" cy="349250"/>
            </a:xfrm>
            <a:custGeom>
              <a:avLst/>
              <a:gdLst/>
              <a:ahLst/>
              <a:cxnLst/>
              <a:rect l="l" t="t" r="r" b="b"/>
              <a:pathLst>
                <a:path w="2077720" h="349250">
                  <a:moveTo>
                    <a:pt x="0" y="14541"/>
                  </a:moveTo>
                  <a:lnTo>
                    <a:pt x="0" y="6515"/>
                  </a:lnTo>
                  <a:lnTo>
                    <a:pt x="6476" y="0"/>
                  </a:lnTo>
                  <a:lnTo>
                    <a:pt x="14604" y="0"/>
                  </a:lnTo>
                  <a:lnTo>
                    <a:pt x="2062606" y="0"/>
                  </a:lnTo>
                  <a:lnTo>
                    <a:pt x="2070735" y="0"/>
                  </a:lnTo>
                  <a:lnTo>
                    <a:pt x="2077212" y="6515"/>
                  </a:lnTo>
                  <a:lnTo>
                    <a:pt x="2077212" y="14541"/>
                  </a:lnTo>
                  <a:lnTo>
                    <a:pt x="2077212" y="334454"/>
                  </a:lnTo>
                  <a:lnTo>
                    <a:pt x="2077212" y="342480"/>
                  </a:lnTo>
                  <a:lnTo>
                    <a:pt x="2070735" y="348995"/>
                  </a:lnTo>
                  <a:lnTo>
                    <a:pt x="2062606" y="348995"/>
                  </a:lnTo>
                  <a:lnTo>
                    <a:pt x="14604" y="348995"/>
                  </a:lnTo>
                  <a:lnTo>
                    <a:pt x="6476" y="348995"/>
                  </a:lnTo>
                  <a:lnTo>
                    <a:pt x="0" y="342480"/>
                  </a:lnTo>
                  <a:lnTo>
                    <a:pt x="0" y="334454"/>
                  </a:lnTo>
                  <a:lnTo>
                    <a:pt x="0" y="14541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11474" y="2300986"/>
              <a:ext cx="2377440" cy="151130"/>
            </a:xfrm>
            <a:custGeom>
              <a:avLst/>
              <a:gdLst/>
              <a:ahLst/>
              <a:cxnLst/>
              <a:rect l="l" t="t" r="r" b="b"/>
              <a:pathLst>
                <a:path w="2377440" h="151130">
                  <a:moveTo>
                    <a:pt x="2226521" y="100678"/>
                  </a:moveTo>
                  <a:lnTo>
                    <a:pt x="2226437" y="150875"/>
                  </a:lnTo>
                  <a:lnTo>
                    <a:pt x="2327190" y="100711"/>
                  </a:lnTo>
                  <a:lnTo>
                    <a:pt x="2251710" y="100711"/>
                  </a:lnTo>
                  <a:lnTo>
                    <a:pt x="2226521" y="100678"/>
                  </a:lnTo>
                  <a:close/>
                </a:path>
                <a:path w="2377440" h="151130">
                  <a:moveTo>
                    <a:pt x="2226606" y="50386"/>
                  </a:moveTo>
                  <a:lnTo>
                    <a:pt x="2226521" y="100678"/>
                  </a:lnTo>
                  <a:lnTo>
                    <a:pt x="2251710" y="100711"/>
                  </a:lnTo>
                  <a:lnTo>
                    <a:pt x="2251710" y="50418"/>
                  </a:lnTo>
                  <a:lnTo>
                    <a:pt x="2226606" y="50386"/>
                  </a:lnTo>
                  <a:close/>
                </a:path>
                <a:path w="2377440" h="151130">
                  <a:moveTo>
                    <a:pt x="2226691" y="0"/>
                  </a:moveTo>
                  <a:lnTo>
                    <a:pt x="2226606" y="50386"/>
                  </a:lnTo>
                  <a:lnTo>
                    <a:pt x="2251710" y="50418"/>
                  </a:lnTo>
                  <a:lnTo>
                    <a:pt x="2251710" y="100711"/>
                  </a:lnTo>
                  <a:lnTo>
                    <a:pt x="2327190" y="100711"/>
                  </a:lnTo>
                  <a:lnTo>
                    <a:pt x="2377440" y="75691"/>
                  </a:lnTo>
                  <a:lnTo>
                    <a:pt x="2226691" y="0"/>
                  </a:lnTo>
                  <a:close/>
                </a:path>
                <a:path w="2377440" h="151130">
                  <a:moveTo>
                    <a:pt x="0" y="47498"/>
                  </a:moveTo>
                  <a:lnTo>
                    <a:pt x="0" y="97789"/>
                  </a:lnTo>
                  <a:lnTo>
                    <a:pt x="2226521" y="100678"/>
                  </a:lnTo>
                  <a:lnTo>
                    <a:pt x="2226606" y="50386"/>
                  </a:lnTo>
                  <a:lnTo>
                    <a:pt x="0" y="47498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65275" y="1202436"/>
              <a:ext cx="6960108" cy="72237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45463" y="1219200"/>
              <a:ext cx="6941820" cy="71627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45463" y="1182624"/>
              <a:ext cx="6947915" cy="71018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45463" y="1182624"/>
              <a:ext cx="6948170" cy="710565"/>
            </a:xfrm>
            <a:custGeom>
              <a:avLst/>
              <a:gdLst/>
              <a:ahLst/>
              <a:cxnLst/>
              <a:rect l="l" t="t" r="r" b="b"/>
              <a:pathLst>
                <a:path w="6948170" h="710564">
                  <a:moveTo>
                    <a:pt x="0" y="74675"/>
                  </a:moveTo>
                  <a:lnTo>
                    <a:pt x="5867" y="45594"/>
                  </a:lnTo>
                  <a:lnTo>
                    <a:pt x="21867" y="21859"/>
                  </a:lnTo>
                  <a:lnTo>
                    <a:pt x="45600" y="5863"/>
                  </a:lnTo>
                  <a:lnTo>
                    <a:pt x="74663" y="0"/>
                  </a:lnTo>
                  <a:lnTo>
                    <a:pt x="6873240" y="0"/>
                  </a:lnTo>
                  <a:lnTo>
                    <a:pt x="6902321" y="5863"/>
                  </a:lnTo>
                  <a:lnTo>
                    <a:pt x="6926056" y="21859"/>
                  </a:lnTo>
                  <a:lnTo>
                    <a:pt x="6942052" y="45594"/>
                  </a:lnTo>
                  <a:lnTo>
                    <a:pt x="6947915" y="74675"/>
                  </a:lnTo>
                  <a:lnTo>
                    <a:pt x="6947915" y="635508"/>
                  </a:lnTo>
                  <a:lnTo>
                    <a:pt x="6942052" y="664589"/>
                  </a:lnTo>
                  <a:lnTo>
                    <a:pt x="6926056" y="688324"/>
                  </a:lnTo>
                  <a:lnTo>
                    <a:pt x="6902321" y="704320"/>
                  </a:lnTo>
                  <a:lnTo>
                    <a:pt x="6873240" y="710184"/>
                  </a:lnTo>
                  <a:lnTo>
                    <a:pt x="74663" y="710184"/>
                  </a:lnTo>
                  <a:lnTo>
                    <a:pt x="45600" y="704320"/>
                  </a:lnTo>
                  <a:lnTo>
                    <a:pt x="21867" y="688324"/>
                  </a:lnTo>
                  <a:lnTo>
                    <a:pt x="5867" y="664589"/>
                  </a:lnTo>
                  <a:lnTo>
                    <a:pt x="0" y="635508"/>
                  </a:lnTo>
                  <a:lnTo>
                    <a:pt x="0" y="74675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3152" y="880872"/>
            <a:ext cx="9070975" cy="5728970"/>
            <a:chOff x="73152" y="880872"/>
            <a:chExt cx="9070975" cy="5728970"/>
          </a:xfrm>
        </p:grpSpPr>
        <p:sp>
          <p:nvSpPr>
            <p:cNvPr id="25" name="object 25"/>
            <p:cNvSpPr/>
            <p:nvPr/>
          </p:nvSpPr>
          <p:spPr>
            <a:xfrm>
              <a:off x="1530858" y="3240785"/>
              <a:ext cx="4330065" cy="1805939"/>
            </a:xfrm>
            <a:custGeom>
              <a:avLst/>
              <a:gdLst/>
              <a:ahLst/>
              <a:cxnLst/>
              <a:rect l="l" t="t" r="r" b="b"/>
              <a:pathLst>
                <a:path w="4330065" h="1805939">
                  <a:moveTo>
                    <a:pt x="140525" y="1635544"/>
                  </a:moveTo>
                  <a:lnTo>
                    <a:pt x="140462" y="1625904"/>
                  </a:lnTo>
                  <a:lnTo>
                    <a:pt x="136779" y="1617014"/>
                  </a:lnTo>
                  <a:lnTo>
                    <a:pt x="129667" y="1609979"/>
                  </a:lnTo>
                  <a:lnTo>
                    <a:pt x="120421" y="1606232"/>
                  </a:lnTo>
                  <a:lnTo>
                    <a:pt x="110782" y="1606296"/>
                  </a:lnTo>
                  <a:lnTo>
                    <a:pt x="101892" y="1609979"/>
                  </a:lnTo>
                  <a:lnTo>
                    <a:pt x="94856" y="1617091"/>
                  </a:lnTo>
                  <a:lnTo>
                    <a:pt x="91236" y="1625904"/>
                  </a:lnTo>
                  <a:lnTo>
                    <a:pt x="91122" y="1635975"/>
                  </a:lnTo>
                  <a:lnTo>
                    <a:pt x="94754" y="1644777"/>
                  </a:lnTo>
                  <a:lnTo>
                    <a:pt x="94830" y="1644904"/>
                  </a:lnTo>
                  <a:lnTo>
                    <a:pt x="101854" y="1651889"/>
                  </a:lnTo>
                  <a:lnTo>
                    <a:pt x="111150" y="1655699"/>
                  </a:lnTo>
                  <a:lnTo>
                    <a:pt x="120789" y="1655635"/>
                  </a:lnTo>
                  <a:lnTo>
                    <a:pt x="129692" y="1651965"/>
                  </a:lnTo>
                  <a:lnTo>
                    <a:pt x="136779" y="1644904"/>
                  </a:lnTo>
                  <a:lnTo>
                    <a:pt x="136779" y="1644777"/>
                  </a:lnTo>
                  <a:lnTo>
                    <a:pt x="140525" y="1635544"/>
                  </a:lnTo>
                  <a:close/>
                </a:path>
                <a:path w="4330065" h="1805939">
                  <a:moveTo>
                    <a:pt x="146177" y="1721739"/>
                  </a:moveTo>
                  <a:lnTo>
                    <a:pt x="20320" y="1638427"/>
                  </a:lnTo>
                  <a:lnTo>
                    <a:pt x="0" y="1805940"/>
                  </a:lnTo>
                  <a:lnTo>
                    <a:pt x="146177" y="1721739"/>
                  </a:lnTo>
                  <a:close/>
                </a:path>
                <a:path w="4330065" h="1805939">
                  <a:moveTo>
                    <a:pt x="196075" y="1551660"/>
                  </a:moveTo>
                  <a:lnTo>
                    <a:pt x="196024" y="1542021"/>
                  </a:lnTo>
                  <a:lnTo>
                    <a:pt x="192341" y="1533118"/>
                  </a:lnTo>
                  <a:lnTo>
                    <a:pt x="185293" y="1526032"/>
                  </a:lnTo>
                  <a:lnTo>
                    <a:pt x="176047" y="1522310"/>
                  </a:lnTo>
                  <a:lnTo>
                    <a:pt x="166395" y="1522399"/>
                  </a:lnTo>
                  <a:lnTo>
                    <a:pt x="157467" y="1526095"/>
                  </a:lnTo>
                  <a:lnTo>
                    <a:pt x="150368" y="1533144"/>
                  </a:lnTo>
                  <a:lnTo>
                    <a:pt x="146786" y="1542021"/>
                  </a:lnTo>
                  <a:lnTo>
                    <a:pt x="146723" y="1552041"/>
                  </a:lnTo>
                  <a:lnTo>
                    <a:pt x="150418" y="1560969"/>
                  </a:lnTo>
                  <a:lnTo>
                    <a:pt x="157480" y="1568069"/>
                  </a:lnTo>
                  <a:lnTo>
                    <a:pt x="166712" y="1571802"/>
                  </a:lnTo>
                  <a:lnTo>
                    <a:pt x="176352" y="1571713"/>
                  </a:lnTo>
                  <a:lnTo>
                    <a:pt x="185242" y="1568018"/>
                  </a:lnTo>
                  <a:lnTo>
                    <a:pt x="192278" y="1560957"/>
                  </a:lnTo>
                  <a:lnTo>
                    <a:pt x="196075" y="1551660"/>
                  </a:lnTo>
                  <a:close/>
                </a:path>
                <a:path w="4330065" h="1805939">
                  <a:moveTo>
                    <a:pt x="251625" y="1467777"/>
                  </a:moveTo>
                  <a:lnTo>
                    <a:pt x="251536" y="1458125"/>
                  </a:lnTo>
                  <a:lnTo>
                    <a:pt x="247840" y="1449197"/>
                  </a:lnTo>
                  <a:lnTo>
                    <a:pt x="240792" y="1442085"/>
                  </a:lnTo>
                  <a:lnTo>
                    <a:pt x="231546" y="1438363"/>
                  </a:lnTo>
                  <a:lnTo>
                    <a:pt x="221907" y="1438452"/>
                  </a:lnTo>
                  <a:lnTo>
                    <a:pt x="213017" y="1442148"/>
                  </a:lnTo>
                  <a:lnTo>
                    <a:pt x="205994" y="1449197"/>
                  </a:lnTo>
                  <a:lnTo>
                    <a:pt x="205867" y="1449197"/>
                  </a:lnTo>
                  <a:lnTo>
                    <a:pt x="202285" y="1458125"/>
                  </a:lnTo>
                  <a:lnTo>
                    <a:pt x="202222" y="1468145"/>
                  </a:lnTo>
                  <a:lnTo>
                    <a:pt x="205917" y="1477048"/>
                  </a:lnTo>
                  <a:lnTo>
                    <a:pt x="212979" y="1484122"/>
                  </a:lnTo>
                  <a:lnTo>
                    <a:pt x="222211" y="1487855"/>
                  </a:lnTo>
                  <a:lnTo>
                    <a:pt x="231851" y="1487766"/>
                  </a:lnTo>
                  <a:lnTo>
                    <a:pt x="240741" y="1484071"/>
                  </a:lnTo>
                  <a:lnTo>
                    <a:pt x="247777" y="1477010"/>
                  </a:lnTo>
                  <a:lnTo>
                    <a:pt x="247904" y="1477010"/>
                  </a:lnTo>
                  <a:lnTo>
                    <a:pt x="251625" y="1467777"/>
                  </a:lnTo>
                  <a:close/>
                </a:path>
                <a:path w="4330065" h="1805939">
                  <a:moveTo>
                    <a:pt x="307149" y="1383830"/>
                  </a:moveTo>
                  <a:lnTo>
                    <a:pt x="287045" y="1354467"/>
                  </a:lnTo>
                  <a:lnTo>
                    <a:pt x="277406" y="1354518"/>
                  </a:lnTo>
                  <a:lnTo>
                    <a:pt x="268516" y="1358201"/>
                  </a:lnTo>
                  <a:lnTo>
                    <a:pt x="261493" y="1365250"/>
                  </a:lnTo>
                  <a:lnTo>
                    <a:pt x="261493" y="1365377"/>
                  </a:lnTo>
                  <a:lnTo>
                    <a:pt x="257860" y="1374190"/>
                  </a:lnTo>
                  <a:lnTo>
                    <a:pt x="257746" y="1384261"/>
                  </a:lnTo>
                  <a:lnTo>
                    <a:pt x="261416" y="1393151"/>
                  </a:lnTo>
                  <a:lnTo>
                    <a:pt x="268478" y="1400175"/>
                  </a:lnTo>
                  <a:lnTo>
                    <a:pt x="277774" y="1403921"/>
                  </a:lnTo>
                  <a:lnTo>
                    <a:pt x="287413" y="1403858"/>
                  </a:lnTo>
                  <a:lnTo>
                    <a:pt x="296316" y="1400175"/>
                  </a:lnTo>
                  <a:lnTo>
                    <a:pt x="303403" y="1393063"/>
                  </a:lnTo>
                  <a:lnTo>
                    <a:pt x="307149" y="1383830"/>
                  </a:lnTo>
                  <a:close/>
                </a:path>
                <a:path w="4330065" h="1805939">
                  <a:moveTo>
                    <a:pt x="362699" y="1299883"/>
                  </a:moveTo>
                  <a:lnTo>
                    <a:pt x="362648" y="1290243"/>
                  </a:lnTo>
                  <a:lnTo>
                    <a:pt x="358965" y="1281353"/>
                  </a:lnTo>
                  <a:lnTo>
                    <a:pt x="351917" y="1274318"/>
                  </a:lnTo>
                  <a:lnTo>
                    <a:pt x="342671" y="1270520"/>
                  </a:lnTo>
                  <a:lnTo>
                    <a:pt x="333019" y="1270596"/>
                  </a:lnTo>
                  <a:lnTo>
                    <a:pt x="324065" y="1274318"/>
                  </a:lnTo>
                  <a:lnTo>
                    <a:pt x="316992" y="1281430"/>
                  </a:lnTo>
                  <a:lnTo>
                    <a:pt x="313436" y="1290243"/>
                  </a:lnTo>
                  <a:lnTo>
                    <a:pt x="313347" y="1300314"/>
                  </a:lnTo>
                  <a:lnTo>
                    <a:pt x="317004" y="1309116"/>
                  </a:lnTo>
                  <a:lnTo>
                    <a:pt x="317080" y="1309243"/>
                  </a:lnTo>
                  <a:lnTo>
                    <a:pt x="324104" y="1316228"/>
                  </a:lnTo>
                  <a:lnTo>
                    <a:pt x="333336" y="1320038"/>
                  </a:lnTo>
                  <a:lnTo>
                    <a:pt x="342976" y="1319974"/>
                  </a:lnTo>
                  <a:lnTo>
                    <a:pt x="351866" y="1316304"/>
                  </a:lnTo>
                  <a:lnTo>
                    <a:pt x="358902" y="1309243"/>
                  </a:lnTo>
                  <a:lnTo>
                    <a:pt x="358902" y="1309116"/>
                  </a:lnTo>
                  <a:lnTo>
                    <a:pt x="362699" y="1299883"/>
                  </a:lnTo>
                  <a:close/>
                </a:path>
                <a:path w="4330065" h="1805939">
                  <a:moveTo>
                    <a:pt x="418249" y="1215986"/>
                  </a:moveTo>
                  <a:lnTo>
                    <a:pt x="418160" y="1206309"/>
                  </a:lnTo>
                  <a:lnTo>
                    <a:pt x="414464" y="1197406"/>
                  </a:lnTo>
                  <a:lnTo>
                    <a:pt x="407416" y="1190371"/>
                  </a:lnTo>
                  <a:lnTo>
                    <a:pt x="398170" y="1186649"/>
                  </a:lnTo>
                  <a:lnTo>
                    <a:pt x="388531" y="1186738"/>
                  </a:lnTo>
                  <a:lnTo>
                    <a:pt x="379641" y="1190434"/>
                  </a:lnTo>
                  <a:lnTo>
                    <a:pt x="372618" y="1197483"/>
                  </a:lnTo>
                  <a:lnTo>
                    <a:pt x="372491" y="1197483"/>
                  </a:lnTo>
                  <a:lnTo>
                    <a:pt x="368922" y="1206309"/>
                  </a:lnTo>
                  <a:lnTo>
                    <a:pt x="368846" y="1216380"/>
                  </a:lnTo>
                  <a:lnTo>
                    <a:pt x="372541" y="1225308"/>
                  </a:lnTo>
                  <a:lnTo>
                    <a:pt x="379603" y="1232408"/>
                  </a:lnTo>
                  <a:lnTo>
                    <a:pt x="388835" y="1236141"/>
                  </a:lnTo>
                  <a:lnTo>
                    <a:pt x="398475" y="1236052"/>
                  </a:lnTo>
                  <a:lnTo>
                    <a:pt x="407365" y="1232357"/>
                  </a:lnTo>
                  <a:lnTo>
                    <a:pt x="414401" y="1225296"/>
                  </a:lnTo>
                  <a:lnTo>
                    <a:pt x="414528" y="1225296"/>
                  </a:lnTo>
                  <a:lnTo>
                    <a:pt x="418249" y="1215986"/>
                  </a:lnTo>
                  <a:close/>
                </a:path>
                <a:path w="4330065" h="1805939">
                  <a:moveTo>
                    <a:pt x="473748" y="1132052"/>
                  </a:moveTo>
                  <a:lnTo>
                    <a:pt x="473659" y="1122413"/>
                  </a:lnTo>
                  <a:lnTo>
                    <a:pt x="469963" y="1113510"/>
                  </a:lnTo>
                  <a:lnTo>
                    <a:pt x="462915" y="1106424"/>
                  </a:lnTo>
                  <a:lnTo>
                    <a:pt x="453669" y="1102702"/>
                  </a:lnTo>
                  <a:lnTo>
                    <a:pt x="444030" y="1102791"/>
                  </a:lnTo>
                  <a:lnTo>
                    <a:pt x="435140" y="1106487"/>
                  </a:lnTo>
                  <a:lnTo>
                    <a:pt x="428117" y="1113536"/>
                  </a:lnTo>
                  <a:lnTo>
                    <a:pt x="424484" y="1122413"/>
                  </a:lnTo>
                  <a:lnTo>
                    <a:pt x="424383" y="1132484"/>
                  </a:lnTo>
                  <a:lnTo>
                    <a:pt x="428091" y="1141387"/>
                  </a:lnTo>
                  <a:lnTo>
                    <a:pt x="435229" y="1148461"/>
                  </a:lnTo>
                  <a:lnTo>
                    <a:pt x="444461" y="1152194"/>
                  </a:lnTo>
                  <a:lnTo>
                    <a:pt x="454101" y="1152105"/>
                  </a:lnTo>
                  <a:lnTo>
                    <a:pt x="462991" y="1148410"/>
                  </a:lnTo>
                  <a:lnTo>
                    <a:pt x="470027" y="1141349"/>
                  </a:lnTo>
                  <a:lnTo>
                    <a:pt x="473748" y="1132052"/>
                  </a:lnTo>
                  <a:close/>
                </a:path>
                <a:path w="4330065" h="1805939">
                  <a:moveTo>
                    <a:pt x="529323" y="1048169"/>
                  </a:moveTo>
                  <a:lnTo>
                    <a:pt x="529272" y="1038517"/>
                  </a:lnTo>
                  <a:lnTo>
                    <a:pt x="525589" y="1029589"/>
                  </a:lnTo>
                  <a:lnTo>
                    <a:pt x="518541" y="1022477"/>
                  </a:lnTo>
                  <a:lnTo>
                    <a:pt x="509231" y="1018755"/>
                  </a:lnTo>
                  <a:lnTo>
                    <a:pt x="499592" y="1018844"/>
                  </a:lnTo>
                  <a:lnTo>
                    <a:pt x="490689" y="1022540"/>
                  </a:lnTo>
                  <a:lnTo>
                    <a:pt x="483616" y="1029589"/>
                  </a:lnTo>
                  <a:lnTo>
                    <a:pt x="483616" y="1029716"/>
                  </a:lnTo>
                  <a:lnTo>
                    <a:pt x="480060" y="1038517"/>
                  </a:lnTo>
                  <a:lnTo>
                    <a:pt x="479971" y="1048600"/>
                  </a:lnTo>
                  <a:lnTo>
                    <a:pt x="483666" y="1057490"/>
                  </a:lnTo>
                  <a:lnTo>
                    <a:pt x="490728" y="1064514"/>
                  </a:lnTo>
                  <a:lnTo>
                    <a:pt x="499960" y="1068247"/>
                  </a:lnTo>
                  <a:lnTo>
                    <a:pt x="509600" y="1068158"/>
                  </a:lnTo>
                  <a:lnTo>
                    <a:pt x="518490" y="1064463"/>
                  </a:lnTo>
                  <a:lnTo>
                    <a:pt x="525526" y="1057402"/>
                  </a:lnTo>
                  <a:lnTo>
                    <a:pt x="529323" y="1048169"/>
                  </a:lnTo>
                  <a:close/>
                </a:path>
                <a:path w="4330065" h="1805939">
                  <a:moveTo>
                    <a:pt x="584873" y="964222"/>
                  </a:moveTo>
                  <a:lnTo>
                    <a:pt x="584784" y="954582"/>
                  </a:lnTo>
                  <a:lnTo>
                    <a:pt x="581088" y="945692"/>
                  </a:lnTo>
                  <a:lnTo>
                    <a:pt x="574040" y="938657"/>
                  </a:lnTo>
                  <a:lnTo>
                    <a:pt x="564794" y="934859"/>
                  </a:lnTo>
                  <a:lnTo>
                    <a:pt x="555155" y="934935"/>
                  </a:lnTo>
                  <a:lnTo>
                    <a:pt x="546239" y="938657"/>
                  </a:lnTo>
                  <a:lnTo>
                    <a:pt x="539242" y="945769"/>
                  </a:lnTo>
                  <a:lnTo>
                    <a:pt x="539115" y="945769"/>
                  </a:lnTo>
                  <a:lnTo>
                    <a:pt x="535559" y="954582"/>
                  </a:lnTo>
                  <a:lnTo>
                    <a:pt x="535470" y="964653"/>
                  </a:lnTo>
                  <a:lnTo>
                    <a:pt x="539165" y="973543"/>
                  </a:lnTo>
                  <a:lnTo>
                    <a:pt x="546227" y="980567"/>
                  </a:lnTo>
                  <a:lnTo>
                    <a:pt x="555459" y="984377"/>
                  </a:lnTo>
                  <a:lnTo>
                    <a:pt x="565111" y="984300"/>
                  </a:lnTo>
                  <a:lnTo>
                    <a:pt x="574065" y="980567"/>
                  </a:lnTo>
                  <a:lnTo>
                    <a:pt x="581152" y="973455"/>
                  </a:lnTo>
                  <a:lnTo>
                    <a:pt x="584873" y="964222"/>
                  </a:lnTo>
                  <a:close/>
                </a:path>
                <a:path w="4330065" h="1805939">
                  <a:moveTo>
                    <a:pt x="640372" y="880275"/>
                  </a:moveTo>
                  <a:lnTo>
                    <a:pt x="640283" y="870635"/>
                  </a:lnTo>
                  <a:lnTo>
                    <a:pt x="636587" y="861745"/>
                  </a:lnTo>
                  <a:lnTo>
                    <a:pt x="629539" y="854710"/>
                  </a:lnTo>
                  <a:lnTo>
                    <a:pt x="620293" y="850988"/>
                  </a:lnTo>
                  <a:lnTo>
                    <a:pt x="610654" y="851077"/>
                  </a:lnTo>
                  <a:lnTo>
                    <a:pt x="601764" y="854773"/>
                  </a:lnTo>
                  <a:lnTo>
                    <a:pt x="594741" y="861822"/>
                  </a:lnTo>
                  <a:lnTo>
                    <a:pt x="591108" y="870635"/>
                  </a:lnTo>
                  <a:lnTo>
                    <a:pt x="591007" y="880706"/>
                  </a:lnTo>
                  <a:lnTo>
                    <a:pt x="594677" y="889508"/>
                  </a:lnTo>
                  <a:lnTo>
                    <a:pt x="594753" y="889635"/>
                  </a:lnTo>
                  <a:lnTo>
                    <a:pt x="601853" y="896620"/>
                  </a:lnTo>
                  <a:lnTo>
                    <a:pt x="611085" y="900430"/>
                  </a:lnTo>
                  <a:lnTo>
                    <a:pt x="620725" y="900366"/>
                  </a:lnTo>
                  <a:lnTo>
                    <a:pt x="629615" y="896696"/>
                  </a:lnTo>
                  <a:lnTo>
                    <a:pt x="636651" y="889635"/>
                  </a:lnTo>
                  <a:lnTo>
                    <a:pt x="636651" y="889508"/>
                  </a:lnTo>
                  <a:lnTo>
                    <a:pt x="640372" y="880275"/>
                  </a:lnTo>
                  <a:close/>
                </a:path>
                <a:path w="4330065" h="1805939">
                  <a:moveTo>
                    <a:pt x="695947" y="796328"/>
                  </a:moveTo>
                  <a:lnTo>
                    <a:pt x="695896" y="786688"/>
                  </a:lnTo>
                  <a:lnTo>
                    <a:pt x="692213" y="777798"/>
                  </a:lnTo>
                  <a:lnTo>
                    <a:pt x="685165" y="770763"/>
                  </a:lnTo>
                  <a:lnTo>
                    <a:pt x="675855" y="767041"/>
                  </a:lnTo>
                  <a:lnTo>
                    <a:pt x="666216" y="767130"/>
                  </a:lnTo>
                  <a:lnTo>
                    <a:pt x="657313" y="770826"/>
                  </a:lnTo>
                  <a:lnTo>
                    <a:pt x="650240" y="777875"/>
                  </a:lnTo>
                  <a:lnTo>
                    <a:pt x="646684" y="786688"/>
                  </a:lnTo>
                  <a:lnTo>
                    <a:pt x="646595" y="796772"/>
                  </a:lnTo>
                  <a:lnTo>
                    <a:pt x="650290" y="805700"/>
                  </a:lnTo>
                  <a:lnTo>
                    <a:pt x="657352" y="812800"/>
                  </a:lnTo>
                  <a:lnTo>
                    <a:pt x="666584" y="816533"/>
                  </a:lnTo>
                  <a:lnTo>
                    <a:pt x="676224" y="816444"/>
                  </a:lnTo>
                  <a:lnTo>
                    <a:pt x="685114" y="812749"/>
                  </a:lnTo>
                  <a:lnTo>
                    <a:pt x="692137" y="805700"/>
                  </a:lnTo>
                  <a:lnTo>
                    <a:pt x="692150" y="805561"/>
                  </a:lnTo>
                  <a:lnTo>
                    <a:pt x="695947" y="796328"/>
                  </a:lnTo>
                  <a:close/>
                </a:path>
                <a:path w="4330065" h="1805939">
                  <a:moveTo>
                    <a:pt x="751497" y="712508"/>
                  </a:moveTo>
                  <a:lnTo>
                    <a:pt x="751408" y="702856"/>
                  </a:lnTo>
                  <a:lnTo>
                    <a:pt x="747712" y="693928"/>
                  </a:lnTo>
                  <a:lnTo>
                    <a:pt x="740664" y="686816"/>
                  </a:lnTo>
                  <a:lnTo>
                    <a:pt x="731418" y="683094"/>
                  </a:lnTo>
                  <a:lnTo>
                    <a:pt x="721779" y="683183"/>
                  </a:lnTo>
                  <a:lnTo>
                    <a:pt x="712889" y="686879"/>
                  </a:lnTo>
                  <a:lnTo>
                    <a:pt x="705739" y="694055"/>
                  </a:lnTo>
                  <a:lnTo>
                    <a:pt x="702183" y="702856"/>
                  </a:lnTo>
                  <a:lnTo>
                    <a:pt x="702094" y="712939"/>
                  </a:lnTo>
                  <a:lnTo>
                    <a:pt x="705789" y="721829"/>
                  </a:lnTo>
                  <a:lnTo>
                    <a:pt x="712851" y="728853"/>
                  </a:lnTo>
                  <a:lnTo>
                    <a:pt x="722083" y="732586"/>
                  </a:lnTo>
                  <a:lnTo>
                    <a:pt x="731735" y="732497"/>
                  </a:lnTo>
                  <a:lnTo>
                    <a:pt x="740664" y="728802"/>
                  </a:lnTo>
                  <a:lnTo>
                    <a:pt x="747776" y="721741"/>
                  </a:lnTo>
                  <a:lnTo>
                    <a:pt x="751497" y="712508"/>
                  </a:lnTo>
                  <a:close/>
                </a:path>
                <a:path w="4330065" h="1805939">
                  <a:moveTo>
                    <a:pt x="806996" y="628561"/>
                  </a:moveTo>
                  <a:lnTo>
                    <a:pt x="786917" y="599198"/>
                  </a:lnTo>
                  <a:lnTo>
                    <a:pt x="777278" y="599249"/>
                  </a:lnTo>
                  <a:lnTo>
                    <a:pt x="768388" y="602932"/>
                  </a:lnTo>
                  <a:lnTo>
                    <a:pt x="761365" y="609981"/>
                  </a:lnTo>
                  <a:lnTo>
                    <a:pt x="761365" y="610108"/>
                  </a:lnTo>
                  <a:lnTo>
                    <a:pt x="757732" y="618921"/>
                  </a:lnTo>
                  <a:lnTo>
                    <a:pt x="757631" y="628992"/>
                  </a:lnTo>
                  <a:lnTo>
                    <a:pt x="761339" y="637882"/>
                  </a:lnTo>
                  <a:lnTo>
                    <a:pt x="768477" y="644906"/>
                  </a:lnTo>
                  <a:lnTo>
                    <a:pt x="777709" y="648639"/>
                  </a:lnTo>
                  <a:lnTo>
                    <a:pt x="787349" y="648550"/>
                  </a:lnTo>
                  <a:lnTo>
                    <a:pt x="796239" y="644855"/>
                  </a:lnTo>
                  <a:lnTo>
                    <a:pt x="803275" y="637794"/>
                  </a:lnTo>
                  <a:lnTo>
                    <a:pt x="806996" y="628561"/>
                  </a:lnTo>
                  <a:close/>
                </a:path>
                <a:path w="4330065" h="1805939">
                  <a:moveTo>
                    <a:pt x="862571" y="544614"/>
                  </a:moveTo>
                  <a:lnTo>
                    <a:pt x="862520" y="534974"/>
                  </a:lnTo>
                  <a:lnTo>
                    <a:pt x="858837" y="526084"/>
                  </a:lnTo>
                  <a:lnTo>
                    <a:pt x="851789" y="519049"/>
                  </a:lnTo>
                  <a:lnTo>
                    <a:pt x="842479" y="515251"/>
                  </a:lnTo>
                  <a:lnTo>
                    <a:pt x="832840" y="515327"/>
                  </a:lnTo>
                  <a:lnTo>
                    <a:pt x="823925" y="519049"/>
                  </a:lnTo>
                  <a:lnTo>
                    <a:pt x="816864" y="526161"/>
                  </a:lnTo>
                  <a:lnTo>
                    <a:pt x="813308" y="534974"/>
                  </a:lnTo>
                  <a:lnTo>
                    <a:pt x="813219" y="545045"/>
                  </a:lnTo>
                  <a:lnTo>
                    <a:pt x="816914" y="553935"/>
                  </a:lnTo>
                  <a:lnTo>
                    <a:pt x="823976" y="560959"/>
                  </a:lnTo>
                  <a:lnTo>
                    <a:pt x="833208" y="564769"/>
                  </a:lnTo>
                  <a:lnTo>
                    <a:pt x="842848" y="564692"/>
                  </a:lnTo>
                  <a:lnTo>
                    <a:pt x="851763" y="560959"/>
                  </a:lnTo>
                  <a:lnTo>
                    <a:pt x="858774" y="553847"/>
                  </a:lnTo>
                  <a:lnTo>
                    <a:pt x="862571" y="544614"/>
                  </a:lnTo>
                  <a:close/>
                </a:path>
                <a:path w="4330065" h="1805939">
                  <a:moveTo>
                    <a:pt x="918121" y="460667"/>
                  </a:moveTo>
                  <a:lnTo>
                    <a:pt x="918032" y="451027"/>
                  </a:lnTo>
                  <a:lnTo>
                    <a:pt x="914336" y="442137"/>
                  </a:lnTo>
                  <a:lnTo>
                    <a:pt x="907288" y="435102"/>
                  </a:lnTo>
                  <a:lnTo>
                    <a:pt x="898042" y="431380"/>
                  </a:lnTo>
                  <a:lnTo>
                    <a:pt x="888403" y="431469"/>
                  </a:lnTo>
                  <a:lnTo>
                    <a:pt x="879513" y="435165"/>
                  </a:lnTo>
                  <a:lnTo>
                    <a:pt x="872490" y="442214"/>
                  </a:lnTo>
                  <a:lnTo>
                    <a:pt x="872363" y="442214"/>
                  </a:lnTo>
                  <a:lnTo>
                    <a:pt x="868807" y="451027"/>
                  </a:lnTo>
                  <a:lnTo>
                    <a:pt x="868718" y="461111"/>
                  </a:lnTo>
                  <a:lnTo>
                    <a:pt x="872413" y="470039"/>
                  </a:lnTo>
                  <a:lnTo>
                    <a:pt x="879475" y="477139"/>
                  </a:lnTo>
                  <a:lnTo>
                    <a:pt x="888707" y="480872"/>
                  </a:lnTo>
                  <a:lnTo>
                    <a:pt x="898359" y="480783"/>
                  </a:lnTo>
                  <a:lnTo>
                    <a:pt x="907288" y="477088"/>
                  </a:lnTo>
                  <a:lnTo>
                    <a:pt x="914387" y="470039"/>
                  </a:lnTo>
                  <a:lnTo>
                    <a:pt x="914400" y="469900"/>
                  </a:lnTo>
                  <a:lnTo>
                    <a:pt x="918121" y="460667"/>
                  </a:lnTo>
                  <a:close/>
                </a:path>
                <a:path w="4330065" h="1805939">
                  <a:moveTo>
                    <a:pt x="973620" y="376783"/>
                  </a:moveTo>
                  <a:lnTo>
                    <a:pt x="973531" y="367144"/>
                  </a:lnTo>
                  <a:lnTo>
                    <a:pt x="969835" y="358241"/>
                  </a:lnTo>
                  <a:lnTo>
                    <a:pt x="962787" y="351155"/>
                  </a:lnTo>
                  <a:lnTo>
                    <a:pt x="953541" y="347433"/>
                  </a:lnTo>
                  <a:lnTo>
                    <a:pt x="943902" y="347522"/>
                  </a:lnTo>
                  <a:lnTo>
                    <a:pt x="935012" y="351218"/>
                  </a:lnTo>
                  <a:lnTo>
                    <a:pt x="927989" y="358267"/>
                  </a:lnTo>
                  <a:lnTo>
                    <a:pt x="924356" y="367144"/>
                  </a:lnTo>
                  <a:lnTo>
                    <a:pt x="924255" y="377215"/>
                  </a:lnTo>
                  <a:lnTo>
                    <a:pt x="927963" y="386118"/>
                  </a:lnTo>
                  <a:lnTo>
                    <a:pt x="935101" y="393192"/>
                  </a:lnTo>
                  <a:lnTo>
                    <a:pt x="944333" y="396925"/>
                  </a:lnTo>
                  <a:lnTo>
                    <a:pt x="953973" y="396836"/>
                  </a:lnTo>
                  <a:lnTo>
                    <a:pt x="962863" y="393141"/>
                  </a:lnTo>
                  <a:lnTo>
                    <a:pt x="969899" y="386080"/>
                  </a:lnTo>
                  <a:lnTo>
                    <a:pt x="973620" y="376783"/>
                  </a:lnTo>
                  <a:close/>
                </a:path>
                <a:path w="4330065" h="1805939">
                  <a:moveTo>
                    <a:pt x="1029195" y="292900"/>
                  </a:moveTo>
                  <a:lnTo>
                    <a:pt x="1029144" y="283248"/>
                  </a:lnTo>
                  <a:lnTo>
                    <a:pt x="1025461" y="274320"/>
                  </a:lnTo>
                  <a:lnTo>
                    <a:pt x="1018413" y="267208"/>
                  </a:lnTo>
                  <a:lnTo>
                    <a:pt x="1009103" y="263486"/>
                  </a:lnTo>
                  <a:lnTo>
                    <a:pt x="999464" y="263575"/>
                  </a:lnTo>
                  <a:lnTo>
                    <a:pt x="990561" y="267271"/>
                  </a:lnTo>
                  <a:lnTo>
                    <a:pt x="983488" y="274320"/>
                  </a:lnTo>
                  <a:lnTo>
                    <a:pt x="983488" y="274447"/>
                  </a:lnTo>
                  <a:lnTo>
                    <a:pt x="979932" y="283248"/>
                  </a:lnTo>
                  <a:lnTo>
                    <a:pt x="979843" y="293331"/>
                  </a:lnTo>
                  <a:lnTo>
                    <a:pt x="983538" y="302221"/>
                  </a:lnTo>
                  <a:lnTo>
                    <a:pt x="990600" y="309245"/>
                  </a:lnTo>
                  <a:lnTo>
                    <a:pt x="999832" y="312978"/>
                  </a:lnTo>
                  <a:lnTo>
                    <a:pt x="1009472" y="312889"/>
                  </a:lnTo>
                  <a:lnTo>
                    <a:pt x="1018362" y="309194"/>
                  </a:lnTo>
                  <a:lnTo>
                    <a:pt x="1025398" y="302145"/>
                  </a:lnTo>
                  <a:lnTo>
                    <a:pt x="1029195" y="292900"/>
                  </a:lnTo>
                  <a:close/>
                </a:path>
                <a:path w="4330065" h="1805939">
                  <a:moveTo>
                    <a:pt x="1084745" y="208953"/>
                  </a:moveTo>
                  <a:lnTo>
                    <a:pt x="1064666" y="179590"/>
                  </a:lnTo>
                  <a:lnTo>
                    <a:pt x="1055027" y="179641"/>
                  </a:lnTo>
                  <a:lnTo>
                    <a:pt x="1046137" y="183324"/>
                  </a:lnTo>
                  <a:lnTo>
                    <a:pt x="1038987" y="190500"/>
                  </a:lnTo>
                  <a:lnTo>
                    <a:pt x="1035431" y="199313"/>
                  </a:lnTo>
                  <a:lnTo>
                    <a:pt x="1035342" y="209384"/>
                  </a:lnTo>
                  <a:lnTo>
                    <a:pt x="1039037" y="218274"/>
                  </a:lnTo>
                  <a:lnTo>
                    <a:pt x="1046099" y="225298"/>
                  </a:lnTo>
                  <a:lnTo>
                    <a:pt x="1055331" y="229108"/>
                  </a:lnTo>
                  <a:lnTo>
                    <a:pt x="1064983" y="229031"/>
                  </a:lnTo>
                  <a:lnTo>
                    <a:pt x="1073937" y="225298"/>
                  </a:lnTo>
                  <a:lnTo>
                    <a:pt x="1081024" y="218186"/>
                  </a:lnTo>
                  <a:lnTo>
                    <a:pt x="1084745" y="208953"/>
                  </a:lnTo>
                  <a:close/>
                </a:path>
                <a:path w="4330065" h="1805939">
                  <a:moveTo>
                    <a:pt x="1140244" y="125006"/>
                  </a:moveTo>
                  <a:lnTo>
                    <a:pt x="1140155" y="115366"/>
                  </a:lnTo>
                  <a:lnTo>
                    <a:pt x="1136459" y="106476"/>
                  </a:lnTo>
                  <a:lnTo>
                    <a:pt x="1129411" y="99441"/>
                  </a:lnTo>
                  <a:lnTo>
                    <a:pt x="1120165" y="95719"/>
                  </a:lnTo>
                  <a:lnTo>
                    <a:pt x="1110526" y="95808"/>
                  </a:lnTo>
                  <a:lnTo>
                    <a:pt x="1101636" y="99504"/>
                  </a:lnTo>
                  <a:lnTo>
                    <a:pt x="1094613" y="106553"/>
                  </a:lnTo>
                  <a:lnTo>
                    <a:pt x="1090980" y="115366"/>
                  </a:lnTo>
                  <a:lnTo>
                    <a:pt x="1090879" y="125437"/>
                  </a:lnTo>
                  <a:lnTo>
                    <a:pt x="1094549" y="134239"/>
                  </a:lnTo>
                  <a:lnTo>
                    <a:pt x="1094625" y="134366"/>
                  </a:lnTo>
                  <a:lnTo>
                    <a:pt x="1101725" y="141351"/>
                  </a:lnTo>
                  <a:lnTo>
                    <a:pt x="1110957" y="145161"/>
                  </a:lnTo>
                  <a:lnTo>
                    <a:pt x="1120597" y="145097"/>
                  </a:lnTo>
                  <a:lnTo>
                    <a:pt x="1129487" y="141427"/>
                  </a:lnTo>
                  <a:lnTo>
                    <a:pt x="1136523" y="134366"/>
                  </a:lnTo>
                  <a:lnTo>
                    <a:pt x="1136523" y="134239"/>
                  </a:lnTo>
                  <a:lnTo>
                    <a:pt x="1140244" y="125006"/>
                  </a:lnTo>
                  <a:close/>
                </a:path>
                <a:path w="4330065" h="1805939">
                  <a:moveTo>
                    <a:pt x="1922907" y="21590"/>
                  </a:moveTo>
                  <a:lnTo>
                    <a:pt x="1755635" y="0"/>
                  </a:lnTo>
                  <a:lnTo>
                    <a:pt x="1838706" y="146812"/>
                  </a:lnTo>
                  <a:lnTo>
                    <a:pt x="1867154" y="104508"/>
                  </a:lnTo>
                  <a:lnTo>
                    <a:pt x="1869440" y="106807"/>
                  </a:lnTo>
                  <a:lnTo>
                    <a:pt x="1878672" y="110642"/>
                  </a:lnTo>
                  <a:lnTo>
                    <a:pt x="1888324" y="110642"/>
                  </a:lnTo>
                  <a:lnTo>
                    <a:pt x="1897253" y="107048"/>
                  </a:lnTo>
                  <a:lnTo>
                    <a:pt x="1904365" y="100076"/>
                  </a:lnTo>
                  <a:lnTo>
                    <a:pt x="1908187" y="90843"/>
                  </a:lnTo>
                  <a:lnTo>
                    <a:pt x="1908162" y="81127"/>
                  </a:lnTo>
                  <a:lnTo>
                    <a:pt x="1904593" y="72263"/>
                  </a:lnTo>
                  <a:lnTo>
                    <a:pt x="1897634" y="65151"/>
                  </a:lnTo>
                  <a:lnTo>
                    <a:pt x="1897507" y="65151"/>
                  </a:lnTo>
                  <a:lnTo>
                    <a:pt x="1894459" y="63881"/>
                  </a:lnTo>
                  <a:lnTo>
                    <a:pt x="1896211" y="61277"/>
                  </a:lnTo>
                  <a:lnTo>
                    <a:pt x="1922907" y="21590"/>
                  </a:lnTo>
                  <a:close/>
                </a:path>
                <a:path w="4330065" h="1805939">
                  <a:moveTo>
                    <a:pt x="1991741" y="146977"/>
                  </a:moveTo>
                  <a:lnTo>
                    <a:pt x="1991715" y="137261"/>
                  </a:lnTo>
                  <a:lnTo>
                    <a:pt x="1988108" y="128397"/>
                  </a:lnTo>
                  <a:lnTo>
                    <a:pt x="1981073" y="121285"/>
                  </a:lnTo>
                  <a:lnTo>
                    <a:pt x="1971827" y="117462"/>
                  </a:lnTo>
                  <a:lnTo>
                    <a:pt x="1962175" y="117462"/>
                  </a:lnTo>
                  <a:lnTo>
                    <a:pt x="1953247" y="121056"/>
                  </a:lnTo>
                  <a:lnTo>
                    <a:pt x="1946148" y="128016"/>
                  </a:lnTo>
                  <a:lnTo>
                    <a:pt x="1942312" y="137261"/>
                  </a:lnTo>
                  <a:lnTo>
                    <a:pt x="1942338" y="146977"/>
                  </a:lnTo>
                  <a:lnTo>
                    <a:pt x="1945906" y="155841"/>
                  </a:lnTo>
                  <a:lnTo>
                    <a:pt x="1952879" y="162941"/>
                  </a:lnTo>
                  <a:lnTo>
                    <a:pt x="1953006" y="162941"/>
                  </a:lnTo>
                  <a:lnTo>
                    <a:pt x="1962175" y="166839"/>
                  </a:lnTo>
                  <a:lnTo>
                    <a:pt x="1971802" y="166865"/>
                  </a:lnTo>
                  <a:lnTo>
                    <a:pt x="1980755" y="163245"/>
                  </a:lnTo>
                  <a:lnTo>
                    <a:pt x="1987931" y="156210"/>
                  </a:lnTo>
                  <a:lnTo>
                    <a:pt x="1991741" y="146977"/>
                  </a:lnTo>
                  <a:close/>
                </a:path>
                <a:path w="4330065" h="1805939">
                  <a:moveTo>
                    <a:pt x="2075192" y="203161"/>
                  </a:moveTo>
                  <a:lnTo>
                    <a:pt x="2075141" y="193395"/>
                  </a:lnTo>
                  <a:lnTo>
                    <a:pt x="2071598" y="184543"/>
                  </a:lnTo>
                  <a:lnTo>
                    <a:pt x="2064639" y="177419"/>
                  </a:lnTo>
                  <a:lnTo>
                    <a:pt x="2064512" y="177419"/>
                  </a:lnTo>
                  <a:lnTo>
                    <a:pt x="2055329" y="173596"/>
                  </a:lnTo>
                  <a:lnTo>
                    <a:pt x="2045728" y="173596"/>
                  </a:lnTo>
                  <a:lnTo>
                    <a:pt x="2036800" y="177190"/>
                  </a:lnTo>
                  <a:lnTo>
                    <a:pt x="2029714" y="184150"/>
                  </a:lnTo>
                  <a:lnTo>
                    <a:pt x="2025815" y="193395"/>
                  </a:lnTo>
                  <a:lnTo>
                    <a:pt x="2025827" y="203161"/>
                  </a:lnTo>
                  <a:lnTo>
                    <a:pt x="2029409" y="211975"/>
                  </a:lnTo>
                  <a:lnTo>
                    <a:pt x="2036445" y="219075"/>
                  </a:lnTo>
                  <a:lnTo>
                    <a:pt x="2036445" y="219202"/>
                  </a:lnTo>
                  <a:lnTo>
                    <a:pt x="2045677" y="223024"/>
                  </a:lnTo>
                  <a:lnTo>
                    <a:pt x="2055329" y="223012"/>
                  </a:lnTo>
                  <a:lnTo>
                    <a:pt x="2064258" y="219392"/>
                  </a:lnTo>
                  <a:lnTo>
                    <a:pt x="2071370" y="212344"/>
                  </a:lnTo>
                  <a:lnTo>
                    <a:pt x="2075192" y="203161"/>
                  </a:lnTo>
                  <a:close/>
                </a:path>
                <a:path w="4330065" h="1805939">
                  <a:moveTo>
                    <a:pt x="2158746" y="259308"/>
                  </a:moveTo>
                  <a:lnTo>
                    <a:pt x="2158695" y="249593"/>
                  </a:lnTo>
                  <a:lnTo>
                    <a:pt x="2155113" y="240728"/>
                  </a:lnTo>
                  <a:lnTo>
                    <a:pt x="2148078" y="233553"/>
                  </a:lnTo>
                  <a:lnTo>
                    <a:pt x="2138832" y="229743"/>
                  </a:lnTo>
                  <a:lnTo>
                    <a:pt x="2129180" y="229743"/>
                  </a:lnTo>
                  <a:lnTo>
                    <a:pt x="2120252" y="233375"/>
                  </a:lnTo>
                  <a:lnTo>
                    <a:pt x="2113153" y="240411"/>
                  </a:lnTo>
                  <a:lnTo>
                    <a:pt x="2109330" y="249593"/>
                  </a:lnTo>
                  <a:lnTo>
                    <a:pt x="2109381" y="259308"/>
                  </a:lnTo>
                  <a:lnTo>
                    <a:pt x="2112962" y="268173"/>
                  </a:lnTo>
                  <a:lnTo>
                    <a:pt x="2120011" y="275336"/>
                  </a:lnTo>
                  <a:lnTo>
                    <a:pt x="2129193" y="279158"/>
                  </a:lnTo>
                  <a:lnTo>
                    <a:pt x="2138845" y="279146"/>
                  </a:lnTo>
                  <a:lnTo>
                    <a:pt x="2147811" y="275526"/>
                  </a:lnTo>
                  <a:lnTo>
                    <a:pt x="2154936" y="268478"/>
                  </a:lnTo>
                  <a:lnTo>
                    <a:pt x="2158746" y="259308"/>
                  </a:lnTo>
                  <a:close/>
                </a:path>
                <a:path w="4330065" h="1805939">
                  <a:moveTo>
                    <a:pt x="2242197" y="315442"/>
                  </a:moveTo>
                  <a:lnTo>
                    <a:pt x="2242185" y="305790"/>
                  </a:lnTo>
                  <a:lnTo>
                    <a:pt x="2238603" y="296862"/>
                  </a:lnTo>
                  <a:lnTo>
                    <a:pt x="2231644" y="289687"/>
                  </a:lnTo>
                  <a:lnTo>
                    <a:pt x="2231517" y="289687"/>
                  </a:lnTo>
                  <a:lnTo>
                    <a:pt x="2222335" y="285877"/>
                  </a:lnTo>
                  <a:lnTo>
                    <a:pt x="2212733" y="285877"/>
                  </a:lnTo>
                  <a:lnTo>
                    <a:pt x="2203805" y="289509"/>
                  </a:lnTo>
                  <a:lnTo>
                    <a:pt x="2196719" y="296545"/>
                  </a:lnTo>
                  <a:lnTo>
                    <a:pt x="2192832" y="305790"/>
                  </a:lnTo>
                  <a:lnTo>
                    <a:pt x="2192845" y="315442"/>
                  </a:lnTo>
                  <a:lnTo>
                    <a:pt x="2196465" y="324370"/>
                  </a:lnTo>
                  <a:lnTo>
                    <a:pt x="2203450" y="331470"/>
                  </a:lnTo>
                  <a:lnTo>
                    <a:pt x="2203577" y="331470"/>
                  </a:lnTo>
                  <a:lnTo>
                    <a:pt x="2212746" y="335292"/>
                  </a:lnTo>
                  <a:lnTo>
                    <a:pt x="2222347" y="335280"/>
                  </a:lnTo>
                  <a:lnTo>
                    <a:pt x="2231275" y="331660"/>
                  </a:lnTo>
                  <a:lnTo>
                    <a:pt x="2238375" y="324612"/>
                  </a:lnTo>
                  <a:lnTo>
                    <a:pt x="2242197" y="315442"/>
                  </a:lnTo>
                  <a:close/>
                </a:path>
                <a:path w="4330065" h="1805939">
                  <a:moveTo>
                    <a:pt x="2325751" y="371576"/>
                  </a:moveTo>
                  <a:lnTo>
                    <a:pt x="2325725" y="361924"/>
                  </a:lnTo>
                  <a:lnTo>
                    <a:pt x="2322118" y="353047"/>
                  </a:lnTo>
                  <a:lnTo>
                    <a:pt x="2315083" y="345960"/>
                  </a:lnTo>
                  <a:lnTo>
                    <a:pt x="2315083" y="345833"/>
                  </a:lnTo>
                  <a:lnTo>
                    <a:pt x="2305837" y="342011"/>
                  </a:lnTo>
                  <a:lnTo>
                    <a:pt x="2296185" y="342011"/>
                  </a:lnTo>
                  <a:lnTo>
                    <a:pt x="2287257" y="345643"/>
                  </a:lnTo>
                  <a:lnTo>
                    <a:pt x="2280158" y="352679"/>
                  </a:lnTo>
                  <a:lnTo>
                    <a:pt x="2276335" y="361924"/>
                  </a:lnTo>
                  <a:lnTo>
                    <a:pt x="2276348" y="371576"/>
                  </a:lnTo>
                  <a:lnTo>
                    <a:pt x="2279967" y="380504"/>
                  </a:lnTo>
                  <a:lnTo>
                    <a:pt x="2287016" y="387604"/>
                  </a:lnTo>
                  <a:lnTo>
                    <a:pt x="2296249" y="391426"/>
                  </a:lnTo>
                  <a:lnTo>
                    <a:pt x="2305901" y="391414"/>
                  </a:lnTo>
                  <a:lnTo>
                    <a:pt x="2314829" y="387794"/>
                  </a:lnTo>
                  <a:lnTo>
                    <a:pt x="2321941" y="380746"/>
                  </a:lnTo>
                  <a:lnTo>
                    <a:pt x="2325751" y="371576"/>
                  </a:lnTo>
                  <a:close/>
                </a:path>
                <a:path w="4330065" h="1805939">
                  <a:moveTo>
                    <a:pt x="2409304" y="427774"/>
                  </a:moveTo>
                  <a:lnTo>
                    <a:pt x="2409240" y="418058"/>
                  </a:lnTo>
                  <a:lnTo>
                    <a:pt x="2405621" y="409194"/>
                  </a:lnTo>
                  <a:lnTo>
                    <a:pt x="2398649" y="402082"/>
                  </a:lnTo>
                  <a:lnTo>
                    <a:pt x="2398522" y="402082"/>
                  </a:lnTo>
                  <a:lnTo>
                    <a:pt x="2389340" y="398259"/>
                  </a:lnTo>
                  <a:lnTo>
                    <a:pt x="2379738" y="398259"/>
                  </a:lnTo>
                  <a:lnTo>
                    <a:pt x="2370810" y="401853"/>
                  </a:lnTo>
                  <a:lnTo>
                    <a:pt x="2363724" y="408813"/>
                  </a:lnTo>
                  <a:lnTo>
                    <a:pt x="2359888" y="418058"/>
                  </a:lnTo>
                  <a:lnTo>
                    <a:pt x="2359914" y="427774"/>
                  </a:lnTo>
                  <a:lnTo>
                    <a:pt x="2363482" y="436638"/>
                  </a:lnTo>
                  <a:lnTo>
                    <a:pt x="2370455" y="443738"/>
                  </a:lnTo>
                  <a:lnTo>
                    <a:pt x="2370582" y="443738"/>
                  </a:lnTo>
                  <a:lnTo>
                    <a:pt x="2379751" y="447573"/>
                  </a:lnTo>
                  <a:lnTo>
                    <a:pt x="2389378" y="447573"/>
                  </a:lnTo>
                  <a:lnTo>
                    <a:pt x="2398331" y="443979"/>
                  </a:lnTo>
                  <a:lnTo>
                    <a:pt x="2405507" y="437007"/>
                  </a:lnTo>
                  <a:lnTo>
                    <a:pt x="2409304" y="427774"/>
                  </a:lnTo>
                  <a:close/>
                </a:path>
                <a:path w="4330065" h="1805939">
                  <a:moveTo>
                    <a:pt x="2492756" y="483908"/>
                  </a:moveTo>
                  <a:lnTo>
                    <a:pt x="2492743" y="474256"/>
                  </a:lnTo>
                  <a:lnTo>
                    <a:pt x="2489123" y="465328"/>
                  </a:lnTo>
                  <a:lnTo>
                    <a:pt x="2482088" y="458216"/>
                  </a:lnTo>
                  <a:lnTo>
                    <a:pt x="2472842" y="454406"/>
                  </a:lnTo>
                  <a:lnTo>
                    <a:pt x="2463190" y="454406"/>
                  </a:lnTo>
                  <a:lnTo>
                    <a:pt x="2454262" y="458038"/>
                  </a:lnTo>
                  <a:lnTo>
                    <a:pt x="2447163" y="465074"/>
                  </a:lnTo>
                  <a:lnTo>
                    <a:pt x="2443340" y="474256"/>
                  </a:lnTo>
                  <a:lnTo>
                    <a:pt x="2443365" y="483908"/>
                  </a:lnTo>
                  <a:lnTo>
                    <a:pt x="2446972" y="492785"/>
                  </a:lnTo>
                  <a:lnTo>
                    <a:pt x="2454021" y="499872"/>
                  </a:lnTo>
                  <a:lnTo>
                    <a:pt x="2454021" y="499999"/>
                  </a:lnTo>
                  <a:lnTo>
                    <a:pt x="2463254" y="503821"/>
                  </a:lnTo>
                  <a:lnTo>
                    <a:pt x="2472906" y="503809"/>
                  </a:lnTo>
                  <a:lnTo>
                    <a:pt x="2481834" y="500189"/>
                  </a:lnTo>
                  <a:lnTo>
                    <a:pt x="2488946" y="493141"/>
                  </a:lnTo>
                  <a:lnTo>
                    <a:pt x="2492756" y="483908"/>
                  </a:lnTo>
                  <a:close/>
                </a:path>
                <a:path w="4330065" h="1805939">
                  <a:moveTo>
                    <a:pt x="2576322" y="540042"/>
                  </a:moveTo>
                  <a:lnTo>
                    <a:pt x="2576309" y="530390"/>
                  </a:lnTo>
                  <a:lnTo>
                    <a:pt x="2572689" y="521462"/>
                  </a:lnTo>
                  <a:lnTo>
                    <a:pt x="2565654" y="514350"/>
                  </a:lnTo>
                  <a:lnTo>
                    <a:pt x="2556408" y="510540"/>
                  </a:lnTo>
                  <a:lnTo>
                    <a:pt x="2546756" y="510552"/>
                  </a:lnTo>
                  <a:lnTo>
                    <a:pt x="2537828" y="514172"/>
                  </a:lnTo>
                  <a:lnTo>
                    <a:pt x="2530729" y="521208"/>
                  </a:lnTo>
                  <a:lnTo>
                    <a:pt x="2526906" y="530390"/>
                  </a:lnTo>
                  <a:lnTo>
                    <a:pt x="2526919" y="540042"/>
                  </a:lnTo>
                  <a:lnTo>
                    <a:pt x="2530538" y="548970"/>
                  </a:lnTo>
                  <a:lnTo>
                    <a:pt x="2537587" y="556133"/>
                  </a:lnTo>
                  <a:lnTo>
                    <a:pt x="2546820" y="559955"/>
                  </a:lnTo>
                  <a:lnTo>
                    <a:pt x="2556472" y="559943"/>
                  </a:lnTo>
                  <a:lnTo>
                    <a:pt x="2565400" y="556323"/>
                  </a:lnTo>
                  <a:lnTo>
                    <a:pt x="2572512" y="549275"/>
                  </a:lnTo>
                  <a:lnTo>
                    <a:pt x="2576322" y="540042"/>
                  </a:lnTo>
                  <a:close/>
                </a:path>
                <a:path w="4330065" h="1805939">
                  <a:moveTo>
                    <a:pt x="2659748" y="586524"/>
                  </a:moveTo>
                  <a:lnTo>
                    <a:pt x="2656128" y="577596"/>
                  </a:lnTo>
                  <a:lnTo>
                    <a:pt x="2649093" y="570484"/>
                  </a:lnTo>
                  <a:lnTo>
                    <a:pt x="2639847" y="566674"/>
                  </a:lnTo>
                  <a:lnTo>
                    <a:pt x="2630195" y="566674"/>
                  </a:lnTo>
                  <a:lnTo>
                    <a:pt x="2621267" y="570306"/>
                  </a:lnTo>
                  <a:lnTo>
                    <a:pt x="2614168" y="577342"/>
                  </a:lnTo>
                  <a:lnTo>
                    <a:pt x="2610370" y="586524"/>
                  </a:lnTo>
                  <a:lnTo>
                    <a:pt x="2610358" y="596239"/>
                  </a:lnTo>
                  <a:lnTo>
                    <a:pt x="2613977" y="605167"/>
                  </a:lnTo>
                  <a:lnTo>
                    <a:pt x="2621026" y="612267"/>
                  </a:lnTo>
                  <a:lnTo>
                    <a:pt x="2630259" y="616089"/>
                  </a:lnTo>
                  <a:lnTo>
                    <a:pt x="2639911" y="616077"/>
                  </a:lnTo>
                  <a:lnTo>
                    <a:pt x="2648839" y="612457"/>
                  </a:lnTo>
                  <a:lnTo>
                    <a:pt x="2655951" y="605409"/>
                  </a:lnTo>
                  <a:lnTo>
                    <a:pt x="2659735" y="596239"/>
                  </a:lnTo>
                  <a:lnTo>
                    <a:pt x="2659748" y="586524"/>
                  </a:lnTo>
                  <a:close/>
                </a:path>
                <a:path w="4330065" h="1805939">
                  <a:moveTo>
                    <a:pt x="2743327" y="652373"/>
                  </a:moveTo>
                  <a:lnTo>
                    <a:pt x="2743314" y="642721"/>
                  </a:lnTo>
                  <a:lnTo>
                    <a:pt x="2739694" y="633793"/>
                  </a:lnTo>
                  <a:lnTo>
                    <a:pt x="2732659" y="626618"/>
                  </a:lnTo>
                  <a:lnTo>
                    <a:pt x="2723413" y="622808"/>
                  </a:lnTo>
                  <a:lnTo>
                    <a:pt x="2713761" y="622820"/>
                  </a:lnTo>
                  <a:lnTo>
                    <a:pt x="2704833" y="626440"/>
                  </a:lnTo>
                  <a:lnTo>
                    <a:pt x="2697734" y="633476"/>
                  </a:lnTo>
                  <a:lnTo>
                    <a:pt x="2693911" y="642721"/>
                  </a:lnTo>
                  <a:lnTo>
                    <a:pt x="2693924" y="652373"/>
                  </a:lnTo>
                  <a:lnTo>
                    <a:pt x="2697543" y="661301"/>
                  </a:lnTo>
                  <a:lnTo>
                    <a:pt x="2704592" y="668401"/>
                  </a:lnTo>
                  <a:lnTo>
                    <a:pt x="2713825" y="672223"/>
                  </a:lnTo>
                  <a:lnTo>
                    <a:pt x="2723477" y="672211"/>
                  </a:lnTo>
                  <a:lnTo>
                    <a:pt x="2732405" y="668591"/>
                  </a:lnTo>
                  <a:lnTo>
                    <a:pt x="2739517" y="661543"/>
                  </a:lnTo>
                  <a:lnTo>
                    <a:pt x="2743327" y="652373"/>
                  </a:lnTo>
                  <a:close/>
                </a:path>
                <a:path w="4330065" h="1805939">
                  <a:moveTo>
                    <a:pt x="2826778" y="708571"/>
                  </a:moveTo>
                  <a:lnTo>
                    <a:pt x="2826753" y="698855"/>
                  </a:lnTo>
                  <a:lnTo>
                    <a:pt x="2823184" y="689991"/>
                  </a:lnTo>
                  <a:lnTo>
                    <a:pt x="2816225" y="682879"/>
                  </a:lnTo>
                  <a:lnTo>
                    <a:pt x="2816098" y="682879"/>
                  </a:lnTo>
                  <a:lnTo>
                    <a:pt x="2806916" y="678992"/>
                  </a:lnTo>
                  <a:lnTo>
                    <a:pt x="2797314" y="678967"/>
                  </a:lnTo>
                  <a:lnTo>
                    <a:pt x="2788386" y="682586"/>
                  </a:lnTo>
                  <a:lnTo>
                    <a:pt x="2781300" y="689610"/>
                  </a:lnTo>
                  <a:lnTo>
                    <a:pt x="2777401" y="698855"/>
                  </a:lnTo>
                  <a:lnTo>
                    <a:pt x="2777401" y="708571"/>
                  </a:lnTo>
                  <a:lnTo>
                    <a:pt x="2780995" y="717435"/>
                  </a:lnTo>
                  <a:lnTo>
                    <a:pt x="2788031" y="724535"/>
                  </a:lnTo>
                  <a:lnTo>
                    <a:pt x="2797264" y="728370"/>
                  </a:lnTo>
                  <a:lnTo>
                    <a:pt x="2806916" y="728370"/>
                  </a:lnTo>
                  <a:lnTo>
                    <a:pt x="2815844" y="724776"/>
                  </a:lnTo>
                  <a:lnTo>
                    <a:pt x="2822956" y="717804"/>
                  </a:lnTo>
                  <a:lnTo>
                    <a:pt x="2826778" y="708571"/>
                  </a:lnTo>
                  <a:close/>
                </a:path>
                <a:path w="4330065" h="1805939">
                  <a:moveTo>
                    <a:pt x="2910332" y="764705"/>
                  </a:moveTo>
                  <a:lnTo>
                    <a:pt x="2910306" y="754989"/>
                  </a:lnTo>
                  <a:lnTo>
                    <a:pt x="2906699" y="746125"/>
                  </a:lnTo>
                  <a:lnTo>
                    <a:pt x="2899664" y="739013"/>
                  </a:lnTo>
                  <a:lnTo>
                    <a:pt x="2890418" y="735190"/>
                  </a:lnTo>
                  <a:lnTo>
                    <a:pt x="2880766" y="735190"/>
                  </a:lnTo>
                  <a:lnTo>
                    <a:pt x="2871838" y="738784"/>
                  </a:lnTo>
                  <a:lnTo>
                    <a:pt x="2864739" y="745744"/>
                  </a:lnTo>
                  <a:lnTo>
                    <a:pt x="2860916" y="754989"/>
                  </a:lnTo>
                  <a:lnTo>
                    <a:pt x="2860941" y="764705"/>
                  </a:lnTo>
                  <a:lnTo>
                    <a:pt x="2864548" y="773569"/>
                  </a:lnTo>
                  <a:lnTo>
                    <a:pt x="2871597" y="780669"/>
                  </a:lnTo>
                  <a:lnTo>
                    <a:pt x="2880830" y="784504"/>
                  </a:lnTo>
                  <a:lnTo>
                    <a:pt x="2890482" y="784504"/>
                  </a:lnTo>
                  <a:lnTo>
                    <a:pt x="2899410" y="780910"/>
                  </a:lnTo>
                  <a:lnTo>
                    <a:pt x="2906522" y="773938"/>
                  </a:lnTo>
                  <a:lnTo>
                    <a:pt x="2910332" y="764705"/>
                  </a:lnTo>
                  <a:close/>
                </a:path>
                <a:path w="4330065" h="1805939">
                  <a:moveTo>
                    <a:pt x="2993783" y="820839"/>
                  </a:moveTo>
                  <a:lnTo>
                    <a:pt x="2993758" y="811123"/>
                  </a:lnTo>
                  <a:lnTo>
                    <a:pt x="2990189" y="802259"/>
                  </a:lnTo>
                  <a:lnTo>
                    <a:pt x="2983230" y="795147"/>
                  </a:lnTo>
                  <a:lnTo>
                    <a:pt x="2983103" y="795147"/>
                  </a:lnTo>
                  <a:lnTo>
                    <a:pt x="2973921" y="791324"/>
                  </a:lnTo>
                  <a:lnTo>
                    <a:pt x="2964319" y="791324"/>
                  </a:lnTo>
                  <a:lnTo>
                    <a:pt x="2955391" y="794918"/>
                  </a:lnTo>
                  <a:lnTo>
                    <a:pt x="2948305" y="801878"/>
                  </a:lnTo>
                  <a:lnTo>
                    <a:pt x="2944457" y="811123"/>
                  </a:lnTo>
                  <a:lnTo>
                    <a:pt x="2944444" y="820839"/>
                  </a:lnTo>
                  <a:lnTo>
                    <a:pt x="2948013" y="829703"/>
                  </a:lnTo>
                  <a:lnTo>
                    <a:pt x="2955036" y="836803"/>
                  </a:lnTo>
                  <a:lnTo>
                    <a:pt x="2964269" y="840701"/>
                  </a:lnTo>
                  <a:lnTo>
                    <a:pt x="2973921" y="840727"/>
                  </a:lnTo>
                  <a:lnTo>
                    <a:pt x="2982849" y="837107"/>
                  </a:lnTo>
                  <a:lnTo>
                    <a:pt x="2989961" y="830072"/>
                  </a:lnTo>
                  <a:lnTo>
                    <a:pt x="2993783" y="820839"/>
                  </a:lnTo>
                  <a:close/>
                </a:path>
                <a:path w="4330065" h="1805939">
                  <a:moveTo>
                    <a:pt x="3077337" y="876973"/>
                  </a:moveTo>
                  <a:lnTo>
                    <a:pt x="3077324" y="867321"/>
                  </a:lnTo>
                  <a:lnTo>
                    <a:pt x="3073704" y="858393"/>
                  </a:lnTo>
                  <a:lnTo>
                    <a:pt x="3066669" y="851281"/>
                  </a:lnTo>
                  <a:lnTo>
                    <a:pt x="3057423" y="847471"/>
                  </a:lnTo>
                  <a:lnTo>
                    <a:pt x="3047771" y="847483"/>
                  </a:lnTo>
                  <a:lnTo>
                    <a:pt x="3038843" y="851103"/>
                  </a:lnTo>
                  <a:lnTo>
                    <a:pt x="3031744" y="858139"/>
                  </a:lnTo>
                  <a:lnTo>
                    <a:pt x="3027921" y="867321"/>
                  </a:lnTo>
                  <a:lnTo>
                    <a:pt x="3027946" y="876973"/>
                  </a:lnTo>
                  <a:lnTo>
                    <a:pt x="3031553" y="885850"/>
                  </a:lnTo>
                  <a:lnTo>
                    <a:pt x="3038602" y="892937"/>
                  </a:lnTo>
                  <a:lnTo>
                    <a:pt x="3038602" y="893064"/>
                  </a:lnTo>
                  <a:lnTo>
                    <a:pt x="3047835" y="896886"/>
                  </a:lnTo>
                  <a:lnTo>
                    <a:pt x="3057487" y="896874"/>
                  </a:lnTo>
                  <a:lnTo>
                    <a:pt x="3066415" y="893254"/>
                  </a:lnTo>
                  <a:lnTo>
                    <a:pt x="3073527" y="886206"/>
                  </a:lnTo>
                  <a:lnTo>
                    <a:pt x="3077337" y="876973"/>
                  </a:lnTo>
                  <a:close/>
                </a:path>
                <a:path w="4330065" h="1805939">
                  <a:moveTo>
                    <a:pt x="3160852" y="933170"/>
                  </a:moveTo>
                  <a:lnTo>
                    <a:pt x="3160839" y="923455"/>
                  </a:lnTo>
                  <a:lnTo>
                    <a:pt x="3157258" y="914590"/>
                  </a:lnTo>
                  <a:lnTo>
                    <a:pt x="3150235" y="907415"/>
                  </a:lnTo>
                  <a:lnTo>
                    <a:pt x="3140989" y="903605"/>
                  </a:lnTo>
                  <a:lnTo>
                    <a:pt x="3131337" y="903605"/>
                  </a:lnTo>
                  <a:lnTo>
                    <a:pt x="3122409" y="907237"/>
                  </a:lnTo>
                  <a:lnTo>
                    <a:pt x="3115310" y="914273"/>
                  </a:lnTo>
                  <a:lnTo>
                    <a:pt x="3111474" y="923455"/>
                  </a:lnTo>
                  <a:lnTo>
                    <a:pt x="3111512" y="933170"/>
                  </a:lnTo>
                  <a:lnTo>
                    <a:pt x="3115068" y="942035"/>
                  </a:lnTo>
                  <a:lnTo>
                    <a:pt x="3122041" y="949198"/>
                  </a:lnTo>
                  <a:lnTo>
                    <a:pt x="3122168" y="949198"/>
                  </a:lnTo>
                  <a:lnTo>
                    <a:pt x="3131337" y="953020"/>
                  </a:lnTo>
                  <a:lnTo>
                    <a:pt x="3140938" y="953008"/>
                  </a:lnTo>
                  <a:lnTo>
                    <a:pt x="3149866" y="949388"/>
                  </a:lnTo>
                  <a:lnTo>
                    <a:pt x="3156966" y="942340"/>
                  </a:lnTo>
                  <a:lnTo>
                    <a:pt x="3160852" y="933170"/>
                  </a:lnTo>
                  <a:close/>
                </a:path>
                <a:path w="4330065" h="1805939">
                  <a:moveTo>
                    <a:pt x="3244342" y="989304"/>
                  </a:moveTo>
                  <a:lnTo>
                    <a:pt x="3244316" y="979652"/>
                  </a:lnTo>
                  <a:lnTo>
                    <a:pt x="3240709" y="970775"/>
                  </a:lnTo>
                  <a:lnTo>
                    <a:pt x="3233674" y="963676"/>
                  </a:lnTo>
                  <a:lnTo>
                    <a:pt x="3233674" y="963549"/>
                  </a:lnTo>
                  <a:lnTo>
                    <a:pt x="3224428" y="959739"/>
                  </a:lnTo>
                  <a:lnTo>
                    <a:pt x="3214776" y="959751"/>
                  </a:lnTo>
                  <a:lnTo>
                    <a:pt x="3205848" y="963371"/>
                  </a:lnTo>
                  <a:lnTo>
                    <a:pt x="3198749" y="970407"/>
                  </a:lnTo>
                  <a:lnTo>
                    <a:pt x="3194926" y="979652"/>
                  </a:lnTo>
                  <a:lnTo>
                    <a:pt x="3194939" y="989304"/>
                  </a:lnTo>
                  <a:lnTo>
                    <a:pt x="3198558" y="998232"/>
                  </a:lnTo>
                  <a:lnTo>
                    <a:pt x="3205607" y="1005332"/>
                  </a:lnTo>
                  <a:lnTo>
                    <a:pt x="3214840" y="1009154"/>
                  </a:lnTo>
                  <a:lnTo>
                    <a:pt x="3224492" y="1009142"/>
                  </a:lnTo>
                  <a:lnTo>
                    <a:pt x="3233420" y="1005522"/>
                  </a:lnTo>
                  <a:lnTo>
                    <a:pt x="3240532" y="998474"/>
                  </a:lnTo>
                  <a:lnTo>
                    <a:pt x="3244342" y="989304"/>
                  </a:lnTo>
                  <a:close/>
                </a:path>
                <a:path w="4330065" h="1805939">
                  <a:moveTo>
                    <a:pt x="3327908" y="1045502"/>
                  </a:moveTo>
                  <a:lnTo>
                    <a:pt x="3327882" y="1035786"/>
                  </a:lnTo>
                  <a:lnTo>
                    <a:pt x="3324275" y="1026922"/>
                  </a:lnTo>
                  <a:lnTo>
                    <a:pt x="3317240" y="1019810"/>
                  </a:lnTo>
                  <a:lnTo>
                    <a:pt x="3317240" y="1019683"/>
                  </a:lnTo>
                  <a:lnTo>
                    <a:pt x="3307994" y="1015873"/>
                  </a:lnTo>
                  <a:lnTo>
                    <a:pt x="3298342" y="1015885"/>
                  </a:lnTo>
                  <a:lnTo>
                    <a:pt x="3289414" y="1019505"/>
                  </a:lnTo>
                  <a:lnTo>
                    <a:pt x="3282315" y="1026541"/>
                  </a:lnTo>
                  <a:lnTo>
                    <a:pt x="3278479" y="1035786"/>
                  </a:lnTo>
                  <a:lnTo>
                    <a:pt x="3278505" y="1045502"/>
                  </a:lnTo>
                  <a:lnTo>
                    <a:pt x="3282073" y="1054366"/>
                  </a:lnTo>
                  <a:lnTo>
                    <a:pt x="3289046" y="1061466"/>
                  </a:lnTo>
                  <a:lnTo>
                    <a:pt x="3289173" y="1061466"/>
                  </a:lnTo>
                  <a:lnTo>
                    <a:pt x="3298355" y="1065301"/>
                  </a:lnTo>
                  <a:lnTo>
                    <a:pt x="3308019" y="1065301"/>
                  </a:lnTo>
                  <a:lnTo>
                    <a:pt x="3316973" y="1061707"/>
                  </a:lnTo>
                  <a:lnTo>
                    <a:pt x="3324098" y="1054735"/>
                  </a:lnTo>
                  <a:lnTo>
                    <a:pt x="3327908" y="1045502"/>
                  </a:lnTo>
                  <a:close/>
                </a:path>
                <a:path w="4330065" h="1805939">
                  <a:moveTo>
                    <a:pt x="3411347" y="1101636"/>
                  </a:moveTo>
                  <a:lnTo>
                    <a:pt x="3411321" y="1091920"/>
                  </a:lnTo>
                  <a:lnTo>
                    <a:pt x="3407714" y="1083056"/>
                  </a:lnTo>
                  <a:lnTo>
                    <a:pt x="3400679" y="1075944"/>
                  </a:lnTo>
                  <a:lnTo>
                    <a:pt x="3391433" y="1072121"/>
                  </a:lnTo>
                  <a:lnTo>
                    <a:pt x="3381781" y="1072121"/>
                  </a:lnTo>
                  <a:lnTo>
                    <a:pt x="3372853" y="1075715"/>
                  </a:lnTo>
                  <a:lnTo>
                    <a:pt x="3365754" y="1082675"/>
                  </a:lnTo>
                  <a:lnTo>
                    <a:pt x="3361931" y="1091920"/>
                  </a:lnTo>
                  <a:lnTo>
                    <a:pt x="3361956" y="1101636"/>
                  </a:lnTo>
                  <a:lnTo>
                    <a:pt x="3365563" y="1110500"/>
                  </a:lnTo>
                  <a:lnTo>
                    <a:pt x="3372612" y="1117600"/>
                  </a:lnTo>
                  <a:lnTo>
                    <a:pt x="3381845" y="1121435"/>
                  </a:lnTo>
                  <a:lnTo>
                    <a:pt x="3391497" y="1121435"/>
                  </a:lnTo>
                  <a:lnTo>
                    <a:pt x="3400425" y="1117841"/>
                  </a:lnTo>
                  <a:lnTo>
                    <a:pt x="3407537" y="1110869"/>
                  </a:lnTo>
                  <a:lnTo>
                    <a:pt x="3411347" y="1101636"/>
                  </a:lnTo>
                  <a:close/>
                </a:path>
                <a:path w="4330065" h="1805939">
                  <a:moveTo>
                    <a:pt x="3494913" y="1157770"/>
                  </a:moveTo>
                  <a:lnTo>
                    <a:pt x="3494900" y="1148118"/>
                  </a:lnTo>
                  <a:lnTo>
                    <a:pt x="3491280" y="1139190"/>
                  </a:lnTo>
                  <a:lnTo>
                    <a:pt x="3484245" y="1132078"/>
                  </a:lnTo>
                  <a:lnTo>
                    <a:pt x="3474999" y="1128268"/>
                  </a:lnTo>
                  <a:lnTo>
                    <a:pt x="3465347" y="1128268"/>
                  </a:lnTo>
                  <a:lnTo>
                    <a:pt x="3456419" y="1131900"/>
                  </a:lnTo>
                  <a:lnTo>
                    <a:pt x="3449320" y="1138936"/>
                  </a:lnTo>
                  <a:lnTo>
                    <a:pt x="3445497" y="1148118"/>
                  </a:lnTo>
                  <a:lnTo>
                    <a:pt x="3445522" y="1157770"/>
                  </a:lnTo>
                  <a:lnTo>
                    <a:pt x="3449129" y="1166647"/>
                  </a:lnTo>
                  <a:lnTo>
                    <a:pt x="3456178" y="1173734"/>
                  </a:lnTo>
                  <a:lnTo>
                    <a:pt x="3456178" y="1173861"/>
                  </a:lnTo>
                  <a:lnTo>
                    <a:pt x="3465411" y="1177683"/>
                  </a:lnTo>
                  <a:lnTo>
                    <a:pt x="3475063" y="1177671"/>
                  </a:lnTo>
                  <a:lnTo>
                    <a:pt x="3483991" y="1174051"/>
                  </a:lnTo>
                  <a:lnTo>
                    <a:pt x="3491103" y="1167003"/>
                  </a:lnTo>
                  <a:lnTo>
                    <a:pt x="3494913" y="1157770"/>
                  </a:lnTo>
                  <a:close/>
                </a:path>
                <a:path w="4330065" h="1805939">
                  <a:moveTo>
                    <a:pt x="3578364" y="1204252"/>
                  </a:moveTo>
                  <a:lnTo>
                    <a:pt x="3574770" y="1195324"/>
                  </a:lnTo>
                  <a:lnTo>
                    <a:pt x="3567811" y="1188212"/>
                  </a:lnTo>
                  <a:lnTo>
                    <a:pt x="3567684" y="1188212"/>
                  </a:lnTo>
                  <a:lnTo>
                    <a:pt x="3558489" y="1184402"/>
                  </a:lnTo>
                  <a:lnTo>
                    <a:pt x="3548837" y="1184414"/>
                  </a:lnTo>
                  <a:lnTo>
                    <a:pt x="3539871" y="1188034"/>
                  </a:lnTo>
                  <a:lnTo>
                    <a:pt x="3532759" y="1195070"/>
                  </a:lnTo>
                  <a:lnTo>
                    <a:pt x="3528936" y="1204252"/>
                  </a:lnTo>
                  <a:lnTo>
                    <a:pt x="3528949" y="1213904"/>
                  </a:lnTo>
                  <a:lnTo>
                    <a:pt x="3532568" y="1222832"/>
                  </a:lnTo>
                  <a:lnTo>
                    <a:pt x="3539617" y="1229995"/>
                  </a:lnTo>
                  <a:lnTo>
                    <a:pt x="3548850" y="1233817"/>
                  </a:lnTo>
                  <a:lnTo>
                    <a:pt x="3558502" y="1233805"/>
                  </a:lnTo>
                  <a:lnTo>
                    <a:pt x="3567430" y="1230185"/>
                  </a:lnTo>
                  <a:lnTo>
                    <a:pt x="3574542" y="1223137"/>
                  </a:lnTo>
                  <a:lnTo>
                    <a:pt x="3578364" y="1213904"/>
                  </a:lnTo>
                  <a:lnTo>
                    <a:pt x="3578364" y="1204252"/>
                  </a:lnTo>
                  <a:close/>
                </a:path>
                <a:path w="4330065" h="1805939">
                  <a:moveTo>
                    <a:pt x="3661918" y="1260436"/>
                  </a:moveTo>
                  <a:lnTo>
                    <a:pt x="3658285" y="1251470"/>
                  </a:lnTo>
                  <a:lnTo>
                    <a:pt x="3651250" y="1244346"/>
                  </a:lnTo>
                  <a:lnTo>
                    <a:pt x="3642004" y="1240536"/>
                  </a:lnTo>
                  <a:lnTo>
                    <a:pt x="3632352" y="1240536"/>
                  </a:lnTo>
                  <a:lnTo>
                    <a:pt x="3623424" y="1244168"/>
                  </a:lnTo>
                  <a:lnTo>
                    <a:pt x="3616325" y="1251204"/>
                  </a:lnTo>
                  <a:lnTo>
                    <a:pt x="3612502" y="1260436"/>
                  </a:lnTo>
                  <a:lnTo>
                    <a:pt x="3612515" y="1270101"/>
                  </a:lnTo>
                  <a:lnTo>
                    <a:pt x="3616134" y="1279029"/>
                  </a:lnTo>
                  <a:lnTo>
                    <a:pt x="3623183" y="1286129"/>
                  </a:lnTo>
                  <a:lnTo>
                    <a:pt x="3632416" y="1289951"/>
                  </a:lnTo>
                  <a:lnTo>
                    <a:pt x="3642068" y="1289939"/>
                  </a:lnTo>
                  <a:lnTo>
                    <a:pt x="3650996" y="1286319"/>
                  </a:lnTo>
                  <a:lnTo>
                    <a:pt x="3658108" y="1279271"/>
                  </a:lnTo>
                  <a:lnTo>
                    <a:pt x="3661918" y="1270101"/>
                  </a:lnTo>
                  <a:lnTo>
                    <a:pt x="3661918" y="1260436"/>
                  </a:lnTo>
                  <a:close/>
                </a:path>
                <a:path w="4330065" h="1805939">
                  <a:moveTo>
                    <a:pt x="3745369" y="1326235"/>
                  </a:moveTo>
                  <a:lnTo>
                    <a:pt x="3745344" y="1316583"/>
                  </a:lnTo>
                  <a:lnTo>
                    <a:pt x="3741775" y="1307706"/>
                  </a:lnTo>
                  <a:lnTo>
                    <a:pt x="3734689" y="1300480"/>
                  </a:lnTo>
                  <a:lnTo>
                    <a:pt x="3725507" y="1296670"/>
                  </a:lnTo>
                  <a:lnTo>
                    <a:pt x="3715905" y="1296682"/>
                  </a:lnTo>
                  <a:lnTo>
                    <a:pt x="3706977" y="1300302"/>
                  </a:lnTo>
                  <a:lnTo>
                    <a:pt x="3699891" y="1307338"/>
                  </a:lnTo>
                  <a:lnTo>
                    <a:pt x="3696004" y="1316583"/>
                  </a:lnTo>
                  <a:lnTo>
                    <a:pt x="3696017" y="1326235"/>
                  </a:lnTo>
                  <a:lnTo>
                    <a:pt x="3699637" y="1335163"/>
                  </a:lnTo>
                  <a:lnTo>
                    <a:pt x="3706622" y="1342263"/>
                  </a:lnTo>
                  <a:lnTo>
                    <a:pt x="3706749" y="1342263"/>
                  </a:lnTo>
                  <a:lnTo>
                    <a:pt x="3715918" y="1346085"/>
                  </a:lnTo>
                  <a:lnTo>
                    <a:pt x="3725519" y="1346073"/>
                  </a:lnTo>
                  <a:lnTo>
                    <a:pt x="3734447" y="1342453"/>
                  </a:lnTo>
                  <a:lnTo>
                    <a:pt x="3741547" y="1335405"/>
                  </a:lnTo>
                  <a:lnTo>
                    <a:pt x="3745369" y="1326235"/>
                  </a:lnTo>
                  <a:close/>
                </a:path>
                <a:path w="4330065" h="1805939">
                  <a:moveTo>
                    <a:pt x="3828923" y="1382369"/>
                  </a:moveTo>
                  <a:lnTo>
                    <a:pt x="3828897" y="1372717"/>
                  </a:lnTo>
                  <a:lnTo>
                    <a:pt x="3825290" y="1363840"/>
                  </a:lnTo>
                  <a:lnTo>
                    <a:pt x="3818255" y="1356741"/>
                  </a:lnTo>
                  <a:lnTo>
                    <a:pt x="3818255" y="1356614"/>
                  </a:lnTo>
                  <a:lnTo>
                    <a:pt x="3809009" y="1352816"/>
                  </a:lnTo>
                  <a:lnTo>
                    <a:pt x="3799357" y="1352854"/>
                  </a:lnTo>
                  <a:lnTo>
                    <a:pt x="3790429" y="1356499"/>
                  </a:lnTo>
                  <a:lnTo>
                    <a:pt x="3783330" y="1363472"/>
                  </a:lnTo>
                  <a:lnTo>
                    <a:pt x="3779507" y="1372717"/>
                  </a:lnTo>
                  <a:lnTo>
                    <a:pt x="3779520" y="1382369"/>
                  </a:lnTo>
                  <a:lnTo>
                    <a:pt x="3783139" y="1391297"/>
                  </a:lnTo>
                  <a:lnTo>
                    <a:pt x="3790188" y="1398397"/>
                  </a:lnTo>
                  <a:lnTo>
                    <a:pt x="3799421" y="1402219"/>
                  </a:lnTo>
                  <a:lnTo>
                    <a:pt x="3809073" y="1402207"/>
                  </a:lnTo>
                  <a:lnTo>
                    <a:pt x="3818001" y="1398587"/>
                  </a:lnTo>
                  <a:lnTo>
                    <a:pt x="3825113" y="1391539"/>
                  </a:lnTo>
                  <a:lnTo>
                    <a:pt x="3828923" y="1382369"/>
                  </a:lnTo>
                  <a:close/>
                </a:path>
                <a:path w="4330065" h="1805939">
                  <a:moveTo>
                    <a:pt x="3912476" y="1438567"/>
                  </a:moveTo>
                  <a:lnTo>
                    <a:pt x="3912412" y="1428851"/>
                  </a:lnTo>
                  <a:lnTo>
                    <a:pt x="3908793" y="1419987"/>
                  </a:lnTo>
                  <a:lnTo>
                    <a:pt x="3901821" y="1412875"/>
                  </a:lnTo>
                  <a:lnTo>
                    <a:pt x="3901694" y="1412875"/>
                  </a:lnTo>
                  <a:lnTo>
                    <a:pt x="3892512" y="1409052"/>
                  </a:lnTo>
                  <a:lnTo>
                    <a:pt x="3882910" y="1409052"/>
                  </a:lnTo>
                  <a:lnTo>
                    <a:pt x="3873982" y="1412646"/>
                  </a:lnTo>
                  <a:lnTo>
                    <a:pt x="3866896" y="1419606"/>
                  </a:lnTo>
                  <a:lnTo>
                    <a:pt x="3863060" y="1428851"/>
                  </a:lnTo>
                  <a:lnTo>
                    <a:pt x="3863086" y="1438567"/>
                  </a:lnTo>
                  <a:lnTo>
                    <a:pt x="3866654" y="1447431"/>
                  </a:lnTo>
                  <a:lnTo>
                    <a:pt x="3873627" y="1454531"/>
                  </a:lnTo>
                  <a:lnTo>
                    <a:pt x="3873754" y="1454531"/>
                  </a:lnTo>
                  <a:lnTo>
                    <a:pt x="3882923" y="1458366"/>
                  </a:lnTo>
                  <a:lnTo>
                    <a:pt x="3892550" y="1458366"/>
                  </a:lnTo>
                  <a:lnTo>
                    <a:pt x="3901503" y="1454772"/>
                  </a:lnTo>
                  <a:lnTo>
                    <a:pt x="3908679" y="1447800"/>
                  </a:lnTo>
                  <a:lnTo>
                    <a:pt x="3912476" y="1438567"/>
                  </a:lnTo>
                  <a:close/>
                </a:path>
                <a:path w="4330065" h="1805939">
                  <a:moveTo>
                    <a:pt x="3995928" y="1494701"/>
                  </a:moveTo>
                  <a:lnTo>
                    <a:pt x="3995915" y="1485049"/>
                  </a:lnTo>
                  <a:lnTo>
                    <a:pt x="3992295" y="1476121"/>
                  </a:lnTo>
                  <a:lnTo>
                    <a:pt x="3985260" y="1469009"/>
                  </a:lnTo>
                  <a:lnTo>
                    <a:pt x="3976014" y="1465199"/>
                  </a:lnTo>
                  <a:lnTo>
                    <a:pt x="3966362" y="1465199"/>
                  </a:lnTo>
                  <a:lnTo>
                    <a:pt x="3957434" y="1468831"/>
                  </a:lnTo>
                  <a:lnTo>
                    <a:pt x="3950335" y="1475867"/>
                  </a:lnTo>
                  <a:lnTo>
                    <a:pt x="3946512" y="1485049"/>
                  </a:lnTo>
                  <a:lnTo>
                    <a:pt x="3946537" y="1494701"/>
                  </a:lnTo>
                  <a:lnTo>
                    <a:pt x="3950144" y="1503578"/>
                  </a:lnTo>
                  <a:lnTo>
                    <a:pt x="3957193" y="1510665"/>
                  </a:lnTo>
                  <a:lnTo>
                    <a:pt x="3957193" y="1510792"/>
                  </a:lnTo>
                  <a:lnTo>
                    <a:pt x="3966426" y="1514614"/>
                  </a:lnTo>
                  <a:lnTo>
                    <a:pt x="3976078" y="1514602"/>
                  </a:lnTo>
                  <a:lnTo>
                    <a:pt x="3985006" y="1510982"/>
                  </a:lnTo>
                  <a:lnTo>
                    <a:pt x="3992118" y="1503934"/>
                  </a:lnTo>
                  <a:lnTo>
                    <a:pt x="3995928" y="1494701"/>
                  </a:lnTo>
                  <a:close/>
                </a:path>
                <a:path w="4330065" h="1805939">
                  <a:moveTo>
                    <a:pt x="4079494" y="1541183"/>
                  </a:moveTo>
                  <a:lnTo>
                    <a:pt x="4075861" y="1532255"/>
                  </a:lnTo>
                  <a:lnTo>
                    <a:pt x="4068826" y="1525143"/>
                  </a:lnTo>
                  <a:lnTo>
                    <a:pt x="4059580" y="1521333"/>
                  </a:lnTo>
                  <a:lnTo>
                    <a:pt x="4049928" y="1521345"/>
                  </a:lnTo>
                  <a:lnTo>
                    <a:pt x="4041000" y="1524965"/>
                  </a:lnTo>
                  <a:lnTo>
                    <a:pt x="4033901" y="1532001"/>
                  </a:lnTo>
                  <a:lnTo>
                    <a:pt x="4030078" y="1541183"/>
                  </a:lnTo>
                  <a:lnTo>
                    <a:pt x="4030065" y="1550847"/>
                  </a:lnTo>
                  <a:lnTo>
                    <a:pt x="4033659" y="1559814"/>
                  </a:lnTo>
                  <a:lnTo>
                    <a:pt x="4040632" y="1566926"/>
                  </a:lnTo>
                  <a:lnTo>
                    <a:pt x="4040759" y="1566926"/>
                  </a:lnTo>
                  <a:lnTo>
                    <a:pt x="4049992" y="1570748"/>
                  </a:lnTo>
                  <a:lnTo>
                    <a:pt x="4059644" y="1570736"/>
                  </a:lnTo>
                  <a:lnTo>
                    <a:pt x="4068572" y="1567116"/>
                  </a:lnTo>
                  <a:lnTo>
                    <a:pt x="4075684" y="1560068"/>
                  </a:lnTo>
                  <a:lnTo>
                    <a:pt x="4079494" y="1550847"/>
                  </a:lnTo>
                  <a:lnTo>
                    <a:pt x="4079494" y="1541183"/>
                  </a:lnTo>
                  <a:close/>
                </a:path>
                <a:path w="4330065" h="1805939">
                  <a:moveTo>
                    <a:pt x="4162933" y="1597317"/>
                  </a:moveTo>
                  <a:lnTo>
                    <a:pt x="4159300" y="1588389"/>
                  </a:lnTo>
                  <a:lnTo>
                    <a:pt x="4152265" y="1581277"/>
                  </a:lnTo>
                  <a:lnTo>
                    <a:pt x="4143019" y="1577467"/>
                  </a:lnTo>
                  <a:lnTo>
                    <a:pt x="4133367" y="1577479"/>
                  </a:lnTo>
                  <a:lnTo>
                    <a:pt x="4124439" y="1581099"/>
                  </a:lnTo>
                  <a:lnTo>
                    <a:pt x="4117340" y="1588135"/>
                  </a:lnTo>
                  <a:lnTo>
                    <a:pt x="4113542" y="1597317"/>
                  </a:lnTo>
                  <a:lnTo>
                    <a:pt x="4113530" y="1607032"/>
                  </a:lnTo>
                  <a:lnTo>
                    <a:pt x="4117149" y="1615960"/>
                  </a:lnTo>
                  <a:lnTo>
                    <a:pt x="4124198" y="1623060"/>
                  </a:lnTo>
                  <a:lnTo>
                    <a:pt x="4133431" y="1626882"/>
                  </a:lnTo>
                  <a:lnTo>
                    <a:pt x="4143083" y="1626870"/>
                  </a:lnTo>
                  <a:lnTo>
                    <a:pt x="4152011" y="1623250"/>
                  </a:lnTo>
                  <a:lnTo>
                    <a:pt x="4159123" y="1616202"/>
                  </a:lnTo>
                  <a:lnTo>
                    <a:pt x="4162907" y="1607032"/>
                  </a:lnTo>
                  <a:lnTo>
                    <a:pt x="4162933" y="1597317"/>
                  </a:lnTo>
                  <a:close/>
                </a:path>
                <a:path w="4330065" h="1805939">
                  <a:moveTo>
                    <a:pt x="4246499" y="1663166"/>
                  </a:moveTo>
                  <a:lnTo>
                    <a:pt x="4246473" y="1653514"/>
                  </a:lnTo>
                  <a:lnTo>
                    <a:pt x="4242867" y="1644637"/>
                  </a:lnTo>
                  <a:lnTo>
                    <a:pt x="4235831" y="1637538"/>
                  </a:lnTo>
                  <a:lnTo>
                    <a:pt x="4235831" y="1637411"/>
                  </a:lnTo>
                  <a:lnTo>
                    <a:pt x="4226585" y="1633601"/>
                  </a:lnTo>
                  <a:lnTo>
                    <a:pt x="4216933" y="1633613"/>
                  </a:lnTo>
                  <a:lnTo>
                    <a:pt x="4208005" y="1637233"/>
                  </a:lnTo>
                  <a:lnTo>
                    <a:pt x="4200906" y="1644269"/>
                  </a:lnTo>
                  <a:lnTo>
                    <a:pt x="4197083" y="1653514"/>
                  </a:lnTo>
                  <a:lnTo>
                    <a:pt x="4197096" y="1663166"/>
                  </a:lnTo>
                  <a:lnTo>
                    <a:pt x="4200715" y="1672094"/>
                  </a:lnTo>
                  <a:lnTo>
                    <a:pt x="4207764" y="1679194"/>
                  </a:lnTo>
                  <a:lnTo>
                    <a:pt x="4216997" y="1683016"/>
                  </a:lnTo>
                  <a:lnTo>
                    <a:pt x="4226649" y="1683004"/>
                  </a:lnTo>
                  <a:lnTo>
                    <a:pt x="4235577" y="1679384"/>
                  </a:lnTo>
                  <a:lnTo>
                    <a:pt x="4242689" y="1672336"/>
                  </a:lnTo>
                  <a:lnTo>
                    <a:pt x="4246499" y="1663166"/>
                  </a:lnTo>
                  <a:close/>
                </a:path>
                <a:path w="4330065" h="1805939">
                  <a:moveTo>
                    <a:pt x="4329938" y="1719300"/>
                  </a:moveTo>
                  <a:lnTo>
                    <a:pt x="4329912" y="1709648"/>
                  </a:lnTo>
                  <a:lnTo>
                    <a:pt x="4326306" y="1700771"/>
                  </a:lnTo>
                  <a:lnTo>
                    <a:pt x="4319270" y="1693672"/>
                  </a:lnTo>
                  <a:lnTo>
                    <a:pt x="4319270" y="1693545"/>
                  </a:lnTo>
                  <a:lnTo>
                    <a:pt x="4310024" y="1689747"/>
                  </a:lnTo>
                  <a:lnTo>
                    <a:pt x="4300372" y="1689785"/>
                  </a:lnTo>
                  <a:lnTo>
                    <a:pt x="4291444" y="1693430"/>
                  </a:lnTo>
                  <a:lnTo>
                    <a:pt x="4284345" y="1700403"/>
                  </a:lnTo>
                  <a:lnTo>
                    <a:pt x="4280522" y="1709648"/>
                  </a:lnTo>
                  <a:lnTo>
                    <a:pt x="4280535" y="1719300"/>
                  </a:lnTo>
                  <a:lnTo>
                    <a:pt x="4284154" y="1728228"/>
                  </a:lnTo>
                  <a:lnTo>
                    <a:pt x="4291203" y="1735328"/>
                  </a:lnTo>
                  <a:lnTo>
                    <a:pt x="4291330" y="1735328"/>
                  </a:lnTo>
                  <a:lnTo>
                    <a:pt x="4300499" y="1739150"/>
                  </a:lnTo>
                  <a:lnTo>
                    <a:pt x="4310100" y="1739138"/>
                  </a:lnTo>
                  <a:lnTo>
                    <a:pt x="4319028" y="1735518"/>
                  </a:lnTo>
                  <a:lnTo>
                    <a:pt x="4326128" y="1728470"/>
                  </a:lnTo>
                  <a:lnTo>
                    <a:pt x="4329938" y="17193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152" y="880872"/>
              <a:ext cx="9070975" cy="5728970"/>
            </a:xfrm>
            <a:custGeom>
              <a:avLst/>
              <a:gdLst/>
              <a:ahLst/>
              <a:cxnLst/>
              <a:rect l="l" t="t" r="r" b="b"/>
              <a:pathLst>
                <a:path w="9070975" h="5728970">
                  <a:moveTo>
                    <a:pt x="9070848" y="0"/>
                  </a:moveTo>
                  <a:lnTo>
                    <a:pt x="0" y="0"/>
                  </a:lnTo>
                  <a:lnTo>
                    <a:pt x="0" y="5728716"/>
                  </a:lnTo>
                  <a:lnTo>
                    <a:pt x="9070848" y="5728716"/>
                  </a:lnTo>
                  <a:lnTo>
                    <a:pt x="9070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4419" y="1202436"/>
              <a:ext cx="6960108" cy="68884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43940" y="1202436"/>
              <a:ext cx="6789420" cy="72999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54607" y="1182624"/>
              <a:ext cx="6947916" cy="67665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54607" y="1182624"/>
              <a:ext cx="6948170" cy="676910"/>
            </a:xfrm>
            <a:custGeom>
              <a:avLst/>
              <a:gdLst/>
              <a:ahLst/>
              <a:cxnLst/>
              <a:rect l="l" t="t" r="r" b="b"/>
              <a:pathLst>
                <a:path w="6948170" h="676910">
                  <a:moveTo>
                    <a:pt x="0" y="38100"/>
                  </a:moveTo>
                  <a:lnTo>
                    <a:pt x="2996" y="23252"/>
                  </a:lnTo>
                  <a:lnTo>
                    <a:pt x="11166" y="11144"/>
                  </a:lnTo>
                  <a:lnTo>
                    <a:pt x="23285" y="2988"/>
                  </a:lnTo>
                  <a:lnTo>
                    <a:pt x="38125" y="0"/>
                  </a:lnTo>
                  <a:lnTo>
                    <a:pt x="6909816" y="0"/>
                  </a:lnTo>
                  <a:lnTo>
                    <a:pt x="6924663" y="2988"/>
                  </a:lnTo>
                  <a:lnTo>
                    <a:pt x="6936771" y="11144"/>
                  </a:lnTo>
                  <a:lnTo>
                    <a:pt x="6944927" y="23252"/>
                  </a:lnTo>
                  <a:lnTo>
                    <a:pt x="6947916" y="38100"/>
                  </a:lnTo>
                  <a:lnTo>
                    <a:pt x="6947916" y="638555"/>
                  </a:lnTo>
                  <a:lnTo>
                    <a:pt x="6944927" y="653403"/>
                  </a:lnTo>
                  <a:lnTo>
                    <a:pt x="6936771" y="665511"/>
                  </a:lnTo>
                  <a:lnTo>
                    <a:pt x="6924663" y="673667"/>
                  </a:lnTo>
                  <a:lnTo>
                    <a:pt x="6909816" y="676655"/>
                  </a:lnTo>
                  <a:lnTo>
                    <a:pt x="38125" y="676655"/>
                  </a:lnTo>
                  <a:lnTo>
                    <a:pt x="23285" y="673667"/>
                  </a:lnTo>
                  <a:lnTo>
                    <a:pt x="11166" y="665511"/>
                  </a:lnTo>
                  <a:lnTo>
                    <a:pt x="2996" y="653403"/>
                  </a:lnTo>
                  <a:lnTo>
                    <a:pt x="0" y="638555"/>
                  </a:lnTo>
                  <a:lnTo>
                    <a:pt x="0" y="38100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64763" y="1232661"/>
            <a:ext cx="692785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92075" marR="396875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i="1" spc="-5" dirty="0">
                <a:latin typeface="Verdana"/>
                <a:cs typeface="Verdana"/>
              </a:rPr>
              <a:t>forwarder </a:t>
            </a:r>
            <a:r>
              <a:rPr sz="1800" b="1" dirty="0">
                <a:latin typeface="Verdana"/>
                <a:cs typeface="Verdana"/>
              </a:rPr>
              <a:t>is a DNS </a:t>
            </a:r>
            <a:r>
              <a:rPr sz="1800" b="1" spc="-5" dirty="0">
                <a:latin typeface="Verdana"/>
                <a:cs typeface="Verdana"/>
              </a:rPr>
              <a:t>server designated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resolve  external </a:t>
            </a:r>
            <a:r>
              <a:rPr sz="1800" b="1" dirty="0">
                <a:latin typeface="Verdana"/>
                <a:cs typeface="Verdana"/>
              </a:rPr>
              <a:t>or </a:t>
            </a:r>
            <a:r>
              <a:rPr sz="1800" b="1" spc="-5" dirty="0">
                <a:latin typeface="Verdana"/>
                <a:cs typeface="Verdana"/>
              </a:rPr>
              <a:t>offsite </a:t>
            </a:r>
            <a:r>
              <a:rPr sz="1800" b="1" dirty="0">
                <a:latin typeface="Verdana"/>
                <a:cs typeface="Verdana"/>
              </a:rPr>
              <a:t>DNS </a:t>
            </a:r>
            <a:r>
              <a:rPr sz="1800" b="1" spc="-5" dirty="0">
                <a:latin typeface="Verdana"/>
                <a:cs typeface="Verdana"/>
              </a:rPr>
              <a:t>domain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names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94232" y="2065020"/>
            <a:ext cx="7132320" cy="4311650"/>
            <a:chOff x="1094232" y="2065020"/>
            <a:chExt cx="7132320" cy="4311650"/>
          </a:xfrm>
        </p:grpSpPr>
        <p:sp>
          <p:nvSpPr>
            <p:cNvPr id="33" name="object 33"/>
            <p:cNvSpPr/>
            <p:nvPr/>
          </p:nvSpPr>
          <p:spPr>
            <a:xfrm>
              <a:off x="1094232" y="2756916"/>
              <a:ext cx="3233928" cy="361950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55435" y="2552700"/>
              <a:ext cx="1909571" cy="1905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86628" y="2065020"/>
              <a:ext cx="883920" cy="10408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0552" y="3226308"/>
              <a:ext cx="883920" cy="10393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60108" y="4206240"/>
              <a:ext cx="883920" cy="10408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579108" y="2350008"/>
              <a:ext cx="1647825" cy="332740"/>
            </a:xfrm>
            <a:custGeom>
              <a:avLst/>
              <a:gdLst/>
              <a:ahLst/>
              <a:cxnLst/>
              <a:rect l="l" t="t" r="r" b="b"/>
              <a:pathLst>
                <a:path w="1647825" h="332739">
                  <a:moveTo>
                    <a:pt x="1641221" y="0"/>
                  </a:moveTo>
                  <a:lnTo>
                    <a:pt x="6223" y="0"/>
                  </a:lnTo>
                  <a:lnTo>
                    <a:pt x="0" y="6222"/>
                  </a:lnTo>
                  <a:lnTo>
                    <a:pt x="0" y="326008"/>
                  </a:lnTo>
                  <a:lnTo>
                    <a:pt x="6223" y="332231"/>
                  </a:lnTo>
                  <a:lnTo>
                    <a:pt x="1641221" y="332231"/>
                  </a:lnTo>
                  <a:lnTo>
                    <a:pt x="1647444" y="326008"/>
                  </a:lnTo>
                  <a:lnTo>
                    <a:pt x="1647444" y="62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859523" y="5294376"/>
            <a:ext cx="1973580" cy="334010"/>
          </a:xfrm>
          <a:prstGeom prst="rect">
            <a:avLst/>
          </a:prstGeom>
          <a:ln w="18542">
            <a:solidFill>
              <a:srgbClr val="777777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50"/>
              </a:spcBef>
            </a:pPr>
            <a:r>
              <a:rPr sz="1600" b="1" spc="-10" dirty="0">
                <a:latin typeface="Verdana"/>
                <a:cs typeface="Verdana"/>
              </a:rPr>
              <a:t>contoso.com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79107" y="2350007"/>
            <a:ext cx="1647825" cy="332740"/>
          </a:xfrm>
          <a:prstGeom prst="rect">
            <a:avLst/>
          </a:prstGeom>
          <a:ln w="18415">
            <a:solidFill>
              <a:srgbClr val="777777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45"/>
              </a:spcBef>
            </a:pPr>
            <a:r>
              <a:rPr sz="1600" b="1" spc="-10" dirty="0">
                <a:latin typeface="Verdana"/>
                <a:cs typeface="Verdana"/>
              </a:rPr>
              <a:t>Root Hint (.)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714553" y="3235261"/>
            <a:ext cx="759460" cy="343535"/>
            <a:chOff x="6714553" y="3235261"/>
            <a:chExt cx="759460" cy="343535"/>
          </a:xfrm>
        </p:grpSpPr>
        <p:sp>
          <p:nvSpPr>
            <p:cNvPr id="42" name="object 42"/>
            <p:cNvSpPr/>
            <p:nvPr/>
          </p:nvSpPr>
          <p:spPr>
            <a:xfrm>
              <a:off x="6719316" y="3240023"/>
              <a:ext cx="749935" cy="334010"/>
            </a:xfrm>
            <a:custGeom>
              <a:avLst/>
              <a:gdLst/>
              <a:ahLst/>
              <a:cxnLst/>
              <a:rect l="l" t="t" r="r" b="b"/>
              <a:pathLst>
                <a:path w="749934" h="334010">
                  <a:moveTo>
                    <a:pt x="743584" y="0"/>
                  </a:moveTo>
                  <a:lnTo>
                    <a:pt x="6223" y="0"/>
                  </a:lnTo>
                  <a:lnTo>
                    <a:pt x="0" y="6223"/>
                  </a:lnTo>
                  <a:lnTo>
                    <a:pt x="0" y="327533"/>
                  </a:lnTo>
                  <a:lnTo>
                    <a:pt x="6223" y="333755"/>
                  </a:lnTo>
                  <a:lnTo>
                    <a:pt x="743584" y="333755"/>
                  </a:lnTo>
                  <a:lnTo>
                    <a:pt x="749807" y="327533"/>
                  </a:lnTo>
                  <a:lnTo>
                    <a:pt x="749807" y="6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19316" y="3240023"/>
              <a:ext cx="749935" cy="334010"/>
            </a:xfrm>
            <a:custGeom>
              <a:avLst/>
              <a:gdLst/>
              <a:ahLst/>
              <a:cxnLst/>
              <a:rect l="l" t="t" r="r" b="b"/>
              <a:pathLst>
                <a:path w="749934" h="334010">
                  <a:moveTo>
                    <a:pt x="0" y="13970"/>
                  </a:moveTo>
                  <a:lnTo>
                    <a:pt x="0" y="6223"/>
                  </a:lnTo>
                  <a:lnTo>
                    <a:pt x="6223" y="0"/>
                  </a:lnTo>
                  <a:lnTo>
                    <a:pt x="13842" y="0"/>
                  </a:lnTo>
                  <a:lnTo>
                    <a:pt x="735837" y="0"/>
                  </a:lnTo>
                  <a:lnTo>
                    <a:pt x="743584" y="0"/>
                  </a:lnTo>
                  <a:lnTo>
                    <a:pt x="749807" y="6223"/>
                  </a:lnTo>
                  <a:lnTo>
                    <a:pt x="749807" y="13970"/>
                  </a:lnTo>
                  <a:lnTo>
                    <a:pt x="749807" y="319786"/>
                  </a:lnTo>
                  <a:lnTo>
                    <a:pt x="749807" y="327533"/>
                  </a:lnTo>
                  <a:lnTo>
                    <a:pt x="743584" y="333755"/>
                  </a:lnTo>
                  <a:lnTo>
                    <a:pt x="735837" y="333755"/>
                  </a:lnTo>
                  <a:lnTo>
                    <a:pt x="13842" y="333755"/>
                  </a:lnTo>
                  <a:lnTo>
                    <a:pt x="6223" y="333755"/>
                  </a:lnTo>
                  <a:lnTo>
                    <a:pt x="0" y="327533"/>
                  </a:lnTo>
                  <a:lnTo>
                    <a:pt x="0" y="319786"/>
                  </a:lnTo>
                  <a:lnTo>
                    <a:pt x="0" y="13970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803897" y="3246577"/>
            <a:ext cx="571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.</a:t>
            </a:r>
            <a:r>
              <a:rPr sz="1600" b="1" spc="-15" dirty="0">
                <a:latin typeface="Verdana"/>
                <a:cs typeface="Verdana"/>
              </a:rPr>
              <a:t>co</a:t>
            </a:r>
            <a:r>
              <a:rPr sz="1600" b="1" spc="-5" dirty="0">
                <a:latin typeface="Verdana"/>
                <a:cs typeface="Verdana"/>
              </a:rPr>
              <a:t>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985516" y="2263013"/>
            <a:ext cx="3897629" cy="2696210"/>
            <a:chOff x="2985516" y="2263013"/>
            <a:chExt cx="3897629" cy="2696210"/>
          </a:xfrm>
        </p:grpSpPr>
        <p:sp>
          <p:nvSpPr>
            <p:cNvPr id="46" name="object 46"/>
            <p:cNvSpPr/>
            <p:nvPr/>
          </p:nvSpPr>
          <p:spPr>
            <a:xfrm>
              <a:off x="2985516" y="2263012"/>
              <a:ext cx="3897629" cy="2696210"/>
            </a:xfrm>
            <a:custGeom>
              <a:avLst/>
              <a:gdLst/>
              <a:ahLst/>
              <a:cxnLst/>
              <a:rect l="l" t="t" r="r" b="b"/>
              <a:pathLst>
                <a:path w="3897629" h="2696210">
                  <a:moveTo>
                    <a:pt x="2625090" y="75565"/>
                  </a:moveTo>
                  <a:lnTo>
                    <a:pt x="2474214" y="0"/>
                  </a:lnTo>
                  <a:lnTo>
                    <a:pt x="2474214" y="50279"/>
                  </a:lnTo>
                  <a:lnTo>
                    <a:pt x="418338" y="48895"/>
                  </a:lnTo>
                  <a:lnTo>
                    <a:pt x="418338" y="99187"/>
                  </a:lnTo>
                  <a:lnTo>
                    <a:pt x="2474214" y="100571"/>
                  </a:lnTo>
                  <a:lnTo>
                    <a:pt x="2474214" y="150876"/>
                  </a:lnTo>
                  <a:lnTo>
                    <a:pt x="2574963" y="100584"/>
                  </a:lnTo>
                  <a:lnTo>
                    <a:pt x="2625090" y="75565"/>
                  </a:lnTo>
                  <a:close/>
                </a:path>
                <a:path w="3897629" h="2696210">
                  <a:moveTo>
                    <a:pt x="2833878" y="1194181"/>
                  </a:moveTo>
                  <a:lnTo>
                    <a:pt x="2832277" y="1192911"/>
                  </a:lnTo>
                  <a:lnTo>
                    <a:pt x="2701798" y="1089279"/>
                  </a:lnTo>
                  <a:lnTo>
                    <a:pt x="2691422" y="1138466"/>
                  </a:lnTo>
                  <a:lnTo>
                    <a:pt x="458597" y="668147"/>
                  </a:lnTo>
                  <a:lnTo>
                    <a:pt x="448183" y="717423"/>
                  </a:lnTo>
                  <a:lnTo>
                    <a:pt x="2681033" y="1187742"/>
                  </a:lnTo>
                  <a:lnTo>
                    <a:pt x="2670683" y="1236853"/>
                  </a:lnTo>
                  <a:lnTo>
                    <a:pt x="2833878" y="1194181"/>
                  </a:lnTo>
                  <a:close/>
                </a:path>
                <a:path w="3897629" h="2696210">
                  <a:moveTo>
                    <a:pt x="3897630" y="2686177"/>
                  </a:moveTo>
                  <a:lnTo>
                    <a:pt x="3875214" y="2659634"/>
                  </a:lnTo>
                  <a:lnTo>
                    <a:pt x="3788791" y="2557272"/>
                  </a:lnTo>
                  <a:lnTo>
                    <a:pt x="3768941" y="2603474"/>
                  </a:lnTo>
                  <a:lnTo>
                    <a:pt x="19812" y="992759"/>
                  </a:lnTo>
                  <a:lnTo>
                    <a:pt x="0" y="1038987"/>
                  </a:lnTo>
                  <a:lnTo>
                    <a:pt x="3749078" y="2649728"/>
                  </a:lnTo>
                  <a:lnTo>
                    <a:pt x="3729228" y="2695956"/>
                  </a:lnTo>
                  <a:lnTo>
                    <a:pt x="3897630" y="2686177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24654" y="3794760"/>
              <a:ext cx="1642999" cy="83350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885438" y="2797556"/>
              <a:ext cx="1718690" cy="53848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668648" y="2004516"/>
            <a:ext cx="1777364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Iterative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Query</a:t>
            </a:r>
            <a:endParaRPr sz="1800">
              <a:latin typeface="Verdana"/>
              <a:cs typeface="Verdana"/>
            </a:endParaRPr>
          </a:p>
          <a:p>
            <a:pPr marL="21590" algn="ctr">
              <a:lnSpc>
                <a:spcPct val="100000"/>
              </a:lnSpc>
              <a:spcBef>
                <a:spcPts val="1495"/>
              </a:spcBef>
            </a:pPr>
            <a:r>
              <a:rPr sz="1800" dirty="0">
                <a:latin typeface="Verdana"/>
                <a:cs typeface="Verdana"/>
              </a:rPr>
              <a:t>Ask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.com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56971" y="2179320"/>
            <a:ext cx="6741159" cy="3907790"/>
            <a:chOff x="156971" y="2179320"/>
            <a:chExt cx="6741159" cy="3907790"/>
          </a:xfrm>
        </p:grpSpPr>
        <p:sp>
          <p:nvSpPr>
            <p:cNvPr id="51" name="object 51"/>
            <p:cNvSpPr/>
            <p:nvPr/>
          </p:nvSpPr>
          <p:spPr>
            <a:xfrm>
              <a:off x="2951226" y="2406522"/>
              <a:ext cx="3946525" cy="2676525"/>
            </a:xfrm>
            <a:custGeom>
              <a:avLst/>
              <a:gdLst/>
              <a:ahLst/>
              <a:cxnLst/>
              <a:rect l="l" t="t" r="r" b="b"/>
              <a:pathLst>
                <a:path w="3946525" h="2676525">
                  <a:moveTo>
                    <a:pt x="168402" y="964438"/>
                  </a:moveTo>
                  <a:lnTo>
                    <a:pt x="0" y="974471"/>
                  </a:lnTo>
                  <a:lnTo>
                    <a:pt x="109093" y="1103122"/>
                  </a:lnTo>
                  <a:lnTo>
                    <a:pt x="130048" y="1054100"/>
                  </a:lnTo>
                  <a:lnTo>
                    <a:pt x="130302" y="1053515"/>
                  </a:lnTo>
                  <a:lnTo>
                    <a:pt x="136740" y="1052283"/>
                  </a:lnTo>
                  <a:lnTo>
                    <a:pt x="144830" y="1047051"/>
                  </a:lnTo>
                  <a:lnTo>
                    <a:pt x="150495" y="1038860"/>
                  </a:lnTo>
                  <a:lnTo>
                    <a:pt x="152527" y="1029068"/>
                  </a:lnTo>
                  <a:lnTo>
                    <a:pt x="150736" y="1019594"/>
                  </a:lnTo>
                  <a:lnTo>
                    <a:pt x="147180" y="1014069"/>
                  </a:lnTo>
                  <a:lnTo>
                    <a:pt x="151561" y="1003808"/>
                  </a:lnTo>
                  <a:lnTo>
                    <a:pt x="168402" y="964438"/>
                  </a:lnTo>
                  <a:close/>
                </a:path>
                <a:path w="3946525" h="2676525">
                  <a:moveTo>
                    <a:pt x="245097" y="1068628"/>
                  </a:moveTo>
                  <a:lnTo>
                    <a:pt x="243281" y="1059192"/>
                  </a:lnTo>
                  <a:lnTo>
                    <a:pt x="238048" y="1051077"/>
                  </a:lnTo>
                  <a:lnTo>
                    <a:pt x="229870" y="1045337"/>
                  </a:lnTo>
                  <a:lnTo>
                    <a:pt x="220052" y="1043317"/>
                  </a:lnTo>
                  <a:lnTo>
                    <a:pt x="210578" y="1045133"/>
                  </a:lnTo>
                  <a:lnTo>
                    <a:pt x="202450" y="1050366"/>
                  </a:lnTo>
                  <a:lnTo>
                    <a:pt x="196723" y="1058545"/>
                  </a:lnTo>
                  <a:lnTo>
                    <a:pt x="194691" y="1068349"/>
                  </a:lnTo>
                  <a:lnTo>
                    <a:pt x="196507" y="1077823"/>
                  </a:lnTo>
                  <a:lnTo>
                    <a:pt x="201739" y="1085913"/>
                  </a:lnTo>
                  <a:lnTo>
                    <a:pt x="209931" y="1091565"/>
                  </a:lnTo>
                  <a:lnTo>
                    <a:pt x="210058" y="1091565"/>
                  </a:lnTo>
                  <a:lnTo>
                    <a:pt x="219798" y="1093609"/>
                  </a:lnTo>
                  <a:lnTo>
                    <a:pt x="229273" y="1091819"/>
                  </a:lnTo>
                  <a:lnTo>
                    <a:pt x="237388" y="1086612"/>
                  </a:lnTo>
                  <a:lnTo>
                    <a:pt x="243078" y="1078357"/>
                  </a:lnTo>
                  <a:lnTo>
                    <a:pt x="245097" y="1068628"/>
                  </a:lnTo>
                  <a:close/>
                </a:path>
                <a:path w="3946525" h="2676525">
                  <a:moveTo>
                    <a:pt x="337566" y="1108189"/>
                  </a:moveTo>
                  <a:lnTo>
                    <a:pt x="335788" y="1098715"/>
                  </a:lnTo>
                  <a:lnTo>
                    <a:pt x="330568" y="1090625"/>
                  </a:lnTo>
                  <a:lnTo>
                    <a:pt x="322326" y="1084961"/>
                  </a:lnTo>
                  <a:lnTo>
                    <a:pt x="312572" y="1082929"/>
                  </a:lnTo>
                  <a:lnTo>
                    <a:pt x="303098" y="1084707"/>
                  </a:lnTo>
                  <a:lnTo>
                    <a:pt x="294982" y="1089926"/>
                  </a:lnTo>
                  <a:lnTo>
                    <a:pt x="289306" y="1098169"/>
                  </a:lnTo>
                  <a:lnTo>
                    <a:pt x="287261" y="1107909"/>
                  </a:lnTo>
                  <a:lnTo>
                    <a:pt x="289052" y="1117346"/>
                  </a:lnTo>
                  <a:lnTo>
                    <a:pt x="294259" y="1125461"/>
                  </a:lnTo>
                  <a:lnTo>
                    <a:pt x="302514" y="1131189"/>
                  </a:lnTo>
                  <a:lnTo>
                    <a:pt x="312305" y="1133221"/>
                  </a:lnTo>
                  <a:lnTo>
                    <a:pt x="321779" y="1131404"/>
                  </a:lnTo>
                  <a:lnTo>
                    <a:pt x="329869" y="1126172"/>
                  </a:lnTo>
                  <a:lnTo>
                    <a:pt x="335534" y="1117981"/>
                  </a:lnTo>
                  <a:lnTo>
                    <a:pt x="337566" y="1108189"/>
                  </a:lnTo>
                  <a:close/>
                </a:path>
                <a:path w="3946525" h="2676525">
                  <a:moveTo>
                    <a:pt x="430149" y="1147749"/>
                  </a:moveTo>
                  <a:lnTo>
                    <a:pt x="428371" y="1138301"/>
                  </a:lnTo>
                  <a:lnTo>
                    <a:pt x="423151" y="1130198"/>
                  </a:lnTo>
                  <a:lnTo>
                    <a:pt x="414909" y="1124458"/>
                  </a:lnTo>
                  <a:lnTo>
                    <a:pt x="405104" y="1122438"/>
                  </a:lnTo>
                  <a:lnTo>
                    <a:pt x="395630" y="1124254"/>
                  </a:lnTo>
                  <a:lnTo>
                    <a:pt x="387540" y="1129487"/>
                  </a:lnTo>
                  <a:lnTo>
                    <a:pt x="381889" y="1137666"/>
                  </a:lnTo>
                  <a:lnTo>
                    <a:pt x="379844" y="1147470"/>
                  </a:lnTo>
                  <a:lnTo>
                    <a:pt x="381635" y="1156944"/>
                  </a:lnTo>
                  <a:lnTo>
                    <a:pt x="386842" y="1165034"/>
                  </a:lnTo>
                  <a:lnTo>
                    <a:pt x="395097" y="1170698"/>
                  </a:lnTo>
                  <a:lnTo>
                    <a:pt x="404837" y="1172730"/>
                  </a:lnTo>
                  <a:lnTo>
                    <a:pt x="414312" y="1170940"/>
                  </a:lnTo>
                  <a:lnTo>
                    <a:pt x="422427" y="1165733"/>
                  </a:lnTo>
                  <a:lnTo>
                    <a:pt x="428117" y="1157478"/>
                  </a:lnTo>
                  <a:lnTo>
                    <a:pt x="430149" y="1147749"/>
                  </a:lnTo>
                  <a:close/>
                </a:path>
                <a:path w="3946525" h="2676525">
                  <a:moveTo>
                    <a:pt x="522719" y="1187310"/>
                  </a:moveTo>
                  <a:lnTo>
                    <a:pt x="520903" y="1177836"/>
                  </a:lnTo>
                  <a:lnTo>
                    <a:pt x="515670" y="1169746"/>
                  </a:lnTo>
                  <a:lnTo>
                    <a:pt x="507492" y="1164082"/>
                  </a:lnTo>
                  <a:lnTo>
                    <a:pt x="507365" y="1164082"/>
                  </a:lnTo>
                  <a:lnTo>
                    <a:pt x="497611" y="1162050"/>
                  </a:lnTo>
                  <a:lnTo>
                    <a:pt x="488137" y="1163828"/>
                  </a:lnTo>
                  <a:lnTo>
                    <a:pt x="480021" y="1169047"/>
                  </a:lnTo>
                  <a:lnTo>
                    <a:pt x="474345" y="1177290"/>
                  </a:lnTo>
                  <a:lnTo>
                    <a:pt x="472313" y="1187030"/>
                  </a:lnTo>
                  <a:lnTo>
                    <a:pt x="474129" y="1196479"/>
                  </a:lnTo>
                  <a:lnTo>
                    <a:pt x="479361" y="1204582"/>
                  </a:lnTo>
                  <a:lnTo>
                    <a:pt x="487553" y="1210310"/>
                  </a:lnTo>
                  <a:lnTo>
                    <a:pt x="497357" y="1212342"/>
                  </a:lnTo>
                  <a:lnTo>
                    <a:pt x="506831" y="1210525"/>
                  </a:lnTo>
                  <a:lnTo>
                    <a:pt x="514959" y="1205293"/>
                  </a:lnTo>
                  <a:lnTo>
                    <a:pt x="520700" y="1197102"/>
                  </a:lnTo>
                  <a:lnTo>
                    <a:pt x="522719" y="1187310"/>
                  </a:lnTo>
                  <a:close/>
                </a:path>
                <a:path w="3946525" h="2676525">
                  <a:moveTo>
                    <a:pt x="587692" y="689648"/>
                  </a:moveTo>
                  <a:lnTo>
                    <a:pt x="584149" y="680669"/>
                  </a:lnTo>
                  <a:lnTo>
                    <a:pt x="577481" y="673684"/>
                  </a:lnTo>
                  <a:lnTo>
                    <a:pt x="568794" y="669886"/>
                  </a:lnTo>
                  <a:lnTo>
                    <a:pt x="568883" y="669480"/>
                  </a:lnTo>
                  <a:lnTo>
                    <a:pt x="579628" y="620649"/>
                  </a:lnTo>
                  <a:lnTo>
                    <a:pt x="416052" y="662051"/>
                  </a:lnTo>
                  <a:lnTo>
                    <a:pt x="547243" y="767969"/>
                  </a:lnTo>
                  <a:lnTo>
                    <a:pt x="558038" y="718832"/>
                  </a:lnTo>
                  <a:lnTo>
                    <a:pt x="557530" y="718820"/>
                  </a:lnTo>
                  <a:lnTo>
                    <a:pt x="558038" y="718820"/>
                  </a:lnTo>
                  <a:lnTo>
                    <a:pt x="567524" y="718972"/>
                  </a:lnTo>
                  <a:lnTo>
                    <a:pt x="576516" y="715429"/>
                  </a:lnTo>
                  <a:lnTo>
                    <a:pt x="583488" y="708787"/>
                  </a:lnTo>
                  <a:lnTo>
                    <a:pt x="587502" y="699643"/>
                  </a:lnTo>
                  <a:lnTo>
                    <a:pt x="587692" y="689648"/>
                  </a:lnTo>
                  <a:close/>
                </a:path>
                <a:path w="3946525" h="2676525">
                  <a:moveTo>
                    <a:pt x="591312" y="0"/>
                  </a:moveTo>
                  <a:lnTo>
                    <a:pt x="440436" y="75311"/>
                  </a:lnTo>
                  <a:lnTo>
                    <a:pt x="591312" y="150876"/>
                  </a:lnTo>
                  <a:lnTo>
                    <a:pt x="591312" y="0"/>
                  </a:lnTo>
                  <a:close/>
                </a:path>
                <a:path w="3946525" h="2676525">
                  <a:moveTo>
                    <a:pt x="615188" y="1226870"/>
                  </a:moveTo>
                  <a:lnTo>
                    <a:pt x="613410" y="1217434"/>
                  </a:lnTo>
                  <a:lnTo>
                    <a:pt x="608190" y="1209319"/>
                  </a:lnTo>
                  <a:lnTo>
                    <a:pt x="599948" y="1203579"/>
                  </a:lnTo>
                  <a:lnTo>
                    <a:pt x="590143" y="1201559"/>
                  </a:lnTo>
                  <a:lnTo>
                    <a:pt x="580669" y="1203375"/>
                  </a:lnTo>
                  <a:lnTo>
                    <a:pt x="572579" y="1208608"/>
                  </a:lnTo>
                  <a:lnTo>
                    <a:pt x="566928" y="1216787"/>
                  </a:lnTo>
                  <a:lnTo>
                    <a:pt x="564883" y="1226591"/>
                  </a:lnTo>
                  <a:lnTo>
                    <a:pt x="566674" y="1236065"/>
                  </a:lnTo>
                  <a:lnTo>
                    <a:pt x="571881" y="1244155"/>
                  </a:lnTo>
                  <a:lnTo>
                    <a:pt x="580136" y="1249807"/>
                  </a:lnTo>
                  <a:lnTo>
                    <a:pt x="589927" y="1251851"/>
                  </a:lnTo>
                  <a:lnTo>
                    <a:pt x="599401" y="1250061"/>
                  </a:lnTo>
                  <a:lnTo>
                    <a:pt x="607491" y="1244854"/>
                  </a:lnTo>
                  <a:lnTo>
                    <a:pt x="613156" y="1236599"/>
                  </a:lnTo>
                  <a:lnTo>
                    <a:pt x="615188" y="1226870"/>
                  </a:lnTo>
                  <a:close/>
                </a:path>
                <a:path w="3946525" h="2676525">
                  <a:moveTo>
                    <a:pt x="650494" y="75438"/>
                  </a:moveTo>
                  <a:lnTo>
                    <a:pt x="648525" y="65671"/>
                  </a:lnTo>
                  <a:lnTo>
                    <a:pt x="643153" y="57683"/>
                  </a:lnTo>
                  <a:lnTo>
                    <a:pt x="635165" y="52285"/>
                  </a:lnTo>
                  <a:lnTo>
                    <a:pt x="625348" y="50292"/>
                  </a:lnTo>
                  <a:lnTo>
                    <a:pt x="615518" y="52285"/>
                  </a:lnTo>
                  <a:lnTo>
                    <a:pt x="607529" y="57683"/>
                  </a:lnTo>
                  <a:lnTo>
                    <a:pt x="602157" y="65671"/>
                  </a:lnTo>
                  <a:lnTo>
                    <a:pt x="600202" y="75438"/>
                  </a:lnTo>
                  <a:lnTo>
                    <a:pt x="602157" y="85217"/>
                  </a:lnTo>
                  <a:lnTo>
                    <a:pt x="607529" y="93205"/>
                  </a:lnTo>
                  <a:lnTo>
                    <a:pt x="615518" y="98602"/>
                  </a:lnTo>
                  <a:lnTo>
                    <a:pt x="625348" y="100584"/>
                  </a:lnTo>
                  <a:lnTo>
                    <a:pt x="635139" y="98602"/>
                  </a:lnTo>
                  <a:lnTo>
                    <a:pt x="643102" y="93256"/>
                  </a:lnTo>
                  <a:lnTo>
                    <a:pt x="648500" y="85267"/>
                  </a:lnTo>
                  <a:lnTo>
                    <a:pt x="650494" y="75438"/>
                  </a:lnTo>
                  <a:close/>
                </a:path>
                <a:path w="3946525" h="2676525">
                  <a:moveTo>
                    <a:pt x="685990" y="711123"/>
                  </a:moveTo>
                  <a:lnTo>
                    <a:pt x="682447" y="702170"/>
                  </a:lnTo>
                  <a:lnTo>
                    <a:pt x="675779" y="695198"/>
                  </a:lnTo>
                  <a:lnTo>
                    <a:pt x="666623" y="691134"/>
                  </a:lnTo>
                  <a:lnTo>
                    <a:pt x="656615" y="690994"/>
                  </a:lnTo>
                  <a:lnTo>
                    <a:pt x="647636" y="694537"/>
                  </a:lnTo>
                  <a:lnTo>
                    <a:pt x="640651" y="701179"/>
                  </a:lnTo>
                  <a:lnTo>
                    <a:pt x="636651" y="710311"/>
                  </a:lnTo>
                  <a:lnTo>
                    <a:pt x="636498" y="720318"/>
                  </a:lnTo>
                  <a:lnTo>
                    <a:pt x="640041" y="729297"/>
                  </a:lnTo>
                  <a:lnTo>
                    <a:pt x="646684" y="736282"/>
                  </a:lnTo>
                  <a:lnTo>
                    <a:pt x="655828" y="740283"/>
                  </a:lnTo>
                  <a:lnTo>
                    <a:pt x="665822" y="740486"/>
                  </a:lnTo>
                  <a:lnTo>
                    <a:pt x="674814" y="736942"/>
                  </a:lnTo>
                  <a:lnTo>
                    <a:pt x="681786" y="730275"/>
                  </a:lnTo>
                  <a:lnTo>
                    <a:pt x="685800" y="721106"/>
                  </a:lnTo>
                  <a:lnTo>
                    <a:pt x="685990" y="711123"/>
                  </a:lnTo>
                  <a:close/>
                </a:path>
                <a:path w="3946525" h="2676525">
                  <a:moveTo>
                    <a:pt x="707758" y="1266431"/>
                  </a:moveTo>
                  <a:lnTo>
                    <a:pt x="705942" y="1256957"/>
                  </a:lnTo>
                  <a:lnTo>
                    <a:pt x="700709" y="1248867"/>
                  </a:lnTo>
                  <a:lnTo>
                    <a:pt x="692531" y="1243203"/>
                  </a:lnTo>
                  <a:lnTo>
                    <a:pt x="682726" y="1241171"/>
                  </a:lnTo>
                  <a:lnTo>
                    <a:pt x="673252" y="1242949"/>
                  </a:lnTo>
                  <a:lnTo>
                    <a:pt x="665162" y="1248168"/>
                  </a:lnTo>
                  <a:lnTo>
                    <a:pt x="659511" y="1256411"/>
                  </a:lnTo>
                  <a:lnTo>
                    <a:pt x="657402" y="1266151"/>
                  </a:lnTo>
                  <a:lnTo>
                    <a:pt x="659193" y="1275588"/>
                  </a:lnTo>
                  <a:lnTo>
                    <a:pt x="664400" y="1283703"/>
                  </a:lnTo>
                  <a:lnTo>
                    <a:pt x="672592" y="1289431"/>
                  </a:lnTo>
                  <a:lnTo>
                    <a:pt x="672719" y="1289431"/>
                  </a:lnTo>
                  <a:lnTo>
                    <a:pt x="682459" y="1291463"/>
                  </a:lnTo>
                  <a:lnTo>
                    <a:pt x="691934" y="1289646"/>
                  </a:lnTo>
                  <a:lnTo>
                    <a:pt x="700049" y="1284414"/>
                  </a:lnTo>
                  <a:lnTo>
                    <a:pt x="705739" y="1276223"/>
                  </a:lnTo>
                  <a:lnTo>
                    <a:pt x="707758" y="1266431"/>
                  </a:lnTo>
                  <a:close/>
                </a:path>
                <a:path w="3946525" h="2676525">
                  <a:moveTo>
                    <a:pt x="751078" y="75565"/>
                  </a:moveTo>
                  <a:lnTo>
                    <a:pt x="749160" y="65747"/>
                  </a:lnTo>
                  <a:lnTo>
                    <a:pt x="743800" y="57759"/>
                  </a:lnTo>
                  <a:lnTo>
                    <a:pt x="735825" y="52387"/>
                  </a:lnTo>
                  <a:lnTo>
                    <a:pt x="726059" y="50419"/>
                  </a:lnTo>
                  <a:lnTo>
                    <a:pt x="725932" y="50419"/>
                  </a:lnTo>
                  <a:lnTo>
                    <a:pt x="716153" y="52336"/>
                  </a:lnTo>
                  <a:lnTo>
                    <a:pt x="708164" y="57696"/>
                  </a:lnTo>
                  <a:lnTo>
                    <a:pt x="702767" y="65671"/>
                  </a:lnTo>
                  <a:lnTo>
                    <a:pt x="700786" y="75438"/>
                  </a:lnTo>
                  <a:lnTo>
                    <a:pt x="702767" y="85267"/>
                  </a:lnTo>
                  <a:lnTo>
                    <a:pt x="708164" y="93268"/>
                  </a:lnTo>
                  <a:lnTo>
                    <a:pt x="716153" y="98679"/>
                  </a:lnTo>
                  <a:lnTo>
                    <a:pt x="725932" y="100711"/>
                  </a:lnTo>
                  <a:lnTo>
                    <a:pt x="735749" y="98729"/>
                  </a:lnTo>
                  <a:lnTo>
                    <a:pt x="743737" y="93332"/>
                  </a:lnTo>
                  <a:lnTo>
                    <a:pt x="749109" y="85344"/>
                  </a:lnTo>
                  <a:lnTo>
                    <a:pt x="751078" y="75565"/>
                  </a:lnTo>
                  <a:close/>
                </a:path>
                <a:path w="3946525" h="2676525">
                  <a:moveTo>
                    <a:pt x="784288" y="732701"/>
                  </a:moveTo>
                  <a:lnTo>
                    <a:pt x="780745" y="723709"/>
                  </a:lnTo>
                  <a:lnTo>
                    <a:pt x="774077" y="716737"/>
                  </a:lnTo>
                  <a:lnTo>
                    <a:pt x="764921" y="712724"/>
                  </a:lnTo>
                  <a:lnTo>
                    <a:pt x="754913" y="712533"/>
                  </a:lnTo>
                  <a:lnTo>
                    <a:pt x="745934" y="716076"/>
                  </a:lnTo>
                  <a:lnTo>
                    <a:pt x="738949" y="722744"/>
                  </a:lnTo>
                  <a:lnTo>
                    <a:pt x="734949" y="731901"/>
                  </a:lnTo>
                  <a:lnTo>
                    <a:pt x="734796" y="741895"/>
                  </a:lnTo>
                  <a:lnTo>
                    <a:pt x="738339" y="750849"/>
                  </a:lnTo>
                  <a:lnTo>
                    <a:pt x="744982" y="757821"/>
                  </a:lnTo>
                  <a:lnTo>
                    <a:pt x="754126" y="761873"/>
                  </a:lnTo>
                  <a:lnTo>
                    <a:pt x="764184" y="762012"/>
                  </a:lnTo>
                  <a:lnTo>
                    <a:pt x="773125" y="758431"/>
                  </a:lnTo>
                  <a:lnTo>
                    <a:pt x="780084" y="751789"/>
                  </a:lnTo>
                  <a:lnTo>
                    <a:pt x="784098" y="742696"/>
                  </a:lnTo>
                  <a:lnTo>
                    <a:pt x="784288" y="732701"/>
                  </a:lnTo>
                  <a:close/>
                </a:path>
                <a:path w="3946525" h="2676525">
                  <a:moveTo>
                    <a:pt x="800290" y="1305991"/>
                  </a:moveTo>
                  <a:lnTo>
                    <a:pt x="798512" y="1296543"/>
                  </a:lnTo>
                  <a:lnTo>
                    <a:pt x="793292" y="1288440"/>
                  </a:lnTo>
                  <a:lnTo>
                    <a:pt x="785114" y="1282700"/>
                  </a:lnTo>
                  <a:lnTo>
                    <a:pt x="784987" y="1282700"/>
                  </a:lnTo>
                  <a:lnTo>
                    <a:pt x="775233" y="1280680"/>
                  </a:lnTo>
                  <a:lnTo>
                    <a:pt x="765759" y="1282496"/>
                  </a:lnTo>
                  <a:lnTo>
                    <a:pt x="757643" y="1287729"/>
                  </a:lnTo>
                  <a:lnTo>
                    <a:pt x="751967" y="1295908"/>
                  </a:lnTo>
                  <a:lnTo>
                    <a:pt x="749922" y="1305712"/>
                  </a:lnTo>
                  <a:lnTo>
                    <a:pt x="751713" y="1315186"/>
                  </a:lnTo>
                  <a:lnTo>
                    <a:pt x="756920" y="1323276"/>
                  </a:lnTo>
                  <a:lnTo>
                    <a:pt x="765175" y="1328928"/>
                  </a:lnTo>
                  <a:lnTo>
                    <a:pt x="774966" y="1330972"/>
                  </a:lnTo>
                  <a:lnTo>
                    <a:pt x="784440" y="1329182"/>
                  </a:lnTo>
                  <a:lnTo>
                    <a:pt x="792530" y="1323975"/>
                  </a:lnTo>
                  <a:lnTo>
                    <a:pt x="798195" y="1315720"/>
                  </a:lnTo>
                  <a:lnTo>
                    <a:pt x="800290" y="1305991"/>
                  </a:lnTo>
                  <a:close/>
                </a:path>
                <a:path w="3946525" h="2676525">
                  <a:moveTo>
                    <a:pt x="851789" y="75565"/>
                  </a:moveTo>
                  <a:lnTo>
                    <a:pt x="849795" y="65798"/>
                  </a:lnTo>
                  <a:lnTo>
                    <a:pt x="844397" y="57810"/>
                  </a:lnTo>
                  <a:lnTo>
                    <a:pt x="836409" y="52412"/>
                  </a:lnTo>
                  <a:lnTo>
                    <a:pt x="826643" y="50419"/>
                  </a:lnTo>
                  <a:lnTo>
                    <a:pt x="816813" y="52412"/>
                  </a:lnTo>
                  <a:lnTo>
                    <a:pt x="808812" y="57810"/>
                  </a:lnTo>
                  <a:lnTo>
                    <a:pt x="803402" y="65798"/>
                  </a:lnTo>
                  <a:lnTo>
                    <a:pt x="801370" y="75565"/>
                  </a:lnTo>
                  <a:lnTo>
                    <a:pt x="803351" y="85344"/>
                  </a:lnTo>
                  <a:lnTo>
                    <a:pt x="808748" y="93332"/>
                  </a:lnTo>
                  <a:lnTo>
                    <a:pt x="816737" y="98729"/>
                  </a:lnTo>
                  <a:lnTo>
                    <a:pt x="826516" y="100711"/>
                  </a:lnTo>
                  <a:lnTo>
                    <a:pt x="826643" y="100711"/>
                  </a:lnTo>
                  <a:lnTo>
                    <a:pt x="836434" y="98729"/>
                  </a:lnTo>
                  <a:lnTo>
                    <a:pt x="844397" y="93383"/>
                  </a:lnTo>
                  <a:lnTo>
                    <a:pt x="849795" y="85394"/>
                  </a:lnTo>
                  <a:lnTo>
                    <a:pt x="851789" y="75565"/>
                  </a:lnTo>
                  <a:close/>
                </a:path>
                <a:path w="3946525" h="2676525">
                  <a:moveTo>
                    <a:pt x="882586" y="754176"/>
                  </a:moveTo>
                  <a:lnTo>
                    <a:pt x="879043" y="745223"/>
                  </a:lnTo>
                  <a:lnTo>
                    <a:pt x="872375" y="738251"/>
                  </a:lnTo>
                  <a:lnTo>
                    <a:pt x="863219" y="734187"/>
                  </a:lnTo>
                  <a:lnTo>
                    <a:pt x="853211" y="734060"/>
                  </a:lnTo>
                  <a:lnTo>
                    <a:pt x="844232" y="737641"/>
                  </a:lnTo>
                  <a:lnTo>
                    <a:pt x="837247" y="744283"/>
                  </a:lnTo>
                  <a:lnTo>
                    <a:pt x="833247" y="753364"/>
                  </a:lnTo>
                  <a:lnTo>
                    <a:pt x="833094" y="763371"/>
                  </a:lnTo>
                  <a:lnTo>
                    <a:pt x="836637" y="772350"/>
                  </a:lnTo>
                  <a:lnTo>
                    <a:pt x="843280" y="779335"/>
                  </a:lnTo>
                  <a:lnTo>
                    <a:pt x="852424" y="783336"/>
                  </a:lnTo>
                  <a:lnTo>
                    <a:pt x="862482" y="783539"/>
                  </a:lnTo>
                  <a:lnTo>
                    <a:pt x="871423" y="779995"/>
                  </a:lnTo>
                  <a:lnTo>
                    <a:pt x="878382" y="773328"/>
                  </a:lnTo>
                  <a:lnTo>
                    <a:pt x="882396" y="764159"/>
                  </a:lnTo>
                  <a:lnTo>
                    <a:pt x="882586" y="754176"/>
                  </a:lnTo>
                  <a:close/>
                </a:path>
                <a:path w="3946525" h="2676525">
                  <a:moveTo>
                    <a:pt x="892810" y="1345552"/>
                  </a:moveTo>
                  <a:lnTo>
                    <a:pt x="891032" y="1336078"/>
                  </a:lnTo>
                  <a:lnTo>
                    <a:pt x="885812" y="1327988"/>
                  </a:lnTo>
                  <a:lnTo>
                    <a:pt x="877570" y="1322324"/>
                  </a:lnTo>
                  <a:lnTo>
                    <a:pt x="867765" y="1320292"/>
                  </a:lnTo>
                  <a:lnTo>
                    <a:pt x="858291" y="1322070"/>
                  </a:lnTo>
                  <a:lnTo>
                    <a:pt x="850201" y="1327289"/>
                  </a:lnTo>
                  <a:lnTo>
                    <a:pt x="844550" y="1335532"/>
                  </a:lnTo>
                  <a:lnTo>
                    <a:pt x="842505" y="1345272"/>
                  </a:lnTo>
                  <a:lnTo>
                    <a:pt x="844296" y="1354721"/>
                  </a:lnTo>
                  <a:lnTo>
                    <a:pt x="849503" y="1362824"/>
                  </a:lnTo>
                  <a:lnTo>
                    <a:pt x="857758" y="1368552"/>
                  </a:lnTo>
                  <a:lnTo>
                    <a:pt x="867498" y="1370584"/>
                  </a:lnTo>
                  <a:lnTo>
                    <a:pt x="876973" y="1368767"/>
                  </a:lnTo>
                  <a:lnTo>
                    <a:pt x="885088" y="1363535"/>
                  </a:lnTo>
                  <a:lnTo>
                    <a:pt x="890778" y="1355344"/>
                  </a:lnTo>
                  <a:lnTo>
                    <a:pt x="892810" y="1345552"/>
                  </a:lnTo>
                  <a:close/>
                </a:path>
                <a:path w="3946525" h="2676525">
                  <a:moveTo>
                    <a:pt x="952373" y="75692"/>
                  </a:moveTo>
                  <a:lnTo>
                    <a:pt x="950404" y="65874"/>
                  </a:lnTo>
                  <a:lnTo>
                    <a:pt x="945032" y="57886"/>
                  </a:lnTo>
                  <a:lnTo>
                    <a:pt x="937044" y="52514"/>
                  </a:lnTo>
                  <a:lnTo>
                    <a:pt x="927227" y="50546"/>
                  </a:lnTo>
                  <a:lnTo>
                    <a:pt x="917448" y="52514"/>
                  </a:lnTo>
                  <a:lnTo>
                    <a:pt x="909459" y="57886"/>
                  </a:lnTo>
                  <a:lnTo>
                    <a:pt x="904062" y="65874"/>
                  </a:lnTo>
                  <a:lnTo>
                    <a:pt x="902081" y="75692"/>
                  </a:lnTo>
                  <a:lnTo>
                    <a:pt x="904036" y="85471"/>
                  </a:lnTo>
                  <a:lnTo>
                    <a:pt x="909408" y="93459"/>
                  </a:lnTo>
                  <a:lnTo>
                    <a:pt x="917397" y="98856"/>
                  </a:lnTo>
                  <a:lnTo>
                    <a:pt x="927227" y="100838"/>
                  </a:lnTo>
                  <a:lnTo>
                    <a:pt x="936993" y="98856"/>
                  </a:lnTo>
                  <a:lnTo>
                    <a:pt x="944981" y="93459"/>
                  </a:lnTo>
                  <a:lnTo>
                    <a:pt x="950379" y="85471"/>
                  </a:lnTo>
                  <a:lnTo>
                    <a:pt x="952373" y="75692"/>
                  </a:lnTo>
                  <a:close/>
                </a:path>
                <a:path w="3946525" h="2676525">
                  <a:moveTo>
                    <a:pt x="980884" y="775754"/>
                  </a:moveTo>
                  <a:lnTo>
                    <a:pt x="977341" y="766762"/>
                  </a:lnTo>
                  <a:lnTo>
                    <a:pt x="970673" y="759790"/>
                  </a:lnTo>
                  <a:lnTo>
                    <a:pt x="961517" y="755777"/>
                  </a:lnTo>
                  <a:lnTo>
                    <a:pt x="951522" y="755586"/>
                  </a:lnTo>
                  <a:lnTo>
                    <a:pt x="942568" y="759129"/>
                  </a:lnTo>
                  <a:lnTo>
                    <a:pt x="935596" y="765797"/>
                  </a:lnTo>
                  <a:lnTo>
                    <a:pt x="931545" y="774954"/>
                  </a:lnTo>
                  <a:lnTo>
                    <a:pt x="931392" y="784948"/>
                  </a:lnTo>
                  <a:lnTo>
                    <a:pt x="934935" y="793902"/>
                  </a:lnTo>
                  <a:lnTo>
                    <a:pt x="941578" y="800874"/>
                  </a:lnTo>
                  <a:lnTo>
                    <a:pt x="950722" y="804926"/>
                  </a:lnTo>
                  <a:lnTo>
                    <a:pt x="960780" y="805065"/>
                  </a:lnTo>
                  <a:lnTo>
                    <a:pt x="969721" y="801484"/>
                  </a:lnTo>
                  <a:lnTo>
                    <a:pt x="976680" y="794842"/>
                  </a:lnTo>
                  <a:lnTo>
                    <a:pt x="980694" y="785749"/>
                  </a:lnTo>
                  <a:lnTo>
                    <a:pt x="980884" y="775754"/>
                  </a:lnTo>
                  <a:close/>
                </a:path>
                <a:path w="3946525" h="2676525">
                  <a:moveTo>
                    <a:pt x="985380" y="1385100"/>
                  </a:moveTo>
                  <a:lnTo>
                    <a:pt x="983564" y="1375625"/>
                  </a:lnTo>
                  <a:lnTo>
                    <a:pt x="978331" y="1367510"/>
                  </a:lnTo>
                  <a:lnTo>
                    <a:pt x="970153" y="1361821"/>
                  </a:lnTo>
                  <a:lnTo>
                    <a:pt x="970026" y="1361821"/>
                  </a:lnTo>
                  <a:lnTo>
                    <a:pt x="960272" y="1359801"/>
                  </a:lnTo>
                  <a:lnTo>
                    <a:pt x="950798" y="1361617"/>
                  </a:lnTo>
                  <a:lnTo>
                    <a:pt x="942682" y="1366850"/>
                  </a:lnTo>
                  <a:lnTo>
                    <a:pt x="937006" y="1375029"/>
                  </a:lnTo>
                  <a:lnTo>
                    <a:pt x="934974" y="1384833"/>
                  </a:lnTo>
                  <a:lnTo>
                    <a:pt x="936790" y="1394307"/>
                  </a:lnTo>
                  <a:lnTo>
                    <a:pt x="942022" y="1402397"/>
                  </a:lnTo>
                  <a:lnTo>
                    <a:pt x="950214" y="1408049"/>
                  </a:lnTo>
                  <a:lnTo>
                    <a:pt x="950341" y="1408049"/>
                  </a:lnTo>
                  <a:lnTo>
                    <a:pt x="960069" y="1410093"/>
                  </a:lnTo>
                  <a:lnTo>
                    <a:pt x="969505" y="1408303"/>
                  </a:lnTo>
                  <a:lnTo>
                    <a:pt x="977620" y="1403096"/>
                  </a:lnTo>
                  <a:lnTo>
                    <a:pt x="983361" y="1394841"/>
                  </a:lnTo>
                  <a:lnTo>
                    <a:pt x="985380" y="1385100"/>
                  </a:lnTo>
                  <a:close/>
                </a:path>
                <a:path w="3946525" h="2676525">
                  <a:moveTo>
                    <a:pt x="1053084" y="75692"/>
                  </a:moveTo>
                  <a:lnTo>
                    <a:pt x="1051090" y="65925"/>
                  </a:lnTo>
                  <a:lnTo>
                    <a:pt x="1045692" y="57937"/>
                  </a:lnTo>
                  <a:lnTo>
                    <a:pt x="1037704" y="52539"/>
                  </a:lnTo>
                  <a:lnTo>
                    <a:pt x="1027938" y="50546"/>
                  </a:lnTo>
                  <a:lnTo>
                    <a:pt x="1027811" y="50546"/>
                  </a:lnTo>
                  <a:lnTo>
                    <a:pt x="1018032" y="52539"/>
                  </a:lnTo>
                  <a:lnTo>
                    <a:pt x="1010043" y="57937"/>
                  </a:lnTo>
                  <a:lnTo>
                    <a:pt x="1004646" y="65925"/>
                  </a:lnTo>
                  <a:lnTo>
                    <a:pt x="1002665" y="75692"/>
                  </a:lnTo>
                  <a:lnTo>
                    <a:pt x="1004646" y="85471"/>
                  </a:lnTo>
                  <a:lnTo>
                    <a:pt x="1010043" y="93459"/>
                  </a:lnTo>
                  <a:lnTo>
                    <a:pt x="1018032" y="98856"/>
                  </a:lnTo>
                  <a:lnTo>
                    <a:pt x="1027811" y="100838"/>
                  </a:lnTo>
                  <a:lnTo>
                    <a:pt x="1027938" y="100838"/>
                  </a:lnTo>
                  <a:lnTo>
                    <a:pt x="1037729" y="98856"/>
                  </a:lnTo>
                  <a:lnTo>
                    <a:pt x="1045692" y="93510"/>
                  </a:lnTo>
                  <a:lnTo>
                    <a:pt x="1051090" y="85521"/>
                  </a:lnTo>
                  <a:lnTo>
                    <a:pt x="1053084" y="75692"/>
                  </a:lnTo>
                  <a:close/>
                </a:path>
                <a:path w="3946525" h="2676525">
                  <a:moveTo>
                    <a:pt x="1077849" y="1424673"/>
                  </a:moveTo>
                  <a:lnTo>
                    <a:pt x="1076071" y="1415199"/>
                  </a:lnTo>
                  <a:lnTo>
                    <a:pt x="1070851" y="1407109"/>
                  </a:lnTo>
                  <a:lnTo>
                    <a:pt x="1062609" y="1401445"/>
                  </a:lnTo>
                  <a:lnTo>
                    <a:pt x="1052855" y="1399413"/>
                  </a:lnTo>
                  <a:lnTo>
                    <a:pt x="1043381" y="1401203"/>
                  </a:lnTo>
                  <a:lnTo>
                    <a:pt x="1035265" y="1406410"/>
                  </a:lnTo>
                  <a:lnTo>
                    <a:pt x="1029589" y="1414653"/>
                  </a:lnTo>
                  <a:lnTo>
                    <a:pt x="1027544" y="1424393"/>
                  </a:lnTo>
                  <a:lnTo>
                    <a:pt x="1029335" y="1433842"/>
                  </a:lnTo>
                  <a:lnTo>
                    <a:pt x="1034542" y="1441945"/>
                  </a:lnTo>
                  <a:lnTo>
                    <a:pt x="1042797" y="1447673"/>
                  </a:lnTo>
                  <a:lnTo>
                    <a:pt x="1052588" y="1449705"/>
                  </a:lnTo>
                  <a:lnTo>
                    <a:pt x="1062062" y="1447888"/>
                  </a:lnTo>
                  <a:lnTo>
                    <a:pt x="1070152" y="1442656"/>
                  </a:lnTo>
                  <a:lnTo>
                    <a:pt x="1075817" y="1434465"/>
                  </a:lnTo>
                  <a:lnTo>
                    <a:pt x="1077849" y="1424673"/>
                  </a:lnTo>
                  <a:close/>
                </a:path>
                <a:path w="3946525" h="2676525">
                  <a:moveTo>
                    <a:pt x="1079182" y="797229"/>
                  </a:moveTo>
                  <a:lnTo>
                    <a:pt x="1075639" y="788276"/>
                  </a:lnTo>
                  <a:lnTo>
                    <a:pt x="1068971" y="781304"/>
                  </a:lnTo>
                  <a:lnTo>
                    <a:pt x="1059815" y="777240"/>
                  </a:lnTo>
                  <a:lnTo>
                    <a:pt x="1049820" y="777113"/>
                  </a:lnTo>
                  <a:lnTo>
                    <a:pt x="1040866" y="780694"/>
                  </a:lnTo>
                  <a:lnTo>
                    <a:pt x="1033894" y="787336"/>
                  </a:lnTo>
                  <a:lnTo>
                    <a:pt x="1029843" y="796417"/>
                  </a:lnTo>
                  <a:lnTo>
                    <a:pt x="1029690" y="806424"/>
                  </a:lnTo>
                  <a:lnTo>
                    <a:pt x="1033233" y="815403"/>
                  </a:lnTo>
                  <a:lnTo>
                    <a:pt x="1039876" y="822388"/>
                  </a:lnTo>
                  <a:lnTo>
                    <a:pt x="1049020" y="826389"/>
                  </a:lnTo>
                  <a:lnTo>
                    <a:pt x="1059129" y="826592"/>
                  </a:lnTo>
                  <a:lnTo>
                    <a:pt x="1068070" y="823048"/>
                  </a:lnTo>
                  <a:lnTo>
                    <a:pt x="1075004" y="816381"/>
                  </a:lnTo>
                  <a:lnTo>
                    <a:pt x="1078992" y="807212"/>
                  </a:lnTo>
                  <a:lnTo>
                    <a:pt x="1079182" y="797229"/>
                  </a:lnTo>
                  <a:close/>
                </a:path>
                <a:path w="3946525" h="2676525">
                  <a:moveTo>
                    <a:pt x="1153668" y="75819"/>
                  </a:moveTo>
                  <a:lnTo>
                    <a:pt x="1151699" y="66052"/>
                  </a:lnTo>
                  <a:lnTo>
                    <a:pt x="1146327" y="58064"/>
                  </a:lnTo>
                  <a:lnTo>
                    <a:pt x="1138339" y="52666"/>
                  </a:lnTo>
                  <a:lnTo>
                    <a:pt x="1128522" y="50673"/>
                  </a:lnTo>
                  <a:lnTo>
                    <a:pt x="1118666" y="52666"/>
                  </a:lnTo>
                  <a:lnTo>
                    <a:pt x="1110703" y="58013"/>
                  </a:lnTo>
                  <a:lnTo>
                    <a:pt x="1105331" y="66001"/>
                  </a:lnTo>
                  <a:lnTo>
                    <a:pt x="1103376" y="75819"/>
                  </a:lnTo>
                  <a:lnTo>
                    <a:pt x="1105331" y="85598"/>
                  </a:lnTo>
                  <a:lnTo>
                    <a:pt x="1110703" y="93586"/>
                  </a:lnTo>
                  <a:lnTo>
                    <a:pt x="1118692" y="98983"/>
                  </a:lnTo>
                  <a:lnTo>
                    <a:pt x="1128522" y="100965"/>
                  </a:lnTo>
                  <a:lnTo>
                    <a:pt x="1138288" y="98983"/>
                  </a:lnTo>
                  <a:lnTo>
                    <a:pt x="1146276" y="93586"/>
                  </a:lnTo>
                  <a:lnTo>
                    <a:pt x="1151674" y="85598"/>
                  </a:lnTo>
                  <a:lnTo>
                    <a:pt x="1153668" y="75819"/>
                  </a:lnTo>
                  <a:close/>
                </a:path>
                <a:path w="3946525" h="2676525">
                  <a:moveTo>
                    <a:pt x="1170419" y="1464221"/>
                  </a:moveTo>
                  <a:lnTo>
                    <a:pt x="1168603" y="1454746"/>
                  </a:lnTo>
                  <a:lnTo>
                    <a:pt x="1163370" y="1446631"/>
                  </a:lnTo>
                  <a:lnTo>
                    <a:pt x="1155192" y="1440942"/>
                  </a:lnTo>
                  <a:lnTo>
                    <a:pt x="1145387" y="1438922"/>
                  </a:lnTo>
                  <a:lnTo>
                    <a:pt x="1135913" y="1440738"/>
                  </a:lnTo>
                  <a:lnTo>
                    <a:pt x="1127823" y="1445971"/>
                  </a:lnTo>
                  <a:lnTo>
                    <a:pt x="1122172" y="1454150"/>
                  </a:lnTo>
                  <a:lnTo>
                    <a:pt x="1120063" y="1463903"/>
                  </a:lnTo>
                  <a:lnTo>
                    <a:pt x="1121854" y="1473377"/>
                  </a:lnTo>
                  <a:lnTo>
                    <a:pt x="1127061" y="1481493"/>
                  </a:lnTo>
                  <a:lnTo>
                    <a:pt x="1135253" y="1487170"/>
                  </a:lnTo>
                  <a:lnTo>
                    <a:pt x="1135380" y="1487170"/>
                  </a:lnTo>
                  <a:lnTo>
                    <a:pt x="1145120" y="1489214"/>
                  </a:lnTo>
                  <a:lnTo>
                    <a:pt x="1154595" y="1487424"/>
                  </a:lnTo>
                  <a:lnTo>
                    <a:pt x="1162710" y="1482217"/>
                  </a:lnTo>
                  <a:lnTo>
                    <a:pt x="1168400" y="1473962"/>
                  </a:lnTo>
                  <a:lnTo>
                    <a:pt x="1170419" y="1464221"/>
                  </a:lnTo>
                  <a:close/>
                </a:path>
                <a:path w="3946525" h="2676525">
                  <a:moveTo>
                    <a:pt x="1177531" y="818807"/>
                  </a:moveTo>
                  <a:lnTo>
                    <a:pt x="1173949" y="809815"/>
                  </a:lnTo>
                  <a:lnTo>
                    <a:pt x="1167269" y="802843"/>
                  </a:lnTo>
                  <a:lnTo>
                    <a:pt x="1158113" y="798830"/>
                  </a:lnTo>
                  <a:lnTo>
                    <a:pt x="1148118" y="798639"/>
                  </a:lnTo>
                  <a:lnTo>
                    <a:pt x="1139164" y="802182"/>
                  </a:lnTo>
                  <a:lnTo>
                    <a:pt x="1132192" y="808850"/>
                  </a:lnTo>
                  <a:lnTo>
                    <a:pt x="1128141" y="818007"/>
                  </a:lnTo>
                  <a:lnTo>
                    <a:pt x="1128001" y="828001"/>
                  </a:lnTo>
                  <a:lnTo>
                    <a:pt x="1131582" y="836955"/>
                  </a:lnTo>
                  <a:lnTo>
                    <a:pt x="1138224" y="843927"/>
                  </a:lnTo>
                  <a:lnTo>
                    <a:pt x="1147318" y="847979"/>
                  </a:lnTo>
                  <a:lnTo>
                    <a:pt x="1157427" y="848131"/>
                  </a:lnTo>
                  <a:lnTo>
                    <a:pt x="1166380" y="844588"/>
                  </a:lnTo>
                  <a:lnTo>
                    <a:pt x="1173353" y="837946"/>
                  </a:lnTo>
                  <a:lnTo>
                    <a:pt x="1177417" y="828802"/>
                  </a:lnTo>
                  <a:lnTo>
                    <a:pt x="1177531" y="818807"/>
                  </a:lnTo>
                  <a:close/>
                </a:path>
                <a:path w="3946525" h="2676525">
                  <a:moveTo>
                    <a:pt x="1254252" y="75819"/>
                  </a:moveTo>
                  <a:lnTo>
                    <a:pt x="1252334" y="66052"/>
                  </a:lnTo>
                  <a:lnTo>
                    <a:pt x="1246974" y="58064"/>
                  </a:lnTo>
                  <a:lnTo>
                    <a:pt x="1238999" y="52666"/>
                  </a:lnTo>
                  <a:lnTo>
                    <a:pt x="1229233" y="50673"/>
                  </a:lnTo>
                  <a:lnTo>
                    <a:pt x="1229106" y="50673"/>
                  </a:lnTo>
                  <a:lnTo>
                    <a:pt x="1219327" y="52666"/>
                  </a:lnTo>
                  <a:lnTo>
                    <a:pt x="1211338" y="58064"/>
                  </a:lnTo>
                  <a:lnTo>
                    <a:pt x="1205941" y="66052"/>
                  </a:lnTo>
                  <a:lnTo>
                    <a:pt x="1203960" y="75819"/>
                  </a:lnTo>
                  <a:lnTo>
                    <a:pt x="1205941" y="85648"/>
                  </a:lnTo>
                  <a:lnTo>
                    <a:pt x="1211338" y="93637"/>
                  </a:lnTo>
                  <a:lnTo>
                    <a:pt x="1219327" y="99009"/>
                  </a:lnTo>
                  <a:lnTo>
                    <a:pt x="1229106" y="100965"/>
                  </a:lnTo>
                  <a:lnTo>
                    <a:pt x="1238923" y="99009"/>
                  </a:lnTo>
                  <a:lnTo>
                    <a:pt x="1246911" y="93637"/>
                  </a:lnTo>
                  <a:lnTo>
                    <a:pt x="1252283" y="85648"/>
                  </a:lnTo>
                  <a:lnTo>
                    <a:pt x="1254252" y="75819"/>
                  </a:lnTo>
                  <a:close/>
                </a:path>
                <a:path w="3946525" h="2676525">
                  <a:moveTo>
                    <a:pt x="1262951" y="1503794"/>
                  </a:moveTo>
                  <a:lnTo>
                    <a:pt x="1261173" y="1494320"/>
                  </a:lnTo>
                  <a:lnTo>
                    <a:pt x="1255953" y="1486230"/>
                  </a:lnTo>
                  <a:lnTo>
                    <a:pt x="1247775" y="1480566"/>
                  </a:lnTo>
                  <a:lnTo>
                    <a:pt x="1247648" y="1480566"/>
                  </a:lnTo>
                  <a:lnTo>
                    <a:pt x="1237894" y="1478521"/>
                  </a:lnTo>
                  <a:lnTo>
                    <a:pt x="1228420" y="1480299"/>
                  </a:lnTo>
                  <a:lnTo>
                    <a:pt x="1220304" y="1485480"/>
                  </a:lnTo>
                  <a:lnTo>
                    <a:pt x="1214628" y="1493647"/>
                  </a:lnTo>
                  <a:lnTo>
                    <a:pt x="1212583" y="1503464"/>
                  </a:lnTo>
                  <a:lnTo>
                    <a:pt x="1214374" y="1512938"/>
                  </a:lnTo>
                  <a:lnTo>
                    <a:pt x="1219581" y="1521066"/>
                  </a:lnTo>
                  <a:lnTo>
                    <a:pt x="1227836" y="1526794"/>
                  </a:lnTo>
                  <a:lnTo>
                    <a:pt x="1237627" y="1528826"/>
                  </a:lnTo>
                  <a:lnTo>
                    <a:pt x="1247101" y="1527009"/>
                  </a:lnTo>
                  <a:lnTo>
                    <a:pt x="1255191" y="1521777"/>
                  </a:lnTo>
                  <a:lnTo>
                    <a:pt x="1260856" y="1513586"/>
                  </a:lnTo>
                  <a:lnTo>
                    <a:pt x="1262951" y="1503794"/>
                  </a:lnTo>
                  <a:close/>
                </a:path>
                <a:path w="3946525" h="2676525">
                  <a:moveTo>
                    <a:pt x="1275842" y="840282"/>
                  </a:moveTo>
                  <a:lnTo>
                    <a:pt x="1272247" y="831329"/>
                  </a:lnTo>
                  <a:lnTo>
                    <a:pt x="1265567" y="824357"/>
                  </a:lnTo>
                  <a:lnTo>
                    <a:pt x="1256411" y="820293"/>
                  </a:lnTo>
                  <a:lnTo>
                    <a:pt x="1246416" y="820166"/>
                  </a:lnTo>
                  <a:lnTo>
                    <a:pt x="1237462" y="823747"/>
                  </a:lnTo>
                  <a:lnTo>
                    <a:pt x="1230490" y="830389"/>
                  </a:lnTo>
                  <a:lnTo>
                    <a:pt x="1226439" y="839470"/>
                  </a:lnTo>
                  <a:lnTo>
                    <a:pt x="1226299" y="849477"/>
                  </a:lnTo>
                  <a:lnTo>
                    <a:pt x="1229880" y="858456"/>
                  </a:lnTo>
                  <a:lnTo>
                    <a:pt x="1236522" y="865441"/>
                  </a:lnTo>
                  <a:lnTo>
                    <a:pt x="1245616" y="869442"/>
                  </a:lnTo>
                  <a:lnTo>
                    <a:pt x="1255725" y="869645"/>
                  </a:lnTo>
                  <a:lnTo>
                    <a:pt x="1264678" y="866101"/>
                  </a:lnTo>
                  <a:lnTo>
                    <a:pt x="1271651" y="859434"/>
                  </a:lnTo>
                  <a:lnTo>
                    <a:pt x="1275715" y="850265"/>
                  </a:lnTo>
                  <a:lnTo>
                    <a:pt x="1275842" y="840282"/>
                  </a:lnTo>
                  <a:close/>
                </a:path>
                <a:path w="3946525" h="2676525">
                  <a:moveTo>
                    <a:pt x="1354963" y="75946"/>
                  </a:moveTo>
                  <a:lnTo>
                    <a:pt x="1352969" y="66179"/>
                  </a:lnTo>
                  <a:lnTo>
                    <a:pt x="1347571" y="58191"/>
                  </a:lnTo>
                  <a:lnTo>
                    <a:pt x="1339583" y="52793"/>
                  </a:lnTo>
                  <a:lnTo>
                    <a:pt x="1329817" y="50800"/>
                  </a:lnTo>
                  <a:lnTo>
                    <a:pt x="1319961" y="52793"/>
                  </a:lnTo>
                  <a:lnTo>
                    <a:pt x="1311986" y="58140"/>
                  </a:lnTo>
                  <a:lnTo>
                    <a:pt x="1306576" y="66128"/>
                  </a:lnTo>
                  <a:lnTo>
                    <a:pt x="1304544" y="75946"/>
                  </a:lnTo>
                  <a:lnTo>
                    <a:pt x="1306525" y="85725"/>
                  </a:lnTo>
                  <a:lnTo>
                    <a:pt x="1311922" y="93713"/>
                  </a:lnTo>
                  <a:lnTo>
                    <a:pt x="1319911" y="99110"/>
                  </a:lnTo>
                  <a:lnTo>
                    <a:pt x="1329690" y="101092"/>
                  </a:lnTo>
                  <a:lnTo>
                    <a:pt x="1329817" y="101092"/>
                  </a:lnTo>
                  <a:lnTo>
                    <a:pt x="1339583" y="99110"/>
                  </a:lnTo>
                  <a:lnTo>
                    <a:pt x="1347571" y="93713"/>
                  </a:lnTo>
                  <a:lnTo>
                    <a:pt x="1352969" y="85725"/>
                  </a:lnTo>
                  <a:lnTo>
                    <a:pt x="1354963" y="75946"/>
                  </a:lnTo>
                  <a:close/>
                </a:path>
                <a:path w="3946525" h="2676525">
                  <a:moveTo>
                    <a:pt x="1355471" y="1543342"/>
                  </a:moveTo>
                  <a:lnTo>
                    <a:pt x="1353693" y="1533867"/>
                  </a:lnTo>
                  <a:lnTo>
                    <a:pt x="1348473" y="1525752"/>
                  </a:lnTo>
                  <a:lnTo>
                    <a:pt x="1340231" y="1520063"/>
                  </a:lnTo>
                  <a:lnTo>
                    <a:pt x="1330426" y="1518031"/>
                  </a:lnTo>
                  <a:lnTo>
                    <a:pt x="1320952" y="1519821"/>
                  </a:lnTo>
                  <a:lnTo>
                    <a:pt x="1312862" y="1525028"/>
                  </a:lnTo>
                  <a:lnTo>
                    <a:pt x="1307211" y="1533271"/>
                  </a:lnTo>
                  <a:lnTo>
                    <a:pt x="1305166" y="1543024"/>
                  </a:lnTo>
                  <a:lnTo>
                    <a:pt x="1306957" y="1552498"/>
                  </a:lnTo>
                  <a:lnTo>
                    <a:pt x="1312164" y="1560614"/>
                  </a:lnTo>
                  <a:lnTo>
                    <a:pt x="1320419" y="1566291"/>
                  </a:lnTo>
                  <a:lnTo>
                    <a:pt x="1330159" y="1568335"/>
                  </a:lnTo>
                  <a:lnTo>
                    <a:pt x="1339634" y="1566545"/>
                  </a:lnTo>
                  <a:lnTo>
                    <a:pt x="1347749" y="1561338"/>
                  </a:lnTo>
                  <a:lnTo>
                    <a:pt x="1353439" y="1553083"/>
                  </a:lnTo>
                  <a:lnTo>
                    <a:pt x="1355471" y="1543342"/>
                  </a:lnTo>
                  <a:close/>
                </a:path>
                <a:path w="3946525" h="2676525">
                  <a:moveTo>
                    <a:pt x="1374140" y="861860"/>
                  </a:moveTo>
                  <a:lnTo>
                    <a:pt x="1370558" y="852868"/>
                  </a:lnTo>
                  <a:lnTo>
                    <a:pt x="1363916" y="845896"/>
                  </a:lnTo>
                  <a:lnTo>
                    <a:pt x="1354836" y="841883"/>
                  </a:lnTo>
                  <a:lnTo>
                    <a:pt x="1344714" y="841692"/>
                  </a:lnTo>
                  <a:lnTo>
                    <a:pt x="1335760" y="845235"/>
                  </a:lnTo>
                  <a:lnTo>
                    <a:pt x="1328788" y="851903"/>
                  </a:lnTo>
                  <a:lnTo>
                    <a:pt x="1324737" y="861060"/>
                  </a:lnTo>
                  <a:lnTo>
                    <a:pt x="1324597" y="871054"/>
                  </a:lnTo>
                  <a:lnTo>
                    <a:pt x="1328178" y="880008"/>
                  </a:lnTo>
                  <a:lnTo>
                    <a:pt x="1334820" y="886980"/>
                  </a:lnTo>
                  <a:lnTo>
                    <a:pt x="1343914" y="891032"/>
                  </a:lnTo>
                  <a:lnTo>
                    <a:pt x="1354023" y="891184"/>
                  </a:lnTo>
                  <a:lnTo>
                    <a:pt x="1362976" y="887641"/>
                  </a:lnTo>
                  <a:lnTo>
                    <a:pt x="1369949" y="880999"/>
                  </a:lnTo>
                  <a:lnTo>
                    <a:pt x="1374013" y="871855"/>
                  </a:lnTo>
                  <a:lnTo>
                    <a:pt x="1374140" y="861860"/>
                  </a:lnTo>
                  <a:close/>
                </a:path>
                <a:path w="3946525" h="2676525">
                  <a:moveTo>
                    <a:pt x="1448041" y="1582915"/>
                  </a:moveTo>
                  <a:lnTo>
                    <a:pt x="1446225" y="1573441"/>
                  </a:lnTo>
                  <a:lnTo>
                    <a:pt x="1440992" y="1565351"/>
                  </a:lnTo>
                  <a:lnTo>
                    <a:pt x="1432814" y="1559687"/>
                  </a:lnTo>
                  <a:lnTo>
                    <a:pt x="1432687" y="1559687"/>
                  </a:lnTo>
                  <a:lnTo>
                    <a:pt x="1422946" y="1557642"/>
                  </a:lnTo>
                  <a:lnTo>
                    <a:pt x="1413510" y="1559420"/>
                  </a:lnTo>
                  <a:lnTo>
                    <a:pt x="1405394" y="1564601"/>
                  </a:lnTo>
                  <a:lnTo>
                    <a:pt x="1399667" y="1572768"/>
                  </a:lnTo>
                  <a:lnTo>
                    <a:pt x="1397635" y="1582585"/>
                  </a:lnTo>
                  <a:lnTo>
                    <a:pt x="1399451" y="1592059"/>
                  </a:lnTo>
                  <a:lnTo>
                    <a:pt x="1404683" y="1600187"/>
                  </a:lnTo>
                  <a:lnTo>
                    <a:pt x="1412875" y="1605915"/>
                  </a:lnTo>
                  <a:lnTo>
                    <a:pt x="1413002" y="1605915"/>
                  </a:lnTo>
                  <a:lnTo>
                    <a:pt x="1422730" y="1607947"/>
                  </a:lnTo>
                  <a:lnTo>
                    <a:pt x="1432179" y="1606130"/>
                  </a:lnTo>
                  <a:lnTo>
                    <a:pt x="1440281" y="1600898"/>
                  </a:lnTo>
                  <a:lnTo>
                    <a:pt x="1446022" y="1592707"/>
                  </a:lnTo>
                  <a:lnTo>
                    <a:pt x="1448041" y="1582915"/>
                  </a:lnTo>
                  <a:close/>
                </a:path>
                <a:path w="3946525" h="2676525">
                  <a:moveTo>
                    <a:pt x="1455547" y="76073"/>
                  </a:moveTo>
                  <a:lnTo>
                    <a:pt x="1453578" y="66230"/>
                  </a:lnTo>
                  <a:lnTo>
                    <a:pt x="1448181" y="58191"/>
                  </a:lnTo>
                  <a:lnTo>
                    <a:pt x="1440205" y="52793"/>
                  </a:lnTo>
                  <a:lnTo>
                    <a:pt x="1430401" y="50800"/>
                  </a:lnTo>
                  <a:lnTo>
                    <a:pt x="1420622" y="52793"/>
                  </a:lnTo>
                  <a:lnTo>
                    <a:pt x="1412621" y="58204"/>
                  </a:lnTo>
                  <a:lnTo>
                    <a:pt x="1407236" y="66179"/>
                  </a:lnTo>
                  <a:lnTo>
                    <a:pt x="1405255" y="75946"/>
                  </a:lnTo>
                  <a:lnTo>
                    <a:pt x="1407210" y="85775"/>
                  </a:lnTo>
                  <a:lnTo>
                    <a:pt x="1412608" y="93776"/>
                  </a:lnTo>
                  <a:lnTo>
                    <a:pt x="1420583" y="99136"/>
                  </a:lnTo>
                  <a:lnTo>
                    <a:pt x="1430401" y="101092"/>
                  </a:lnTo>
                  <a:lnTo>
                    <a:pt x="1440167" y="99136"/>
                  </a:lnTo>
                  <a:lnTo>
                    <a:pt x="1448168" y="93764"/>
                  </a:lnTo>
                  <a:lnTo>
                    <a:pt x="1453553" y="85826"/>
                  </a:lnTo>
                  <a:lnTo>
                    <a:pt x="1455547" y="76073"/>
                  </a:lnTo>
                  <a:close/>
                </a:path>
                <a:path w="3946525" h="2676525">
                  <a:moveTo>
                    <a:pt x="1472438" y="883335"/>
                  </a:moveTo>
                  <a:lnTo>
                    <a:pt x="1468856" y="874382"/>
                  </a:lnTo>
                  <a:lnTo>
                    <a:pt x="1462214" y="867410"/>
                  </a:lnTo>
                  <a:lnTo>
                    <a:pt x="1453134" y="863346"/>
                  </a:lnTo>
                  <a:lnTo>
                    <a:pt x="1443012" y="863219"/>
                  </a:lnTo>
                  <a:lnTo>
                    <a:pt x="1434058" y="866800"/>
                  </a:lnTo>
                  <a:lnTo>
                    <a:pt x="1427086" y="873442"/>
                  </a:lnTo>
                  <a:lnTo>
                    <a:pt x="1423035" y="882523"/>
                  </a:lnTo>
                  <a:lnTo>
                    <a:pt x="1422908" y="892530"/>
                  </a:lnTo>
                  <a:lnTo>
                    <a:pt x="1426489" y="901509"/>
                  </a:lnTo>
                  <a:lnTo>
                    <a:pt x="1433169" y="908494"/>
                  </a:lnTo>
                  <a:lnTo>
                    <a:pt x="1442339" y="912495"/>
                  </a:lnTo>
                  <a:lnTo>
                    <a:pt x="1452321" y="912698"/>
                  </a:lnTo>
                  <a:lnTo>
                    <a:pt x="1461274" y="909154"/>
                  </a:lnTo>
                  <a:lnTo>
                    <a:pt x="1468247" y="902487"/>
                  </a:lnTo>
                  <a:lnTo>
                    <a:pt x="1472311" y="893318"/>
                  </a:lnTo>
                  <a:lnTo>
                    <a:pt x="1472438" y="883335"/>
                  </a:lnTo>
                  <a:close/>
                </a:path>
                <a:path w="3946525" h="2676525">
                  <a:moveTo>
                    <a:pt x="1540510" y="1622463"/>
                  </a:moveTo>
                  <a:lnTo>
                    <a:pt x="1538732" y="1612988"/>
                  </a:lnTo>
                  <a:lnTo>
                    <a:pt x="1533512" y="1604873"/>
                  </a:lnTo>
                  <a:lnTo>
                    <a:pt x="1525270" y="1599184"/>
                  </a:lnTo>
                  <a:lnTo>
                    <a:pt x="1515516" y="1597152"/>
                  </a:lnTo>
                  <a:lnTo>
                    <a:pt x="1506042" y="1598942"/>
                  </a:lnTo>
                  <a:lnTo>
                    <a:pt x="1497926" y="1604149"/>
                  </a:lnTo>
                  <a:lnTo>
                    <a:pt x="1492250" y="1612392"/>
                  </a:lnTo>
                  <a:lnTo>
                    <a:pt x="1490205" y="1622145"/>
                  </a:lnTo>
                  <a:lnTo>
                    <a:pt x="1491996" y="1631619"/>
                  </a:lnTo>
                  <a:lnTo>
                    <a:pt x="1497203" y="1639735"/>
                  </a:lnTo>
                  <a:lnTo>
                    <a:pt x="1505458" y="1645412"/>
                  </a:lnTo>
                  <a:lnTo>
                    <a:pt x="1515249" y="1647456"/>
                  </a:lnTo>
                  <a:lnTo>
                    <a:pt x="1524723" y="1645666"/>
                  </a:lnTo>
                  <a:lnTo>
                    <a:pt x="1532813" y="1640459"/>
                  </a:lnTo>
                  <a:lnTo>
                    <a:pt x="1538478" y="1632204"/>
                  </a:lnTo>
                  <a:lnTo>
                    <a:pt x="1540510" y="1622463"/>
                  </a:lnTo>
                  <a:close/>
                </a:path>
                <a:path w="3946525" h="2676525">
                  <a:moveTo>
                    <a:pt x="1556258" y="76073"/>
                  </a:moveTo>
                  <a:lnTo>
                    <a:pt x="1554264" y="66306"/>
                  </a:lnTo>
                  <a:lnTo>
                    <a:pt x="1548866" y="58318"/>
                  </a:lnTo>
                  <a:lnTo>
                    <a:pt x="1540878" y="52920"/>
                  </a:lnTo>
                  <a:lnTo>
                    <a:pt x="1531112" y="50927"/>
                  </a:lnTo>
                  <a:lnTo>
                    <a:pt x="1530985" y="50927"/>
                  </a:lnTo>
                  <a:lnTo>
                    <a:pt x="1521180" y="52920"/>
                  </a:lnTo>
                  <a:lnTo>
                    <a:pt x="1513217" y="58267"/>
                  </a:lnTo>
                  <a:lnTo>
                    <a:pt x="1507820" y="66255"/>
                  </a:lnTo>
                  <a:lnTo>
                    <a:pt x="1505839" y="76073"/>
                  </a:lnTo>
                  <a:lnTo>
                    <a:pt x="1507820" y="85852"/>
                  </a:lnTo>
                  <a:lnTo>
                    <a:pt x="1513217" y="93840"/>
                  </a:lnTo>
                  <a:lnTo>
                    <a:pt x="1521206" y="99237"/>
                  </a:lnTo>
                  <a:lnTo>
                    <a:pt x="1530985" y="101219"/>
                  </a:lnTo>
                  <a:lnTo>
                    <a:pt x="1531112" y="101219"/>
                  </a:lnTo>
                  <a:lnTo>
                    <a:pt x="1540878" y="99237"/>
                  </a:lnTo>
                  <a:lnTo>
                    <a:pt x="1548866" y="93840"/>
                  </a:lnTo>
                  <a:lnTo>
                    <a:pt x="1554264" y="85852"/>
                  </a:lnTo>
                  <a:lnTo>
                    <a:pt x="1556258" y="76073"/>
                  </a:lnTo>
                  <a:close/>
                </a:path>
                <a:path w="3946525" h="2676525">
                  <a:moveTo>
                    <a:pt x="1570736" y="904913"/>
                  </a:moveTo>
                  <a:lnTo>
                    <a:pt x="1567154" y="895921"/>
                  </a:lnTo>
                  <a:lnTo>
                    <a:pt x="1560512" y="888949"/>
                  </a:lnTo>
                  <a:lnTo>
                    <a:pt x="1551432" y="884936"/>
                  </a:lnTo>
                  <a:lnTo>
                    <a:pt x="1541310" y="884796"/>
                  </a:lnTo>
                  <a:lnTo>
                    <a:pt x="1532356" y="888339"/>
                  </a:lnTo>
                  <a:lnTo>
                    <a:pt x="1525384" y="894981"/>
                  </a:lnTo>
                  <a:lnTo>
                    <a:pt x="1521333" y="904113"/>
                  </a:lnTo>
                  <a:lnTo>
                    <a:pt x="1521206" y="914107"/>
                  </a:lnTo>
                  <a:lnTo>
                    <a:pt x="1524787" y="923061"/>
                  </a:lnTo>
                  <a:lnTo>
                    <a:pt x="1531467" y="930033"/>
                  </a:lnTo>
                  <a:lnTo>
                    <a:pt x="1540637" y="934085"/>
                  </a:lnTo>
                  <a:lnTo>
                    <a:pt x="1550619" y="934237"/>
                  </a:lnTo>
                  <a:lnTo>
                    <a:pt x="1559572" y="930694"/>
                  </a:lnTo>
                  <a:lnTo>
                    <a:pt x="1566545" y="924052"/>
                  </a:lnTo>
                  <a:lnTo>
                    <a:pt x="1570609" y="914908"/>
                  </a:lnTo>
                  <a:lnTo>
                    <a:pt x="1570736" y="904913"/>
                  </a:lnTo>
                  <a:close/>
                </a:path>
                <a:path w="3946525" h="2676525">
                  <a:moveTo>
                    <a:pt x="1633080" y="1662036"/>
                  </a:moveTo>
                  <a:lnTo>
                    <a:pt x="1631264" y="1652562"/>
                  </a:lnTo>
                  <a:lnTo>
                    <a:pt x="1626031" y="1644472"/>
                  </a:lnTo>
                  <a:lnTo>
                    <a:pt x="1617853" y="1638808"/>
                  </a:lnTo>
                  <a:lnTo>
                    <a:pt x="1608048" y="1636712"/>
                  </a:lnTo>
                  <a:lnTo>
                    <a:pt x="1598574" y="1638490"/>
                  </a:lnTo>
                  <a:lnTo>
                    <a:pt x="1590484" y="1643710"/>
                  </a:lnTo>
                  <a:lnTo>
                    <a:pt x="1584833" y="1651889"/>
                  </a:lnTo>
                  <a:lnTo>
                    <a:pt x="1582724" y="1661706"/>
                  </a:lnTo>
                  <a:lnTo>
                    <a:pt x="1584515" y="1671180"/>
                  </a:lnTo>
                  <a:lnTo>
                    <a:pt x="1589722" y="1679308"/>
                  </a:lnTo>
                  <a:lnTo>
                    <a:pt x="1597914" y="1685036"/>
                  </a:lnTo>
                  <a:lnTo>
                    <a:pt x="1598041" y="1685036"/>
                  </a:lnTo>
                  <a:lnTo>
                    <a:pt x="1607781" y="1687068"/>
                  </a:lnTo>
                  <a:lnTo>
                    <a:pt x="1617256" y="1685251"/>
                  </a:lnTo>
                  <a:lnTo>
                    <a:pt x="1625371" y="1680019"/>
                  </a:lnTo>
                  <a:lnTo>
                    <a:pt x="1631061" y="1671828"/>
                  </a:lnTo>
                  <a:lnTo>
                    <a:pt x="1633080" y="1662036"/>
                  </a:lnTo>
                  <a:close/>
                </a:path>
                <a:path w="3946525" h="2676525">
                  <a:moveTo>
                    <a:pt x="1656842" y="76200"/>
                  </a:moveTo>
                  <a:lnTo>
                    <a:pt x="1654873" y="66382"/>
                  </a:lnTo>
                  <a:lnTo>
                    <a:pt x="1649501" y="58394"/>
                  </a:lnTo>
                  <a:lnTo>
                    <a:pt x="1641513" y="53022"/>
                  </a:lnTo>
                  <a:lnTo>
                    <a:pt x="1631696" y="51054"/>
                  </a:lnTo>
                  <a:lnTo>
                    <a:pt x="1621866" y="52971"/>
                  </a:lnTo>
                  <a:lnTo>
                    <a:pt x="1613877" y="58331"/>
                  </a:lnTo>
                  <a:lnTo>
                    <a:pt x="1608505" y="66306"/>
                  </a:lnTo>
                  <a:lnTo>
                    <a:pt x="1606550" y="76073"/>
                  </a:lnTo>
                  <a:lnTo>
                    <a:pt x="1608505" y="85902"/>
                  </a:lnTo>
                  <a:lnTo>
                    <a:pt x="1613877" y="93903"/>
                  </a:lnTo>
                  <a:lnTo>
                    <a:pt x="1621866" y="99314"/>
                  </a:lnTo>
                  <a:lnTo>
                    <a:pt x="1631696" y="101346"/>
                  </a:lnTo>
                  <a:lnTo>
                    <a:pt x="1641462" y="99364"/>
                  </a:lnTo>
                  <a:lnTo>
                    <a:pt x="1649450" y="93967"/>
                  </a:lnTo>
                  <a:lnTo>
                    <a:pt x="1654848" y="85979"/>
                  </a:lnTo>
                  <a:lnTo>
                    <a:pt x="1656842" y="76200"/>
                  </a:lnTo>
                  <a:close/>
                </a:path>
                <a:path w="3946525" h="2676525">
                  <a:moveTo>
                    <a:pt x="1669046" y="926388"/>
                  </a:moveTo>
                  <a:lnTo>
                    <a:pt x="1665503" y="917435"/>
                  </a:lnTo>
                  <a:lnTo>
                    <a:pt x="1658861" y="910463"/>
                  </a:lnTo>
                  <a:lnTo>
                    <a:pt x="1649730" y="906399"/>
                  </a:lnTo>
                  <a:lnTo>
                    <a:pt x="1639608" y="906272"/>
                  </a:lnTo>
                  <a:lnTo>
                    <a:pt x="1630680" y="909853"/>
                  </a:lnTo>
                  <a:lnTo>
                    <a:pt x="1623733" y="916495"/>
                  </a:lnTo>
                  <a:lnTo>
                    <a:pt x="1619758" y="925576"/>
                  </a:lnTo>
                  <a:lnTo>
                    <a:pt x="1619554" y="935583"/>
                  </a:lnTo>
                  <a:lnTo>
                    <a:pt x="1623098" y="944562"/>
                  </a:lnTo>
                  <a:lnTo>
                    <a:pt x="1629765" y="951547"/>
                  </a:lnTo>
                  <a:lnTo>
                    <a:pt x="1638935" y="955548"/>
                  </a:lnTo>
                  <a:lnTo>
                    <a:pt x="1648917" y="955751"/>
                  </a:lnTo>
                  <a:lnTo>
                    <a:pt x="1657870" y="952207"/>
                  </a:lnTo>
                  <a:lnTo>
                    <a:pt x="1664843" y="945540"/>
                  </a:lnTo>
                  <a:lnTo>
                    <a:pt x="1668907" y="936371"/>
                  </a:lnTo>
                  <a:lnTo>
                    <a:pt x="1669046" y="926388"/>
                  </a:lnTo>
                  <a:close/>
                </a:path>
                <a:path w="3946525" h="2676525">
                  <a:moveTo>
                    <a:pt x="1725612" y="1701584"/>
                  </a:moveTo>
                  <a:lnTo>
                    <a:pt x="1723821" y="1692109"/>
                  </a:lnTo>
                  <a:lnTo>
                    <a:pt x="1718614" y="1683994"/>
                  </a:lnTo>
                  <a:lnTo>
                    <a:pt x="1710436" y="1678305"/>
                  </a:lnTo>
                  <a:lnTo>
                    <a:pt x="1710309" y="1678305"/>
                  </a:lnTo>
                  <a:lnTo>
                    <a:pt x="1700555" y="1676273"/>
                  </a:lnTo>
                  <a:lnTo>
                    <a:pt x="1691081" y="1678051"/>
                  </a:lnTo>
                  <a:lnTo>
                    <a:pt x="1682965" y="1683270"/>
                  </a:lnTo>
                  <a:lnTo>
                    <a:pt x="1677289" y="1691513"/>
                  </a:lnTo>
                  <a:lnTo>
                    <a:pt x="1675257" y="1701266"/>
                  </a:lnTo>
                  <a:lnTo>
                    <a:pt x="1677073" y="1710740"/>
                  </a:lnTo>
                  <a:lnTo>
                    <a:pt x="1682305" y="1718856"/>
                  </a:lnTo>
                  <a:lnTo>
                    <a:pt x="1690497" y="1724533"/>
                  </a:lnTo>
                  <a:lnTo>
                    <a:pt x="1700288" y="1726577"/>
                  </a:lnTo>
                  <a:lnTo>
                    <a:pt x="1709762" y="1724787"/>
                  </a:lnTo>
                  <a:lnTo>
                    <a:pt x="1717852" y="1719580"/>
                  </a:lnTo>
                  <a:lnTo>
                    <a:pt x="1723517" y="1711325"/>
                  </a:lnTo>
                  <a:lnTo>
                    <a:pt x="1725612" y="1701584"/>
                  </a:lnTo>
                  <a:close/>
                </a:path>
                <a:path w="3946525" h="2676525">
                  <a:moveTo>
                    <a:pt x="1757426" y="76200"/>
                  </a:moveTo>
                  <a:lnTo>
                    <a:pt x="1755508" y="66433"/>
                  </a:lnTo>
                  <a:lnTo>
                    <a:pt x="1750148" y="58445"/>
                  </a:lnTo>
                  <a:lnTo>
                    <a:pt x="1742173" y="53047"/>
                  </a:lnTo>
                  <a:lnTo>
                    <a:pt x="1732407" y="51054"/>
                  </a:lnTo>
                  <a:lnTo>
                    <a:pt x="1732280" y="51054"/>
                  </a:lnTo>
                  <a:lnTo>
                    <a:pt x="1722501" y="53047"/>
                  </a:lnTo>
                  <a:lnTo>
                    <a:pt x="1714512" y="58445"/>
                  </a:lnTo>
                  <a:lnTo>
                    <a:pt x="1709115" y="66433"/>
                  </a:lnTo>
                  <a:lnTo>
                    <a:pt x="1707134" y="76200"/>
                  </a:lnTo>
                  <a:lnTo>
                    <a:pt x="1709115" y="85979"/>
                  </a:lnTo>
                  <a:lnTo>
                    <a:pt x="1714512" y="93967"/>
                  </a:lnTo>
                  <a:lnTo>
                    <a:pt x="1722501" y="99364"/>
                  </a:lnTo>
                  <a:lnTo>
                    <a:pt x="1732280" y="101346"/>
                  </a:lnTo>
                  <a:lnTo>
                    <a:pt x="1742122" y="99364"/>
                  </a:lnTo>
                  <a:lnTo>
                    <a:pt x="1750085" y="94018"/>
                  </a:lnTo>
                  <a:lnTo>
                    <a:pt x="1755457" y="86029"/>
                  </a:lnTo>
                  <a:lnTo>
                    <a:pt x="1757426" y="76200"/>
                  </a:lnTo>
                  <a:close/>
                </a:path>
                <a:path w="3946525" h="2676525">
                  <a:moveTo>
                    <a:pt x="1767344" y="947966"/>
                  </a:moveTo>
                  <a:lnTo>
                    <a:pt x="1763801" y="938974"/>
                  </a:lnTo>
                  <a:lnTo>
                    <a:pt x="1757159" y="932002"/>
                  </a:lnTo>
                  <a:lnTo>
                    <a:pt x="1748028" y="927989"/>
                  </a:lnTo>
                  <a:lnTo>
                    <a:pt x="1737956" y="927849"/>
                  </a:lnTo>
                  <a:lnTo>
                    <a:pt x="1729016" y="931392"/>
                  </a:lnTo>
                  <a:lnTo>
                    <a:pt x="1722056" y="938034"/>
                  </a:lnTo>
                  <a:lnTo>
                    <a:pt x="1718056" y="947166"/>
                  </a:lnTo>
                  <a:lnTo>
                    <a:pt x="1717852" y="957160"/>
                  </a:lnTo>
                  <a:lnTo>
                    <a:pt x="1721396" y="966114"/>
                  </a:lnTo>
                  <a:lnTo>
                    <a:pt x="1728063" y="973086"/>
                  </a:lnTo>
                  <a:lnTo>
                    <a:pt x="1737233" y="977138"/>
                  </a:lnTo>
                  <a:lnTo>
                    <a:pt x="1747215" y="977290"/>
                  </a:lnTo>
                  <a:lnTo>
                    <a:pt x="1756168" y="973747"/>
                  </a:lnTo>
                  <a:lnTo>
                    <a:pt x="1763141" y="967105"/>
                  </a:lnTo>
                  <a:lnTo>
                    <a:pt x="1767205" y="957961"/>
                  </a:lnTo>
                  <a:lnTo>
                    <a:pt x="1767344" y="947966"/>
                  </a:lnTo>
                  <a:close/>
                </a:path>
                <a:path w="3946525" h="2676525">
                  <a:moveTo>
                    <a:pt x="1818132" y="1741157"/>
                  </a:moveTo>
                  <a:lnTo>
                    <a:pt x="1816354" y="1731683"/>
                  </a:lnTo>
                  <a:lnTo>
                    <a:pt x="1811134" y="1723593"/>
                  </a:lnTo>
                  <a:lnTo>
                    <a:pt x="1802892" y="1717929"/>
                  </a:lnTo>
                  <a:lnTo>
                    <a:pt x="1793087" y="1715833"/>
                  </a:lnTo>
                  <a:lnTo>
                    <a:pt x="1783613" y="1717611"/>
                  </a:lnTo>
                  <a:lnTo>
                    <a:pt x="1775523" y="1722831"/>
                  </a:lnTo>
                  <a:lnTo>
                    <a:pt x="1769872" y="1731010"/>
                  </a:lnTo>
                  <a:lnTo>
                    <a:pt x="1767827" y="1740814"/>
                  </a:lnTo>
                  <a:lnTo>
                    <a:pt x="1769605" y="1750288"/>
                  </a:lnTo>
                  <a:lnTo>
                    <a:pt x="1774825" y="1758378"/>
                  </a:lnTo>
                  <a:lnTo>
                    <a:pt x="1783080" y="1764030"/>
                  </a:lnTo>
                  <a:lnTo>
                    <a:pt x="1783080" y="1764157"/>
                  </a:lnTo>
                  <a:lnTo>
                    <a:pt x="1792820" y="1766189"/>
                  </a:lnTo>
                  <a:lnTo>
                    <a:pt x="1802295" y="1764372"/>
                  </a:lnTo>
                  <a:lnTo>
                    <a:pt x="1810410" y="1759140"/>
                  </a:lnTo>
                  <a:lnTo>
                    <a:pt x="1816100" y="1750949"/>
                  </a:lnTo>
                  <a:lnTo>
                    <a:pt x="1818132" y="1741157"/>
                  </a:lnTo>
                  <a:close/>
                </a:path>
                <a:path w="3946525" h="2676525">
                  <a:moveTo>
                    <a:pt x="1858137" y="76327"/>
                  </a:moveTo>
                  <a:lnTo>
                    <a:pt x="1856143" y="66509"/>
                  </a:lnTo>
                  <a:lnTo>
                    <a:pt x="1850720" y="58508"/>
                  </a:lnTo>
                  <a:lnTo>
                    <a:pt x="1842744" y="53149"/>
                  </a:lnTo>
                  <a:lnTo>
                    <a:pt x="1832991" y="51181"/>
                  </a:lnTo>
                  <a:lnTo>
                    <a:pt x="1823161" y="53149"/>
                  </a:lnTo>
                  <a:lnTo>
                    <a:pt x="1815147" y="58521"/>
                  </a:lnTo>
                  <a:lnTo>
                    <a:pt x="1809750" y="66459"/>
                  </a:lnTo>
                  <a:lnTo>
                    <a:pt x="1807718" y="76200"/>
                  </a:lnTo>
                  <a:lnTo>
                    <a:pt x="1809699" y="86042"/>
                  </a:lnTo>
                  <a:lnTo>
                    <a:pt x="1815122" y="94094"/>
                  </a:lnTo>
                  <a:lnTo>
                    <a:pt x="1823097" y="99491"/>
                  </a:lnTo>
                  <a:lnTo>
                    <a:pt x="1832864" y="101473"/>
                  </a:lnTo>
                  <a:lnTo>
                    <a:pt x="1832991" y="101473"/>
                  </a:lnTo>
                  <a:lnTo>
                    <a:pt x="1842757" y="99491"/>
                  </a:lnTo>
                  <a:lnTo>
                    <a:pt x="1850758" y="94081"/>
                  </a:lnTo>
                  <a:lnTo>
                    <a:pt x="1856143" y="86106"/>
                  </a:lnTo>
                  <a:lnTo>
                    <a:pt x="1858137" y="76327"/>
                  </a:lnTo>
                  <a:close/>
                </a:path>
                <a:path w="3946525" h="2676525">
                  <a:moveTo>
                    <a:pt x="1865642" y="969441"/>
                  </a:moveTo>
                  <a:lnTo>
                    <a:pt x="1862099" y="960488"/>
                  </a:lnTo>
                  <a:lnTo>
                    <a:pt x="1855457" y="953516"/>
                  </a:lnTo>
                  <a:lnTo>
                    <a:pt x="1846326" y="949452"/>
                  </a:lnTo>
                  <a:lnTo>
                    <a:pt x="1836254" y="949325"/>
                  </a:lnTo>
                  <a:lnTo>
                    <a:pt x="1827314" y="952919"/>
                  </a:lnTo>
                  <a:lnTo>
                    <a:pt x="1820354" y="959599"/>
                  </a:lnTo>
                  <a:lnTo>
                    <a:pt x="1816354" y="968756"/>
                  </a:lnTo>
                  <a:lnTo>
                    <a:pt x="1816150" y="978700"/>
                  </a:lnTo>
                  <a:lnTo>
                    <a:pt x="1819694" y="987640"/>
                  </a:lnTo>
                  <a:lnTo>
                    <a:pt x="1826361" y="994600"/>
                  </a:lnTo>
                  <a:lnTo>
                    <a:pt x="1835531" y="998601"/>
                  </a:lnTo>
                  <a:lnTo>
                    <a:pt x="1845525" y="998804"/>
                  </a:lnTo>
                  <a:lnTo>
                    <a:pt x="1854517" y="995260"/>
                  </a:lnTo>
                  <a:lnTo>
                    <a:pt x="1861489" y="988593"/>
                  </a:lnTo>
                  <a:lnTo>
                    <a:pt x="1865503" y="979424"/>
                  </a:lnTo>
                  <a:lnTo>
                    <a:pt x="1865642" y="969441"/>
                  </a:lnTo>
                  <a:close/>
                </a:path>
                <a:path w="3946525" h="2676525">
                  <a:moveTo>
                    <a:pt x="1910702" y="1780705"/>
                  </a:moveTo>
                  <a:lnTo>
                    <a:pt x="1908886" y="1771230"/>
                  </a:lnTo>
                  <a:lnTo>
                    <a:pt x="1903653" y="1763115"/>
                  </a:lnTo>
                  <a:lnTo>
                    <a:pt x="1895475" y="1757426"/>
                  </a:lnTo>
                  <a:lnTo>
                    <a:pt x="1895348" y="1757426"/>
                  </a:lnTo>
                  <a:lnTo>
                    <a:pt x="1885594" y="1755406"/>
                  </a:lnTo>
                  <a:lnTo>
                    <a:pt x="1876120" y="1757222"/>
                  </a:lnTo>
                  <a:lnTo>
                    <a:pt x="1868004" y="1762455"/>
                  </a:lnTo>
                  <a:lnTo>
                    <a:pt x="1862328" y="1770634"/>
                  </a:lnTo>
                  <a:lnTo>
                    <a:pt x="1860296" y="1780438"/>
                  </a:lnTo>
                  <a:lnTo>
                    <a:pt x="1862112" y="1789912"/>
                  </a:lnTo>
                  <a:lnTo>
                    <a:pt x="1867344" y="1798002"/>
                  </a:lnTo>
                  <a:lnTo>
                    <a:pt x="1875536" y="1803654"/>
                  </a:lnTo>
                  <a:lnTo>
                    <a:pt x="1875663" y="1803654"/>
                  </a:lnTo>
                  <a:lnTo>
                    <a:pt x="1885403" y="1805698"/>
                  </a:lnTo>
                  <a:lnTo>
                    <a:pt x="1894878" y="1803908"/>
                  </a:lnTo>
                  <a:lnTo>
                    <a:pt x="1902993" y="1798701"/>
                  </a:lnTo>
                  <a:lnTo>
                    <a:pt x="1908683" y="1790446"/>
                  </a:lnTo>
                  <a:lnTo>
                    <a:pt x="1910702" y="1780705"/>
                  </a:lnTo>
                  <a:close/>
                </a:path>
                <a:path w="3946525" h="2676525">
                  <a:moveTo>
                    <a:pt x="1958721" y="76327"/>
                  </a:moveTo>
                  <a:lnTo>
                    <a:pt x="1956752" y="66560"/>
                  </a:lnTo>
                  <a:lnTo>
                    <a:pt x="1951380" y="58572"/>
                  </a:lnTo>
                  <a:lnTo>
                    <a:pt x="1943392" y="53174"/>
                  </a:lnTo>
                  <a:lnTo>
                    <a:pt x="1933575" y="51181"/>
                  </a:lnTo>
                  <a:lnTo>
                    <a:pt x="1923796" y="53174"/>
                  </a:lnTo>
                  <a:lnTo>
                    <a:pt x="1915807" y="58572"/>
                  </a:lnTo>
                  <a:lnTo>
                    <a:pt x="1910410" y="66560"/>
                  </a:lnTo>
                  <a:lnTo>
                    <a:pt x="1908429" y="76327"/>
                  </a:lnTo>
                  <a:lnTo>
                    <a:pt x="1910384" y="86106"/>
                  </a:lnTo>
                  <a:lnTo>
                    <a:pt x="1915756" y="94094"/>
                  </a:lnTo>
                  <a:lnTo>
                    <a:pt x="1923745" y="99491"/>
                  </a:lnTo>
                  <a:lnTo>
                    <a:pt x="1933575" y="101473"/>
                  </a:lnTo>
                  <a:lnTo>
                    <a:pt x="1943366" y="99491"/>
                  </a:lnTo>
                  <a:lnTo>
                    <a:pt x="1951329" y="94145"/>
                  </a:lnTo>
                  <a:lnTo>
                    <a:pt x="1956727" y="86156"/>
                  </a:lnTo>
                  <a:lnTo>
                    <a:pt x="1958721" y="76327"/>
                  </a:lnTo>
                  <a:close/>
                </a:path>
                <a:path w="3946525" h="2676525">
                  <a:moveTo>
                    <a:pt x="1963940" y="991019"/>
                  </a:moveTo>
                  <a:lnTo>
                    <a:pt x="1960397" y="982027"/>
                  </a:lnTo>
                  <a:lnTo>
                    <a:pt x="1953755" y="975055"/>
                  </a:lnTo>
                  <a:lnTo>
                    <a:pt x="1944624" y="971042"/>
                  </a:lnTo>
                  <a:lnTo>
                    <a:pt x="1934552" y="970902"/>
                  </a:lnTo>
                  <a:lnTo>
                    <a:pt x="1925612" y="974445"/>
                  </a:lnTo>
                  <a:lnTo>
                    <a:pt x="1918652" y="981087"/>
                  </a:lnTo>
                  <a:lnTo>
                    <a:pt x="1914652" y="990219"/>
                  </a:lnTo>
                  <a:lnTo>
                    <a:pt x="1914448" y="1000213"/>
                  </a:lnTo>
                  <a:lnTo>
                    <a:pt x="1917992" y="1009167"/>
                  </a:lnTo>
                  <a:lnTo>
                    <a:pt x="1924659" y="1016139"/>
                  </a:lnTo>
                  <a:lnTo>
                    <a:pt x="1933829" y="1020191"/>
                  </a:lnTo>
                  <a:lnTo>
                    <a:pt x="1943823" y="1020343"/>
                  </a:lnTo>
                  <a:lnTo>
                    <a:pt x="1952815" y="1016800"/>
                  </a:lnTo>
                  <a:lnTo>
                    <a:pt x="1959787" y="1010158"/>
                  </a:lnTo>
                  <a:lnTo>
                    <a:pt x="1963801" y="1001014"/>
                  </a:lnTo>
                  <a:lnTo>
                    <a:pt x="1963940" y="991019"/>
                  </a:lnTo>
                  <a:close/>
                </a:path>
                <a:path w="3946525" h="2676525">
                  <a:moveTo>
                    <a:pt x="2003171" y="1820278"/>
                  </a:moveTo>
                  <a:lnTo>
                    <a:pt x="2001393" y="1810804"/>
                  </a:lnTo>
                  <a:lnTo>
                    <a:pt x="1996173" y="1802714"/>
                  </a:lnTo>
                  <a:lnTo>
                    <a:pt x="1987931" y="1797050"/>
                  </a:lnTo>
                  <a:lnTo>
                    <a:pt x="1978126" y="1794954"/>
                  </a:lnTo>
                  <a:lnTo>
                    <a:pt x="1968652" y="1796757"/>
                  </a:lnTo>
                  <a:lnTo>
                    <a:pt x="1960562" y="1802003"/>
                  </a:lnTo>
                  <a:lnTo>
                    <a:pt x="1954911" y="1810258"/>
                  </a:lnTo>
                  <a:lnTo>
                    <a:pt x="1952866" y="1820011"/>
                  </a:lnTo>
                  <a:lnTo>
                    <a:pt x="1954657" y="1829485"/>
                  </a:lnTo>
                  <a:lnTo>
                    <a:pt x="1959864" y="1837601"/>
                  </a:lnTo>
                  <a:lnTo>
                    <a:pt x="1968119" y="1843278"/>
                  </a:lnTo>
                  <a:lnTo>
                    <a:pt x="1977910" y="1845310"/>
                  </a:lnTo>
                  <a:lnTo>
                    <a:pt x="1987384" y="1843493"/>
                  </a:lnTo>
                  <a:lnTo>
                    <a:pt x="1995474" y="1838261"/>
                  </a:lnTo>
                  <a:lnTo>
                    <a:pt x="2001139" y="1830070"/>
                  </a:lnTo>
                  <a:lnTo>
                    <a:pt x="2003171" y="1820278"/>
                  </a:lnTo>
                  <a:close/>
                </a:path>
                <a:path w="3946525" h="2676525">
                  <a:moveTo>
                    <a:pt x="2059432" y="76454"/>
                  </a:moveTo>
                  <a:lnTo>
                    <a:pt x="2057438" y="66636"/>
                  </a:lnTo>
                  <a:lnTo>
                    <a:pt x="2052040" y="58648"/>
                  </a:lnTo>
                  <a:lnTo>
                    <a:pt x="2044052" y="53276"/>
                  </a:lnTo>
                  <a:lnTo>
                    <a:pt x="2034286" y="51308"/>
                  </a:lnTo>
                  <a:lnTo>
                    <a:pt x="2034159" y="51308"/>
                  </a:lnTo>
                  <a:lnTo>
                    <a:pt x="2024380" y="53276"/>
                  </a:lnTo>
                  <a:lnTo>
                    <a:pt x="2016391" y="58648"/>
                  </a:lnTo>
                  <a:lnTo>
                    <a:pt x="2010994" y="66636"/>
                  </a:lnTo>
                  <a:lnTo>
                    <a:pt x="2009013" y="76454"/>
                  </a:lnTo>
                  <a:lnTo>
                    <a:pt x="2010994" y="86233"/>
                  </a:lnTo>
                  <a:lnTo>
                    <a:pt x="2016391" y="94221"/>
                  </a:lnTo>
                  <a:lnTo>
                    <a:pt x="2024380" y="99618"/>
                  </a:lnTo>
                  <a:lnTo>
                    <a:pt x="2034159" y="101600"/>
                  </a:lnTo>
                  <a:lnTo>
                    <a:pt x="2044001" y="99618"/>
                  </a:lnTo>
                  <a:lnTo>
                    <a:pt x="2052027" y="94221"/>
                  </a:lnTo>
                  <a:lnTo>
                    <a:pt x="2057438" y="86233"/>
                  </a:lnTo>
                  <a:lnTo>
                    <a:pt x="2059432" y="76454"/>
                  </a:lnTo>
                  <a:close/>
                </a:path>
                <a:path w="3946525" h="2676525">
                  <a:moveTo>
                    <a:pt x="2062238" y="1012494"/>
                  </a:moveTo>
                  <a:lnTo>
                    <a:pt x="2058695" y="1003554"/>
                  </a:lnTo>
                  <a:lnTo>
                    <a:pt x="2052053" y="996619"/>
                  </a:lnTo>
                  <a:lnTo>
                    <a:pt x="2042922" y="992632"/>
                  </a:lnTo>
                  <a:lnTo>
                    <a:pt x="2042922" y="992505"/>
                  </a:lnTo>
                  <a:lnTo>
                    <a:pt x="2012746" y="1021753"/>
                  </a:lnTo>
                  <a:lnTo>
                    <a:pt x="2016290" y="1030693"/>
                  </a:lnTo>
                  <a:lnTo>
                    <a:pt x="2022957" y="1037653"/>
                  </a:lnTo>
                  <a:lnTo>
                    <a:pt x="2032127" y="1041654"/>
                  </a:lnTo>
                  <a:lnTo>
                    <a:pt x="2042121" y="1041857"/>
                  </a:lnTo>
                  <a:lnTo>
                    <a:pt x="2051113" y="1038313"/>
                  </a:lnTo>
                  <a:lnTo>
                    <a:pt x="2058085" y="1031646"/>
                  </a:lnTo>
                  <a:lnTo>
                    <a:pt x="2062099" y="1022477"/>
                  </a:lnTo>
                  <a:lnTo>
                    <a:pt x="2062238" y="1012494"/>
                  </a:lnTo>
                  <a:close/>
                </a:path>
                <a:path w="3946525" h="2676525">
                  <a:moveTo>
                    <a:pt x="2095741" y="1859826"/>
                  </a:moveTo>
                  <a:lnTo>
                    <a:pt x="2093925" y="1850351"/>
                  </a:lnTo>
                  <a:lnTo>
                    <a:pt x="2088692" y="1842236"/>
                  </a:lnTo>
                  <a:lnTo>
                    <a:pt x="2080514" y="1836547"/>
                  </a:lnTo>
                  <a:lnTo>
                    <a:pt x="2080387" y="1836547"/>
                  </a:lnTo>
                  <a:lnTo>
                    <a:pt x="2070646" y="1834527"/>
                  </a:lnTo>
                  <a:lnTo>
                    <a:pt x="2061222" y="1836343"/>
                  </a:lnTo>
                  <a:lnTo>
                    <a:pt x="2053145" y="1841576"/>
                  </a:lnTo>
                  <a:lnTo>
                    <a:pt x="2047494" y="1849755"/>
                  </a:lnTo>
                  <a:lnTo>
                    <a:pt x="2045385" y="1859559"/>
                  </a:lnTo>
                  <a:lnTo>
                    <a:pt x="2047189" y="1869033"/>
                  </a:lnTo>
                  <a:lnTo>
                    <a:pt x="2052434" y="1877123"/>
                  </a:lnTo>
                  <a:lnTo>
                    <a:pt x="2060702" y="1882775"/>
                  </a:lnTo>
                  <a:lnTo>
                    <a:pt x="2070442" y="1884819"/>
                  </a:lnTo>
                  <a:lnTo>
                    <a:pt x="2079917" y="1883029"/>
                  </a:lnTo>
                  <a:lnTo>
                    <a:pt x="2088032" y="1877822"/>
                  </a:lnTo>
                  <a:lnTo>
                    <a:pt x="2093722" y="1869567"/>
                  </a:lnTo>
                  <a:lnTo>
                    <a:pt x="2095741" y="1859826"/>
                  </a:lnTo>
                  <a:close/>
                </a:path>
                <a:path w="3946525" h="2676525">
                  <a:moveTo>
                    <a:pt x="2160016" y="76454"/>
                  </a:moveTo>
                  <a:lnTo>
                    <a:pt x="2158047" y="66687"/>
                  </a:lnTo>
                  <a:lnTo>
                    <a:pt x="2152675" y="58699"/>
                  </a:lnTo>
                  <a:lnTo>
                    <a:pt x="2144687" y="53301"/>
                  </a:lnTo>
                  <a:lnTo>
                    <a:pt x="2134870" y="51308"/>
                  </a:lnTo>
                  <a:lnTo>
                    <a:pt x="2125040" y="53301"/>
                  </a:lnTo>
                  <a:lnTo>
                    <a:pt x="2117052" y="58699"/>
                  </a:lnTo>
                  <a:lnTo>
                    <a:pt x="2111679" y="66687"/>
                  </a:lnTo>
                  <a:lnTo>
                    <a:pt x="2109724" y="76454"/>
                  </a:lnTo>
                  <a:lnTo>
                    <a:pt x="2111679" y="86233"/>
                  </a:lnTo>
                  <a:lnTo>
                    <a:pt x="2117039" y="94221"/>
                  </a:lnTo>
                  <a:lnTo>
                    <a:pt x="2124989" y="99618"/>
                  </a:lnTo>
                  <a:lnTo>
                    <a:pt x="2134743" y="101600"/>
                  </a:lnTo>
                  <a:lnTo>
                    <a:pt x="2134870" y="101600"/>
                  </a:lnTo>
                  <a:lnTo>
                    <a:pt x="2144661" y="99618"/>
                  </a:lnTo>
                  <a:lnTo>
                    <a:pt x="2152624" y="94272"/>
                  </a:lnTo>
                  <a:lnTo>
                    <a:pt x="2158022" y="86283"/>
                  </a:lnTo>
                  <a:lnTo>
                    <a:pt x="2160016" y="76454"/>
                  </a:lnTo>
                  <a:close/>
                </a:path>
                <a:path w="3946525" h="2676525">
                  <a:moveTo>
                    <a:pt x="2160536" y="1034072"/>
                  </a:moveTo>
                  <a:lnTo>
                    <a:pt x="2156993" y="1025080"/>
                  </a:lnTo>
                  <a:lnTo>
                    <a:pt x="2150351" y="1018108"/>
                  </a:lnTo>
                  <a:lnTo>
                    <a:pt x="2141220" y="1014095"/>
                  </a:lnTo>
                  <a:lnTo>
                    <a:pt x="2131212" y="1013955"/>
                  </a:lnTo>
                  <a:lnTo>
                    <a:pt x="2122233" y="1017498"/>
                  </a:lnTo>
                  <a:lnTo>
                    <a:pt x="2115248" y="1024140"/>
                  </a:lnTo>
                  <a:lnTo>
                    <a:pt x="2111248" y="1033272"/>
                  </a:lnTo>
                  <a:lnTo>
                    <a:pt x="2111044" y="1043266"/>
                  </a:lnTo>
                  <a:lnTo>
                    <a:pt x="2114588" y="1052220"/>
                  </a:lnTo>
                  <a:lnTo>
                    <a:pt x="2121255" y="1059192"/>
                  </a:lnTo>
                  <a:lnTo>
                    <a:pt x="2130425" y="1063244"/>
                  </a:lnTo>
                  <a:lnTo>
                    <a:pt x="2140420" y="1063396"/>
                  </a:lnTo>
                  <a:lnTo>
                    <a:pt x="2149411" y="1059853"/>
                  </a:lnTo>
                  <a:lnTo>
                    <a:pt x="2156383" y="1053211"/>
                  </a:lnTo>
                  <a:lnTo>
                    <a:pt x="2160397" y="1044067"/>
                  </a:lnTo>
                  <a:lnTo>
                    <a:pt x="2160536" y="1034072"/>
                  </a:lnTo>
                  <a:close/>
                </a:path>
                <a:path w="3946525" h="2676525">
                  <a:moveTo>
                    <a:pt x="2188324" y="1899399"/>
                  </a:moveTo>
                  <a:lnTo>
                    <a:pt x="2186495" y="1889925"/>
                  </a:lnTo>
                  <a:lnTo>
                    <a:pt x="2181225" y="1881835"/>
                  </a:lnTo>
                  <a:lnTo>
                    <a:pt x="2172970" y="1876171"/>
                  </a:lnTo>
                  <a:lnTo>
                    <a:pt x="2163216" y="1874075"/>
                  </a:lnTo>
                  <a:lnTo>
                    <a:pt x="2153742" y="1875878"/>
                  </a:lnTo>
                  <a:lnTo>
                    <a:pt x="2145627" y="1881124"/>
                  </a:lnTo>
                  <a:lnTo>
                    <a:pt x="2139950" y="1889379"/>
                  </a:lnTo>
                  <a:lnTo>
                    <a:pt x="2137918" y="1899119"/>
                  </a:lnTo>
                  <a:lnTo>
                    <a:pt x="2139734" y="1908556"/>
                  </a:lnTo>
                  <a:lnTo>
                    <a:pt x="2144966" y="1916671"/>
                  </a:lnTo>
                  <a:lnTo>
                    <a:pt x="2153158" y="1922399"/>
                  </a:lnTo>
                  <a:lnTo>
                    <a:pt x="2153285" y="1922399"/>
                  </a:lnTo>
                  <a:lnTo>
                    <a:pt x="2163013" y="1924431"/>
                  </a:lnTo>
                  <a:lnTo>
                    <a:pt x="2172449" y="1922614"/>
                  </a:lnTo>
                  <a:lnTo>
                    <a:pt x="2180564" y="1917382"/>
                  </a:lnTo>
                  <a:lnTo>
                    <a:pt x="2186305" y="1909191"/>
                  </a:lnTo>
                  <a:lnTo>
                    <a:pt x="2188324" y="1899399"/>
                  </a:lnTo>
                  <a:close/>
                </a:path>
                <a:path w="3946525" h="2676525">
                  <a:moveTo>
                    <a:pt x="2258834" y="1055547"/>
                  </a:moveTo>
                  <a:lnTo>
                    <a:pt x="2255291" y="1046607"/>
                  </a:lnTo>
                  <a:lnTo>
                    <a:pt x="2248649" y="1039672"/>
                  </a:lnTo>
                  <a:lnTo>
                    <a:pt x="2239518" y="1035685"/>
                  </a:lnTo>
                  <a:lnTo>
                    <a:pt x="2239518" y="1035558"/>
                  </a:lnTo>
                  <a:lnTo>
                    <a:pt x="2209342" y="1064806"/>
                  </a:lnTo>
                  <a:lnTo>
                    <a:pt x="2212886" y="1073746"/>
                  </a:lnTo>
                  <a:lnTo>
                    <a:pt x="2219553" y="1080706"/>
                  </a:lnTo>
                  <a:lnTo>
                    <a:pt x="2228723" y="1084707"/>
                  </a:lnTo>
                  <a:lnTo>
                    <a:pt x="2238718" y="1084910"/>
                  </a:lnTo>
                  <a:lnTo>
                    <a:pt x="2247709" y="1081366"/>
                  </a:lnTo>
                  <a:lnTo>
                    <a:pt x="2254681" y="1074699"/>
                  </a:lnTo>
                  <a:lnTo>
                    <a:pt x="2258695" y="1065530"/>
                  </a:lnTo>
                  <a:lnTo>
                    <a:pt x="2258834" y="1055547"/>
                  </a:lnTo>
                  <a:close/>
                </a:path>
                <a:path w="3946525" h="2676525">
                  <a:moveTo>
                    <a:pt x="2260600" y="76581"/>
                  </a:moveTo>
                  <a:lnTo>
                    <a:pt x="2258631" y="66814"/>
                  </a:lnTo>
                  <a:lnTo>
                    <a:pt x="2253272" y="58826"/>
                  </a:lnTo>
                  <a:lnTo>
                    <a:pt x="2245322" y="53428"/>
                  </a:lnTo>
                  <a:lnTo>
                    <a:pt x="2235581" y="51435"/>
                  </a:lnTo>
                  <a:lnTo>
                    <a:pt x="2235454" y="51435"/>
                  </a:lnTo>
                  <a:lnTo>
                    <a:pt x="2225649" y="53428"/>
                  </a:lnTo>
                  <a:lnTo>
                    <a:pt x="2217686" y="58775"/>
                  </a:lnTo>
                  <a:lnTo>
                    <a:pt x="2212289" y="66763"/>
                  </a:lnTo>
                  <a:lnTo>
                    <a:pt x="2210308" y="76581"/>
                  </a:lnTo>
                  <a:lnTo>
                    <a:pt x="2212289" y="86360"/>
                  </a:lnTo>
                  <a:lnTo>
                    <a:pt x="2217686" y="94348"/>
                  </a:lnTo>
                  <a:lnTo>
                    <a:pt x="2225675" y="99745"/>
                  </a:lnTo>
                  <a:lnTo>
                    <a:pt x="2235454" y="101727"/>
                  </a:lnTo>
                  <a:lnTo>
                    <a:pt x="2245271" y="99745"/>
                  </a:lnTo>
                  <a:lnTo>
                    <a:pt x="2253259" y="94348"/>
                  </a:lnTo>
                  <a:lnTo>
                    <a:pt x="2258631" y="86360"/>
                  </a:lnTo>
                  <a:lnTo>
                    <a:pt x="2260600" y="76581"/>
                  </a:lnTo>
                  <a:close/>
                </a:path>
                <a:path w="3946525" h="2676525">
                  <a:moveTo>
                    <a:pt x="2280793" y="1938947"/>
                  </a:moveTo>
                  <a:lnTo>
                    <a:pt x="2279015" y="1929472"/>
                  </a:lnTo>
                  <a:lnTo>
                    <a:pt x="2273795" y="1921357"/>
                  </a:lnTo>
                  <a:lnTo>
                    <a:pt x="2265553" y="1915668"/>
                  </a:lnTo>
                  <a:lnTo>
                    <a:pt x="2255748" y="1913648"/>
                  </a:lnTo>
                  <a:lnTo>
                    <a:pt x="2246274" y="1915464"/>
                  </a:lnTo>
                  <a:lnTo>
                    <a:pt x="2238184" y="1920697"/>
                  </a:lnTo>
                  <a:lnTo>
                    <a:pt x="2232533" y="1928876"/>
                  </a:lnTo>
                  <a:lnTo>
                    <a:pt x="2230488" y="1938680"/>
                  </a:lnTo>
                  <a:lnTo>
                    <a:pt x="2232279" y="1948154"/>
                  </a:lnTo>
                  <a:lnTo>
                    <a:pt x="2237486" y="1956244"/>
                  </a:lnTo>
                  <a:lnTo>
                    <a:pt x="2245741" y="1961896"/>
                  </a:lnTo>
                  <a:lnTo>
                    <a:pt x="2255532" y="1963940"/>
                  </a:lnTo>
                  <a:lnTo>
                    <a:pt x="2265007" y="1962150"/>
                  </a:lnTo>
                  <a:lnTo>
                    <a:pt x="2273096" y="1956943"/>
                  </a:lnTo>
                  <a:lnTo>
                    <a:pt x="2278761" y="1948688"/>
                  </a:lnTo>
                  <a:lnTo>
                    <a:pt x="2280793" y="1938947"/>
                  </a:lnTo>
                  <a:close/>
                </a:path>
                <a:path w="3946525" h="2676525">
                  <a:moveTo>
                    <a:pt x="2357183" y="1077125"/>
                  </a:moveTo>
                  <a:lnTo>
                    <a:pt x="2353640" y="1068133"/>
                  </a:lnTo>
                  <a:lnTo>
                    <a:pt x="2346972" y="1061161"/>
                  </a:lnTo>
                  <a:lnTo>
                    <a:pt x="2337816" y="1057148"/>
                  </a:lnTo>
                  <a:lnTo>
                    <a:pt x="2327808" y="1057008"/>
                  </a:lnTo>
                  <a:lnTo>
                    <a:pt x="2318829" y="1060551"/>
                  </a:lnTo>
                  <a:lnTo>
                    <a:pt x="2311844" y="1067193"/>
                  </a:lnTo>
                  <a:lnTo>
                    <a:pt x="2307844" y="1076325"/>
                  </a:lnTo>
                  <a:lnTo>
                    <a:pt x="2307691" y="1086319"/>
                  </a:lnTo>
                  <a:lnTo>
                    <a:pt x="2311235" y="1095273"/>
                  </a:lnTo>
                  <a:lnTo>
                    <a:pt x="2317877" y="1102245"/>
                  </a:lnTo>
                  <a:lnTo>
                    <a:pt x="2327021" y="1106297"/>
                  </a:lnTo>
                  <a:lnTo>
                    <a:pt x="2337016" y="1106449"/>
                  </a:lnTo>
                  <a:lnTo>
                    <a:pt x="2346007" y="1102906"/>
                  </a:lnTo>
                  <a:lnTo>
                    <a:pt x="2352979" y="1096264"/>
                  </a:lnTo>
                  <a:lnTo>
                    <a:pt x="2356993" y="1087120"/>
                  </a:lnTo>
                  <a:lnTo>
                    <a:pt x="2357183" y="1077125"/>
                  </a:lnTo>
                  <a:close/>
                </a:path>
                <a:path w="3946525" h="2676525">
                  <a:moveTo>
                    <a:pt x="2361311" y="76581"/>
                  </a:moveTo>
                  <a:lnTo>
                    <a:pt x="2359317" y="66814"/>
                  </a:lnTo>
                  <a:lnTo>
                    <a:pt x="2353919" y="58826"/>
                  </a:lnTo>
                  <a:lnTo>
                    <a:pt x="2345931" y="53428"/>
                  </a:lnTo>
                  <a:lnTo>
                    <a:pt x="2336165" y="51435"/>
                  </a:lnTo>
                  <a:lnTo>
                    <a:pt x="2326309" y="53428"/>
                  </a:lnTo>
                  <a:lnTo>
                    <a:pt x="2318283" y="58826"/>
                  </a:lnTo>
                  <a:lnTo>
                    <a:pt x="2312873" y="66814"/>
                  </a:lnTo>
                  <a:lnTo>
                    <a:pt x="2310892" y="76581"/>
                  </a:lnTo>
                  <a:lnTo>
                    <a:pt x="2312873" y="86410"/>
                  </a:lnTo>
                  <a:lnTo>
                    <a:pt x="2318270" y="94399"/>
                  </a:lnTo>
                  <a:lnTo>
                    <a:pt x="2326259" y="99771"/>
                  </a:lnTo>
                  <a:lnTo>
                    <a:pt x="2336038" y="101727"/>
                  </a:lnTo>
                  <a:lnTo>
                    <a:pt x="2336165" y="101727"/>
                  </a:lnTo>
                  <a:lnTo>
                    <a:pt x="2345931" y="99771"/>
                  </a:lnTo>
                  <a:lnTo>
                    <a:pt x="2353919" y="94399"/>
                  </a:lnTo>
                  <a:lnTo>
                    <a:pt x="2359317" y="86410"/>
                  </a:lnTo>
                  <a:lnTo>
                    <a:pt x="2361311" y="76581"/>
                  </a:lnTo>
                  <a:close/>
                </a:path>
                <a:path w="3946525" h="2676525">
                  <a:moveTo>
                    <a:pt x="2373363" y="1978520"/>
                  </a:moveTo>
                  <a:lnTo>
                    <a:pt x="2371547" y="1969046"/>
                  </a:lnTo>
                  <a:lnTo>
                    <a:pt x="2366314" y="1960956"/>
                  </a:lnTo>
                  <a:lnTo>
                    <a:pt x="2358136" y="1955292"/>
                  </a:lnTo>
                  <a:lnTo>
                    <a:pt x="2358009" y="1955165"/>
                  </a:lnTo>
                  <a:lnTo>
                    <a:pt x="2348255" y="1953145"/>
                  </a:lnTo>
                  <a:lnTo>
                    <a:pt x="2338781" y="1954974"/>
                  </a:lnTo>
                  <a:lnTo>
                    <a:pt x="2330666" y="1960245"/>
                  </a:lnTo>
                  <a:lnTo>
                    <a:pt x="2324989" y="1968500"/>
                  </a:lnTo>
                  <a:lnTo>
                    <a:pt x="2322957" y="1978240"/>
                  </a:lnTo>
                  <a:lnTo>
                    <a:pt x="2324773" y="1987689"/>
                  </a:lnTo>
                  <a:lnTo>
                    <a:pt x="2330005" y="1995792"/>
                  </a:lnTo>
                  <a:lnTo>
                    <a:pt x="2338197" y="2001520"/>
                  </a:lnTo>
                  <a:lnTo>
                    <a:pt x="2338324" y="2001520"/>
                  </a:lnTo>
                  <a:lnTo>
                    <a:pt x="2348065" y="2003552"/>
                  </a:lnTo>
                  <a:lnTo>
                    <a:pt x="2357539" y="2001735"/>
                  </a:lnTo>
                  <a:lnTo>
                    <a:pt x="2365654" y="1996503"/>
                  </a:lnTo>
                  <a:lnTo>
                    <a:pt x="2371344" y="1988312"/>
                  </a:lnTo>
                  <a:lnTo>
                    <a:pt x="2373363" y="1978520"/>
                  </a:lnTo>
                  <a:close/>
                </a:path>
                <a:path w="3946525" h="2676525">
                  <a:moveTo>
                    <a:pt x="2455481" y="1098600"/>
                  </a:moveTo>
                  <a:lnTo>
                    <a:pt x="2451938" y="1089660"/>
                  </a:lnTo>
                  <a:lnTo>
                    <a:pt x="2445270" y="1082725"/>
                  </a:lnTo>
                  <a:lnTo>
                    <a:pt x="2436114" y="1078738"/>
                  </a:lnTo>
                  <a:lnTo>
                    <a:pt x="2436114" y="1078611"/>
                  </a:lnTo>
                  <a:lnTo>
                    <a:pt x="2405989" y="1107859"/>
                  </a:lnTo>
                  <a:lnTo>
                    <a:pt x="2409533" y="1116799"/>
                  </a:lnTo>
                  <a:lnTo>
                    <a:pt x="2416175" y="1123759"/>
                  </a:lnTo>
                  <a:lnTo>
                    <a:pt x="2425319" y="1127772"/>
                  </a:lnTo>
                  <a:lnTo>
                    <a:pt x="2435314" y="1127963"/>
                  </a:lnTo>
                  <a:lnTo>
                    <a:pt x="2444292" y="1124419"/>
                  </a:lnTo>
                  <a:lnTo>
                    <a:pt x="2451277" y="1117752"/>
                  </a:lnTo>
                  <a:lnTo>
                    <a:pt x="2455291" y="1108583"/>
                  </a:lnTo>
                  <a:lnTo>
                    <a:pt x="2455481" y="1098600"/>
                  </a:lnTo>
                  <a:close/>
                </a:path>
                <a:path w="3946525" h="2676525">
                  <a:moveTo>
                    <a:pt x="2461895" y="76708"/>
                  </a:moveTo>
                  <a:lnTo>
                    <a:pt x="2459926" y="66941"/>
                  </a:lnTo>
                  <a:lnTo>
                    <a:pt x="2454554" y="58953"/>
                  </a:lnTo>
                  <a:lnTo>
                    <a:pt x="2446566" y="53555"/>
                  </a:lnTo>
                  <a:lnTo>
                    <a:pt x="2436749" y="51562"/>
                  </a:lnTo>
                  <a:lnTo>
                    <a:pt x="2426944" y="53555"/>
                  </a:lnTo>
                  <a:lnTo>
                    <a:pt x="2418981" y="58902"/>
                  </a:lnTo>
                  <a:lnTo>
                    <a:pt x="2413584" y="66890"/>
                  </a:lnTo>
                  <a:lnTo>
                    <a:pt x="2411603" y="76708"/>
                  </a:lnTo>
                  <a:lnTo>
                    <a:pt x="2413558" y="86487"/>
                  </a:lnTo>
                  <a:lnTo>
                    <a:pt x="2418931" y="94475"/>
                  </a:lnTo>
                  <a:lnTo>
                    <a:pt x="2426919" y="99872"/>
                  </a:lnTo>
                  <a:lnTo>
                    <a:pt x="2436749" y="101854"/>
                  </a:lnTo>
                  <a:lnTo>
                    <a:pt x="2446515" y="99872"/>
                  </a:lnTo>
                  <a:lnTo>
                    <a:pt x="2454503" y="94475"/>
                  </a:lnTo>
                  <a:lnTo>
                    <a:pt x="2459901" y="86487"/>
                  </a:lnTo>
                  <a:lnTo>
                    <a:pt x="2461895" y="76708"/>
                  </a:lnTo>
                  <a:close/>
                </a:path>
                <a:path w="3946525" h="2676525">
                  <a:moveTo>
                    <a:pt x="2465832" y="2018068"/>
                  </a:moveTo>
                  <a:lnTo>
                    <a:pt x="2464054" y="2008593"/>
                  </a:lnTo>
                  <a:lnTo>
                    <a:pt x="2458834" y="2000478"/>
                  </a:lnTo>
                  <a:lnTo>
                    <a:pt x="2450592" y="1994789"/>
                  </a:lnTo>
                  <a:lnTo>
                    <a:pt x="2440787" y="1992769"/>
                  </a:lnTo>
                  <a:lnTo>
                    <a:pt x="2431313" y="1994585"/>
                  </a:lnTo>
                  <a:lnTo>
                    <a:pt x="2423223" y="1999818"/>
                  </a:lnTo>
                  <a:lnTo>
                    <a:pt x="2417572" y="2007997"/>
                  </a:lnTo>
                  <a:lnTo>
                    <a:pt x="2415527" y="2017801"/>
                  </a:lnTo>
                  <a:lnTo>
                    <a:pt x="2417305" y="2027275"/>
                  </a:lnTo>
                  <a:lnTo>
                    <a:pt x="2422525" y="2035365"/>
                  </a:lnTo>
                  <a:lnTo>
                    <a:pt x="2430780" y="2041017"/>
                  </a:lnTo>
                  <a:lnTo>
                    <a:pt x="2440571" y="2043061"/>
                  </a:lnTo>
                  <a:lnTo>
                    <a:pt x="2450046" y="2041271"/>
                  </a:lnTo>
                  <a:lnTo>
                    <a:pt x="2458135" y="2036064"/>
                  </a:lnTo>
                  <a:lnTo>
                    <a:pt x="2463800" y="2027809"/>
                  </a:lnTo>
                  <a:lnTo>
                    <a:pt x="2465832" y="2018068"/>
                  </a:lnTo>
                  <a:close/>
                </a:path>
                <a:path w="3946525" h="2676525">
                  <a:moveTo>
                    <a:pt x="2553779" y="1120178"/>
                  </a:moveTo>
                  <a:lnTo>
                    <a:pt x="2550236" y="1111186"/>
                  </a:lnTo>
                  <a:lnTo>
                    <a:pt x="2543568" y="1104214"/>
                  </a:lnTo>
                  <a:lnTo>
                    <a:pt x="2534412" y="1100201"/>
                  </a:lnTo>
                  <a:lnTo>
                    <a:pt x="2524404" y="1100061"/>
                  </a:lnTo>
                  <a:lnTo>
                    <a:pt x="2515425" y="1103604"/>
                  </a:lnTo>
                  <a:lnTo>
                    <a:pt x="2508440" y="1110246"/>
                  </a:lnTo>
                  <a:lnTo>
                    <a:pt x="2504440" y="1119378"/>
                  </a:lnTo>
                  <a:lnTo>
                    <a:pt x="2504287" y="1129372"/>
                  </a:lnTo>
                  <a:lnTo>
                    <a:pt x="2507831" y="1138326"/>
                  </a:lnTo>
                  <a:lnTo>
                    <a:pt x="2514473" y="1145298"/>
                  </a:lnTo>
                  <a:lnTo>
                    <a:pt x="2523617" y="1149350"/>
                  </a:lnTo>
                  <a:lnTo>
                    <a:pt x="2533612" y="1149502"/>
                  </a:lnTo>
                  <a:lnTo>
                    <a:pt x="2542603" y="1145959"/>
                  </a:lnTo>
                  <a:lnTo>
                    <a:pt x="2549575" y="1139317"/>
                  </a:lnTo>
                  <a:lnTo>
                    <a:pt x="2553589" y="1130185"/>
                  </a:lnTo>
                  <a:lnTo>
                    <a:pt x="2553779" y="1120178"/>
                  </a:lnTo>
                  <a:close/>
                </a:path>
                <a:path w="3946525" h="2676525">
                  <a:moveTo>
                    <a:pt x="2558402" y="2057641"/>
                  </a:moveTo>
                  <a:lnTo>
                    <a:pt x="2556586" y="2048167"/>
                  </a:lnTo>
                  <a:lnTo>
                    <a:pt x="2551353" y="2040077"/>
                  </a:lnTo>
                  <a:lnTo>
                    <a:pt x="2543175" y="2034413"/>
                  </a:lnTo>
                  <a:lnTo>
                    <a:pt x="2543048" y="2034286"/>
                  </a:lnTo>
                  <a:lnTo>
                    <a:pt x="2533307" y="2032266"/>
                  </a:lnTo>
                  <a:lnTo>
                    <a:pt x="2523883" y="2034095"/>
                  </a:lnTo>
                  <a:lnTo>
                    <a:pt x="2515806" y="2039366"/>
                  </a:lnTo>
                  <a:lnTo>
                    <a:pt x="2510155" y="2047621"/>
                  </a:lnTo>
                  <a:lnTo>
                    <a:pt x="2508110" y="2057361"/>
                  </a:lnTo>
                  <a:lnTo>
                    <a:pt x="2509901" y="2066785"/>
                  </a:lnTo>
                  <a:lnTo>
                    <a:pt x="2515108" y="2074862"/>
                  </a:lnTo>
                  <a:lnTo>
                    <a:pt x="2523363" y="2080514"/>
                  </a:lnTo>
                  <a:lnTo>
                    <a:pt x="2523363" y="2080641"/>
                  </a:lnTo>
                  <a:lnTo>
                    <a:pt x="2533154" y="2082673"/>
                  </a:lnTo>
                  <a:lnTo>
                    <a:pt x="2542629" y="2080856"/>
                  </a:lnTo>
                  <a:lnTo>
                    <a:pt x="2550718" y="2075624"/>
                  </a:lnTo>
                  <a:lnTo>
                    <a:pt x="2556383" y="2067433"/>
                  </a:lnTo>
                  <a:lnTo>
                    <a:pt x="2558402" y="2057641"/>
                  </a:lnTo>
                  <a:close/>
                </a:path>
                <a:path w="3946525" h="2676525">
                  <a:moveTo>
                    <a:pt x="2562606" y="76835"/>
                  </a:moveTo>
                  <a:lnTo>
                    <a:pt x="2560612" y="67017"/>
                  </a:lnTo>
                  <a:lnTo>
                    <a:pt x="2555214" y="59016"/>
                  </a:lnTo>
                  <a:lnTo>
                    <a:pt x="2547226" y="53606"/>
                  </a:lnTo>
                  <a:lnTo>
                    <a:pt x="2537460" y="51562"/>
                  </a:lnTo>
                  <a:lnTo>
                    <a:pt x="2537333" y="51562"/>
                  </a:lnTo>
                  <a:lnTo>
                    <a:pt x="2527554" y="53555"/>
                  </a:lnTo>
                  <a:lnTo>
                    <a:pt x="2519565" y="58953"/>
                  </a:lnTo>
                  <a:lnTo>
                    <a:pt x="2514168" y="66941"/>
                  </a:lnTo>
                  <a:lnTo>
                    <a:pt x="2512187" y="76708"/>
                  </a:lnTo>
                  <a:lnTo>
                    <a:pt x="2514168" y="86537"/>
                  </a:lnTo>
                  <a:lnTo>
                    <a:pt x="2519565" y="94526"/>
                  </a:lnTo>
                  <a:lnTo>
                    <a:pt x="2527554" y="99898"/>
                  </a:lnTo>
                  <a:lnTo>
                    <a:pt x="2537333" y="101854"/>
                  </a:lnTo>
                  <a:lnTo>
                    <a:pt x="2547175" y="99949"/>
                  </a:lnTo>
                  <a:lnTo>
                    <a:pt x="2555202" y="94589"/>
                  </a:lnTo>
                  <a:lnTo>
                    <a:pt x="2560612" y="86614"/>
                  </a:lnTo>
                  <a:lnTo>
                    <a:pt x="2562606" y="76835"/>
                  </a:lnTo>
                  <a:close/>
                </a:path>
                <a:path w="3946525" h="2676525">
                  <a:moveTo>
                    <a:pt x="2650985" y="2097189"/>
                  </a:moveTo>
                  <a:lnTo>
                    <a:pt x="2649156" y="2087714"/>
                  </a:lnTo>
                  <a:lnTo>
                    <a:pt x="2643886" y="2079599"/>
                  </a:lnTo>
                  <a:lnTo>
                    <a:pt x="2635631" y="2073910"/>
                  </a:lnTo>
                  <a:lnTo>
                    <a:pt x="2625877" y="2071890"/>
                  </a:lnTo>
                  <a:lnTo>
                    <a:pt x="2616403" y="2073706"/>
                  </a:lnTo>
                  <a:lnTo>
                    <a:pt x="2608288" y="2078939"/>
                  </a:lnTo>
                  <a:lnTo>
                    <a:pt x="2602611" y="2087118"/>
                  </a:lnTo>
                  <a:lnTo>
                    <a:pt x="2600579" y="2096922"/>
                  </a:lnTo>
                  <a:lnTo>
                    <a:pt x="2602395" y="2106396"/>
                  </a:lnTo>
                  <a:lnTo>
                    <a:pt x="2607627" y="2114486"/>
                  </a:lnTo>
                  <a:lnTo>
                    <a:pt x="2615819" y="2120138"/>
                  </a:lnTo>
                  <a:lnTo>
                    <a:pt x="2615946" y="2120138"/>
                  </a:lnTo>
                  <a:lnTo>
                    <a:pt x="2625687" y="2122182"/>
                  </a:lnTo>
                  <a:lnTo>
                    <a:pt x="2635161" y="2120404"/>
                  </a:lnTo>
                  <a:lnTo>
                    <a:pt x="2643276" y="2115185"/>
                  </a:lnTo>
                  <a:lnTo>
                    <a:pt x="2648966" y="2106930"/>
                  </a:lnTo>
                  <a:lnTo>
                    <a:pt x="2650985" y="2097189"/>
                  </a:lnTo>
                  <a:close/>
                </a:path>
                <a:path w="3946525" h="2676525">
                  <a:moveTo>
                    <a:pt x="2652077" y="1141704"/>
                  </a:moveTo>
                  <a:lnTo>
                    <a:pt x="2648534" y="1132763"/>
                  </a:lnTo>
                  <a:lnTo>
                    <a:pt x="2641866" y="1125804"/>
                  </a:lnTo>
                  <a:lnTo>
                    <a:pt x="2632710" y="1121791"/>
                  </a:lnTo>
                  <a:lnTo>
                    <a:pt x="2632710" y="1121664"/>
                  </a:lnTo>
                  <a:lnTo>
                    <a:pt x="2602585" y="1150912"/>
                  </a:lnTo>
                  <a:lnTo>
                    <a:pt x="2606129" y="1159852"/>
                  </a:lnTo>
                  <a:lnTo>
                    <a:pt x="2612771" y="1166812"/>
                  </a:lnTo>
                  <a:lnTo>
                    <a:pt x="2621915" y="1170813"/>
                  </a:lnTo>
                  <a:lnTo>
                    <a:pt x="2631973" y="1171016"/>
                  </a:lnTo>
                  <a:lnTo>
                    <a:pt x="2640914" y="1167472"/>
                  </a:lnTo>
                  <a:lnTo>
                    <a:pt x="2647873" y="1160805"/>
                  </a:lnTo>
                  <a:lnTo>
                    <a:pt x="2651887" y="1151648"/>
                  </a:lnTo>
                  <a:lnTo>
                    <a:pt x="2652077" y="1141704"/>
                  </a:lnTo>
                  <a:close/>
                </a:path>
                <a:path w="3946525" h="2676525">
                  <a:moveTo>
                    <a:pt x="2663190" y="76835"/>
                  </a:moveTo>
                  <a:lnTo>
                    <a:pt x="2661196" y="67068"/>
                  </a:lnTo>
                  <a:lnTo>
                    <a:pt x="2655798" y="59080"/>
                  </a:lnTo>
                  <a:lnTo>
                    <a:pt x="2647810" y="53682"/>
                  </a:lnTo>
                  <a:lnTo>
                    <a:pt x="2638044" y="51689"/>
                  </a:lnTo>
                  <a:lnTo>
                    <a:pt x="2628214" y="53682"/>
                  </a:lnTo>
                  <a:lnTo>
                    <a:pt x="2620226" y="59080"/>
                  </a:lnTo>
                  <a:lnTo>
                    <a:pt x="2614853" y="67068"/>
                  </a:lnTo>
                  <a:lnTo>
                    <a:pt x="2612898" y="76835"/>
                  </a:lnTo>
                  <a:lnTo>
                    <a:pt x="2614853" y="86614"/>
                  </a:lnTo>
                  <a:lnTo>
                    <a:pt x="2620213" y="94602"/>
                  </a:lnTo>
                  <a:lnTo>
                    <a:pt x="2628163" y="99999"/>
                  </a:lnTo>
                  <a:lnTo>
                    <a:pt x="2637917" y="101981"/>
                  </a:lnTo>
                  <a:lnTo>
                    <a:pt x="2638044" y="101981"/>
                  </a:lnTo>
                  <a:lnTo>
                    <a:pt x="2647810" y="99999"/>
                  </a:lnTo>
                  <a:lnTo>
                    <a:pt x="2655798" y="94602"/>
                  </a:lnTo>
                  <a:lnTo>
                    <a:pt x="2661196" y="86614"/>
                  </a:lnTo>
                  <a:lnTo>
                    <a:pt x="2663190" y="76835"/>
                  </a:lnTo>
                  <a:close/>
                </a:path>
                <a:path w="3946525" h="2676525">
                  <a:moveTo>
                    <a:pt x="2743454" y="2136762"/>
                  </a:moveTo>
                  <a:lnTo>
                    <a:pt x="2741676" y="2127288"/>
                  </a:lnTo>
                  <a:lnTo>
                    <a:pt x="2736456" y="2119198"/>
                  </a:lnTo>
                  <a:lnTo>
                    <a:pt x="2728214" y="2113534"/>
                  </a:lnTo>
                  <a:lnTo>
                    <a:pt x="2728214" y="2113407"/>
                  </a:lnTo>
                  <a:lnTo>
                    <a:pt x="2718409" y="2111387"/>
                  </a:lnTo>
                  <a:lnTo>
                    <a:pt x="2708935" y="2113216"/>
                  </a:lnTo>
                  <a:lnTo>
                    <a:pt x="2700845" y="2118487"/>
                  </a:lnTo>
                  <a:lnTo>
                    <a:pt x="2695194" y="2126742"/>
                  </a:lnTo>
                  <a:lnTo>
                    <a:pt x="2693149" y="2136483"/>
                  </a:lnTo>
                  <a:lnTo>
                    <a:pt x="2694940" y="2145906"/>
                  </a:lnTo>
                  <a:lnTo>
                    <a:pt x="2700147" y="2153983"/>
                  </a:lnTo>
                  <a:lnTo>
                    <a:pt x="2708402" y="2159635"/>
                  </a:lnTo>
                  <a:lnTo>
                    <a:pt x="2708402" y="2159762"/>
                  </a:lnTo>
                  <a:lnTo>
                    <a:pt x="2718193" y="2161794"/>
                  </a:lnTo>
                  <a:lnTo>
                    <a:pt x="2727668" y="2159978"/>
                  </a:lnTo>
                  <a:lnTo>
                    <a:pt x="2735757" y="2154745"/>
                  </a:lnTo>
                  <a:lnTo>
                    <a:pt x="2741422" y="2146554"/>
                  </a:lnTo>
                  <a:lnTo>
                    <a:pt x="2743454" y="2136762"/>
                  </a:lnTo>
                  <a:close/>
                </a:path>
                <a:path w="3946525" h="2676525">
                  <a:moveTo>
                    <a:pt x="2750375" y="1163231"/>
                  </a:moveTo>
                  <a:lnTo>
                    <a:pt x="2746832" y="1154239"/>
                  </a:lnTo>
                  <a:lnTo>
                    <a:pt x="2740164" y="1147267"/>
                  </a:lnTo>
                  <a:lnTo>
                    <a:pt x="2731008" y="1143254"/>
                  </a:lnTo>
                  <a:lnTo>
                    <a:pt x="2721013" y="1143114"/>
                  </a:lnTo>
                  <a:lnTo>
                    <a:pt x="2712059" y="1146657"/>
                  </a:lnTo>
                  <a:lnTo>
                    <a:pt x="2705087" y="1153299"/>
                  </a:lnTo>
                  <a:lnTo>
                    <a:pt x="2701036" y="1162431"/>
                  </a:lnTo>
                  <a:lnTo>
                    <a:pt x="2700883" y="1172425"/>
                  </a:lnTo>
                  <a:lnTo>
                    <a:pt x="2704427" y="1181379"/>
                  </a:lnTo>
                  <a:lnTo>
                    <a:pt x="2711069" y="1188351"/>
                  </a:lnTo>
                  <a:lnTo>
                    <a:pt x="2720213" y="1192403"/>
                  </a:lnTo>
                  <a:lnTo>
                    <a:pt x="2730271" y="1192555"/>
                  </a:lnTo>
                  <a:lnTo>
                    <a:pt x="2739212" y="1189012"/>
                  </a:lnTo>
                  <a:lnTo>
                    <a:pt x="2746171" y="1182370"/>
                  </a:lnTo>
                  <a:lnTo>
                    <a:pt x="2750185" y="1173226"/>
                  </a:lnTo>
                  <a:lnTo>
                    <a:pt x="2750375" y="1163231"/>
                  </a:lnTo>
                  <a:close/>
                </a:path>
                <a:path w="3946525" h="2676525">
                  <a:moveTo>
                    <a:pt x="2836024" y="2176310"/>
                  </a:moveTo>
                  <a:lnTo>
                    <a:pt x="2834208" y="2166836"/>
                  </a:lnTo>
                  <a:lnTo>
                    <a:pt x="2828975" y="2158720"/>
                  </a:lnTo>
                  <a:lnTo>
                    <a:pt x="2820797" y="2153031"/>
                  </a:lnTo>
                  <a:lnTo>
                    <a:pt x="2820670" y="2153031"/>
                  </a:lnTo>
                  <a:lnTo>
                    <a:pt x="2810916" y="2150999"/>
                  </a:lnTo>
                  <a:lnTo>
                    <a:pt x="2801442" y="2152789"/>
                  </a:lnTo>
                  <a:lnTo>
                    <a:pt x="2793327" y="2157996"/>
                  </a:lnTo>
                  <a:lnTo>
                    <a:pt x="2787650" y="2166239"/>
                  </a:lnTo>
                  <a:lnTo>
                    <a:pt x="2785618" y="2176043"/>
                  </a:lnTo>
                  <a:lnTo>
                    <a:pt x="2787434" y="2185517"/>
                  </a:lnTo>
                  <a:lnTo>
                    <a:pt x="2792666" y="2193607"/>
                  </a:lnTo>
                  <a:lnTo>
                    <a:pt x="2800858" y="2199259"/>
                  </a:lnTo>
                  <a:lnTo>
                    <a:pt x="2800985" y="2199259"/>
                  </a:lnTo>
                  <a:lnTo>
                    <a:pt x="2810726" y="2201303"/>
                  </a:lnTo>
                  <a:lnTo>
                    <a:pt x="2820200" y="2199513"/>
                  </a:lnTo>
                  <a:lnTo>
                    <a:pt x="2828315" y="2194306"/>
                  </a:lnTo>
                  <a:lnTo>
                    <a:pt x="2834005" y="2186051"/>
                  </a:lnTo>
                  <a:lnTo>
                    <a:pt x="2836024" y="2176310"/>
                  </a:lnTo>
                  <a:close/>
                </a:path>
                <a:path w="3946525" h="2676525">
                  <a:moveTo>
                    <a:pt x="2848673" y="1184757"/>
                  </a:moveTo>
                  <a:lnTo>
                    <a:pt x="2845130" y="1175816"/>
                  </a:lnTo>
                  <a:lnTo>
                    <a:pt x="2838462" y="1168857"/>
                  </a:lnTo>
                  <a:lnTo>
                    <a:pt x="2829306" y="1164844"/>
                  </a:lnTo>
                  <a:lnTo>
                    <a:pt x="2829306" y="1164717"/>
                  </a:lnTo>
                  <a:lnTo>
                    <a:pt x="2799181" y="1193965"/>
                  </a:lnTo>
                  <a:lnTo>
                    <a:pt x="2802725" y="1202905"/>
                  </a:lnTo>
                  <a:lnTo>
                    <a:pt x="2809367" y="1209865"/>
                  </a:lnTo>
                  <a:lnTo>
                    <a:pt x="2818511" y="1213866"/>
                  </a:lnTo>
                  <a:lnTo>
                    <a:pt x="2828569" y="1214069"/>
                  </a:lnTo>
                  <a:lnTo>
                    <a:pt x="2837510" y="1210525"/>
                  </a:lnTo>
                  <a:lnTo>
                    <a:pt x="2844469" y="1203858"/>
                  </a:lnTo>
                  <a:lnTo>
                    <a:pt x="2848483" y="1194689"/>
                  </a:lnTo>
                  <a:lnTo>
                    <a:pt x="2848673" y="1184757"/>
                  </a:lnTo>
                  <a:close/>
                </a:path>
                <a:path w="3946525" h="2676525">
                  <a:moveTo>
                    <a:pt x="2928493" y="2215819"/>
                  </a:moveTo>
                  <a:lnTo>
                    <a:pt x="2926715" y="2206396"/>
                  </a:lnTo>
                  <a:lnTo>
                    <a:pt x="2921495" y="2198319"/>
                  </a:lnTo>
                  <a:lnTo>
                    <a:pt x="2913253" y="2192655"/>
                  </a:lnTo>
                  <a:lnTo>
                    <a:pt x="2913253" y="2192528"/>
                  </a:lnTo>
                  <a:lnTo>
                    <a:pt x="2903448" y="2190508"/>
                  </a:lnTo>
                  <a:lnTo>
                    <a:pt x="2893974" y="2192337"/>
                  </a:lnTo>
                  <a:lnTo>
                    <a:pt x="2885884" y="2197608"/>
                  </a:lnTo>
                  <a:lnTo>
                    <a:pt x="2880233" y="2205863"/>
                  </a:lnTo>
                  <a:lnTo>
                    <a:pt x="2878201" y="2215616"/>
                  </a:lnTo>
                  <a:lnTo>
                    <a:pt x="2880017" y="2225078"/>
                  </a:lnTo>
                  <a:lnTo>
                    <a:pt x="2885249" y="2233155"/>
                  </a:lnTo>
                  <a:lnTo>
                    <a:pt x="2893441" y="2238756"/>
                  </a:lnTo>
                  <a:lnTo>
                    <a:pt x="2893441" y="2238883"/>
                  </a:lnTo>
                  <a:lnTo>
                    <a:pt x="2903232" y="2240915"/>
                  </a:lnTo>
                  <a:lnTo>
                    <a:pt x="2912707" y="2239086"/>
                  </a:lnTo>
                  <a:lnTo>
                    <a:pt x="2920796" y="2233815"/>
                  </a:lnTo>
                  <a:lnTo>
                    <a:pt x="2926461" y="2225548"/>
                  </a:lnTo>
                  <a:lnTo>
                    <a:pt x="2928493" y="2215819"/>
                  </a:lnTo>
                  <a:close/>
                </a:path>
                <a:path w="3946525" h="2676525">
                  <a:moveTo>
                    <a:pt x="3021063" y="2255380"/>
                  </a:moveTo>
                  <a:lnTo>
                    <a:pt x="3019247" y="2245906"/>
                  </a:lnTo>
                  <a:lnTo>
                    <a:pt x="3014014" y="2237816"/>
                  </a:lnTo>
                  <a:lnTo>
                    <a:pt x="3005836" y="2232152"/>
                  </a:lnTo>
                  <a:lnTo>
                    <a:pt x="3005709" y="2232152"/>
                  </a:lnTo>
                  <a:lnTo>
                    <a:pt x="2995968" y="2230132"/>
                  </a:lnTo>
                  <a:lnTo>
                    <a:pt x="2986544" y="2231948"/>
                  </a:lnTo>
                  <a:lnTo>
                    <a:pt x="2978467" y="2237181"/>
                  </a:lnTo>
                  <a:lnTo>
                    <a:pt x="2972816" y="2245360"/>
                  </a:lnTo>
                  <a:lnTo>
                    <a:pt x="2970771" y="2255164"/>
                  </a:lnTo>
                  <a:lnTo>
                    <a:pt x="2972562" y="2264638"/>
                  </a:lnTo>
                  <a:lnTo>
                    <a:pt x="2977769" y="2272728"/>
                  </a:lnTo>
                  <a:lnTo>
                    <a:pt x="2986024" y="2278380"/>
                  </a:lnTo>
                  <a:lnTo>
                    <a:pt x="2995815" y="2280412"/>
                  </a:lnTo>
                  <a:lnTo>
                    <a:pt x="3005290" y="2278596"/>
                  </a:lnTo>
                  <a:lnTo>
                    <a:pt x="3013379" y="2273363"/>
                  </a:lnTo>
                  <a:lnTo>
                    <a:pt x="3019044" y="2265172"/>
                  </a:lnTo>
                  <a:lnTo>
                    <a:pt x="3021063" y="2255380"/>
                  </a:lnTo>
                  <a:close/>
                </a:path>
                <a:path w="3946525" h="2676525">
                  <a:moveTo>
                    <a:pt x="3113646" y="2294940"/>
                  </a:moveTo>
                  <a:lnTo>
                    <a:pt x="3111817" y="2285517"/>
                  </a:lnTo>
                  <a:lnTo>
                    <a:pt x="3106547" y="2277440"/>
                  </a:lnTo>
                  <a:lnTo>
                    <a:pt x="3098292" y="2271776"/>
                  </a:lnTo>
                  <a:lnTo>
                    <a:pt x="3098292" y="2271649"/>
                  </a:lnTo>
                  <a:lnTo>
                    <a:pt x="3088487" y="2269629"/>
                  </a:lnTo>
                  <a:lnTo>
                    <a:pt x="3079013" y="2271458"/>
                  </a:lnTo>
                  <a:lnTo>
                    <a:pt x="3070923" y="2276729"/>
                  </a:lnTo>
                  <a:lnTo>
                    <a:pt x="3065272" y="2284984"/>
                  </a:lnTo>
                  <a:lnTo>
                    <a:pt x="3063240" y="2294725"/>
                  </a:lnTo>
                  <a:lnTo>
                    <a:pt x="3065056" y="2304148"/>
                  </a:lnTo>
                  <a:lnTo>
                    <a:pt x="3070288" y="2312225"/>
                  </a:lnTo>
                  <a:lnTo>
                    <a:pt x="3078480" y="2317877"/>
                  </a:lnTo>
                  <a:lnTo>
                    <a:pt x="3078607" y="2318004"/>
                  </a:lnTo>
                  <a:lnTo>
                    <a:pt x="3088348" y="2320036"/>
                  </a:lnTo>
                  <a:lnTo>
                    <a:pt x="3097822" y="2318194"/>
                  </a:lnTo>
                  <a:lnTo>
                    <a:pt x="3105937" y="2312936"/>
                  </a:lnTo>
                  <a:lnTo>
                    <a:pt x="3111627" y="2304669"/>
                  </a:lnTo>
                  <a:lnTo>
                    <a:pt x="3113646" y="2294940"/>
                  </a:lnTo>
                  <a:close/>
                </a:path>
                <a:path w="3946525" h="2676525">
                  <a:moveTo>
                    <a:pt x="3206115" y="2334501"/>
                  </a:moveTo>
                  <a:lnTo>
                    <a:pt x="3204337" y="2325027"/>
                  </a:lnTo>
                  <a:lnTo>
                    <a:pt x="3199117" y="2316937"/>
                  </a:lnTo>
                  <a:lnTo>
                    <a:pt x="3190875" y="2311273"/>
                  </a:lnTo>
                  <a:lnTo>
                    <a:pt x="3181070" y="2309253"/>
                  </a:lnTo>
                  <a:lnTo>
                    <a:pt x="3171596" y="2311069"/>
                  </a:lnTo>
                  <a:lnTo>
                    <a:pt x="3163506" y="2316302"/>
                  </a:lnTo>
                  <a:lnTo>
                    <a:pt x="3157855" y="2324481"/>
                  </a:lnTo>
                  <a:lnTo>
                    <a:pt x="3155810" y="2334285"/>
                  </a:lnTo>
                  <a:lnTo>
                    <a:pt x="3157601" y="2343759"/>
                  </a:lnTo>
                  <a:lnTo>
                    <a:pt x="3162808" y="2351849"/>
                  </a:lnTo>
                  <a:lnTo>
                    <a:pt x="3171063" y="2357501"/>
                  </a:lnTo>
                  <a:lnTo>
                    <a:pt x="3180854" y="2359533"/>
                  </a:lnTo>
                  <a:lnTo>
                    <a:pt x="3190329" y="2357717"/>
                  </a:lnTo>
                  <a:lnTo>
                    <a:pt x="3198418" y="2352484"/>
                  </a:lnTo>
                  <a:lnTo>
                    <a:pt x="3204083" y="2344293"/>
                  </a:lnTo>
                  <a:lnTo>
                    <a:pt x="3206115" y="2334501"/>
                  </a:lnTo>
                  <a:close/>
                </a:path>
                <a:path w="3946525" h="2676525">
                  <a:moveTo>
                    <a:pt x="3298685" y="2374049"/>
                  </a:moveTo>
                  <a:lnTo>
                    <a:pt x="3296869" y="2364587"/>
                  </a:lnTo>
                  <a:lnTo>
                    <a:pt x="3291636" y="2356510"/>
                  </a:lnTo>
                  <a:lnTo>
                    <a:pt x="3283458" y="2350897"/>
                  </a:lnTo>
                  <a:lnTo>
                    <a:pt x="3283331" y="2350770"/>
                  </a:lnTo>
                  <a:lnTo>
                    <a:pt x="3273577" y="2348750"/>
                  </a:lnTo>
                  <a:lnTo>
                    <a:pt x="3264103" y="2350579"/>
                  </a:lnTo>
                  <a:lnTo>
                    <a:pt x="3255988" y="2355850"/>
                  </a:lnTo>
                  <a:lnTo>
                    <a:pt x="3250311" y="2364105"/>
                  </a:lnTo>
                  <a:lnTo>
                    <a:pt x="3248279" y="2373846"/>
                  </a:lnTo>
                  <a:lnTo>
                    <a:pt x="3250120" y="2383269"/>
                  </a:lnTo>
                  <a:lnTo>
                    <a:pt x="3255378" y="2391346"/>
                  </a:lnTo>
                  <a:lnTo>
                    <a:pt x="3263646" y="2396998"/>
                  </a:lnTo>
                  <a:lnTo>
                    <a:pt x="3263646" y="2397125"/>
                  </a:lnTo>
                  <a:lnTo>
                    <a:pt x="3273387" y="2399157"/>
                  </a:lnTo>
                  <a:lnTo>
                    <a:pt x="3282861" y="2397315"/>
                  </a:lnTo>
                  <a:lnTo>
                    <a:pt x="3290976" y="2392057"/>
                  </a:lnTo>
                  <a:lnTo>
                    <a:pt x="3296666" y="2383790"/>
                  </a:lnTo>
                  <a:lnTo>
                    <a:pt x="3298685" y="2374049"/>
                  </a:lnTo>
                  <a:close/>
                </a:path>
                <a:path w="3946525" h="2676525">
                  <a:moveTo>
                    <a:pt x="3391154" y="2413622"/>
                  </a:moveTo>
                  <a:lnTo>
                    <a:pt x="3389376" y="2404148"/>
                  </a:lnTo>
                  <a:lnTo>
                    <a:pt x="3384156" y="2396058"/>
                  </a:lnTo>
                  <a:lnTo>
                    <a:pt x="3375914" y="2390394"/>
                  </a:lnTo>
                  <a:lnTo>
                    <a:pt x="3366109" y="2388362"/>
                  </a:lnTo>
                  <a:lnTo>
                    <a:pt x="3356635" y="2390152"/>
                  </a:lnTo>
                  <a:lnTo>
                    <a:pt x="3348545" y="2395359"/>
                  </a:lnTo>
                  <a:lnTo>
                    <a:pt x="3342894" y="2403602"/>
                  </a:lnTo>
                  <a:lnTo>
                    <a:pt x="3340862" y="2413406"/>
                  </a:lnTo>
                  <a:lnTo>
                    <a:pt x="3342678" y="2422880"/>
                  </a:lnTo>
                  <a:lnTo>
                    <a:pt x="3347910" y="2430970"/>
                  </a:lnTo>
                  <a:lnTo>
                    <a:pt x="3356102" y="2436622"/>
                  </a:lnTo>
                  <a:lnTo>
                    <a:pt x="3365893" y="2438654"/>
                  </a:lnTo>
                  <a:lnTo>
                    <a:pt x="3375368" y="2436838"/>
                  </a:lnTo>
                  <a:lnTo>
                    <a:pt x="3383457" y="2431605"/>
                  </a:lnTo>
                  <a:lnTo>
                    <a:pt x="3389122" y="2423414"/>
                  </a:lnTo>
                  <a:lnTo>
                    <a:pt x="3391154" y="2413622"/>
                  </a:lnTo>
                  <a:close/>
                </a:path>
                <a:path w="3946525" h="2676525">
                  <a:moveTo>
                    <a:pt x="3483724" y="2453170"/>
                  </a:moveTo>
                  <a:lnTo>
                    <a:pt x="3481908" y="2443696"/>
                  </a:lnTo>
                  <a:lnTo>
                    <a:pt x="3476675" y="2435580"/>
                  </a:lnTo>
                  <a:lnTo>
                    <a:pt x="3468497" y="2429891"/>
                  </a:lnTo>
                  <a:lnTo>
                    <a:pt x="3468370" y="2429891"/>
                  </a:lnTo>
                  <a:lnTo>
                    <a:pt x="3458629" y="2427871"/>
                  </a:lnTo>
                  <a:lnTo>
                    <a:pt x="3449205" y="2429700"/>
                  </a:lnTo>
                  <a:lnTo>
                    <a:pt x="3441128" y="2434971"/>
                  </a:lnTo>
                  <a:lnTo>
                    <a:pt x="3435477" y="2443226"/>
                  </a:lnTo>
                  <a:lnTo>
                    <a:pt x="3433432" y="2452967"/>
                  </a:lnTo>
                  <a:lnTo>
                    <a:pt x="3435223" y="2462390"/>
                  </a:lnTo>
                  <a:lnTo>
                    <a:pt x="3440430" y="2470467"/>
                  </a:lnTo>
                  <a:lnTo>
                    <a:pt x="3448685" y="2476119"/>
                  </a:lnTo>
                  <a:lnTo>
                    <a:pt x="3448685" y="2476246"/>
                  </a:lnTo>
                  <a:lnTo>
                    <a:pt x="3458476" y="2478278"/>
                  </a:lnTo>
                  <a:lnTo>
                    <a:pt x="3467951" y="2476436"/>
                  </a:lnTo>
                  <a:lnTo>
                    <a:pt x="3476040" y="2471178"/>
                  </a:lnTo>
                  <a:lnTo>
                    <a:pt x="3481705" y="2462911"/>
                  </a:lnTo>
                  <a:lnTo>
                    <a:pt x="3483724" y="2453170"/>
                  </a:lnTo>
                  <a:close/>
                </a:path>
                <a:path w="3946525" h="2676525">
                  <a:moveTo>
                    <a:pt x="3576307" y="2492743"/>
                  </a:moveTo>
                  <a:lnTo>
                    <a:pt x="3574478" y="2483269"/>
                  </a:lnTo>
                  <a:lnTo>
                    <a:pt x="3569208" y="2475179"/>
                  </a:lnTo>
                  <a:lnTo>
                    <a:pt x="3560953" y="2469515"/>
                  </a:lnTo>
                  <a:lnTo>
                    <a:pt x="3551199" y="2467483"/>
                  </a:lnTo>
                  <a:lnTo>
                    <a:pt x="3541725" y="2469273"/>
                  </a:lnTo>
                  <a:lnTo>
                    <a:pt x="3533610" y="2474480"/>
                  </a:lnTo>
                  <a:lnTo>
                    <a:pt x="3527933" y="2482723"/>
                  </a:lnTo>
                  <a:lnTo>
                    <a:pt x="3525901" y="2492527"/>
                  </a:lnTo>
                  <a:lnTo>
                    <a:pt x="3527717" y="2502001"/>
                  </a:lnTo>
                  <a:lnTo>
                    <a:pt x="3532949" y="2510091"/>
                  </a:lnTo>
                  <a:lnTo>
                    <a:pt x="3541141" y="2515743"/>
                  </a:lnTo>
                  <a:lnTo>
                    <a:pt x="3541268" y="2515743"/>
                  </a:lnTo>
                  <a:lnTo>
                    <a:pt x="3551009" y="2517775"/>
                  </a:lnTo>
                  <a:lnTo>
                    <a:pt x="3560483" y="2515959"/>
                  </a:lnTo>
                  <a:lnTo>
                    <a:pt x="3568598" y="2510726"/>
                  </a:lnTo>
                  <a:lnTo>
                    <a:pt x="3574288" y="2502535"/>
                  </a:lnTo>
                  <a:lnTo>
                    <a:pt x="3576307" y="2492743"/>
                  </a:lnTo>
                  <a:close/>
                </a:path>
                <a:path w="3946525" h="2676525">
                  <a:moveTo>
                    <a:pt x="3668776" y="2532291"/>
                  </a:moveTo>
                  <a:lnTo>
                    <a:pt x="3666998" y="2522817"/>
                  </a:lnTo>
                  <a:lnTo>
                    <a:pt x="3661778" y="2514701"/>
                  </a:lnTo>
                  <a:lnTo>
                    <a:pt x="3653523" y="2509012"/>
                  </a:lnTo>
                  <a:lnTo>
                    <a:pt x="3643731" y="2506992"/>
                  </a:lnTo>
                  <a:lnTo>
                    <a:pt x="3634257" y="2508821"/>
                  </a:lnTo>
                  <a:lnTo>
                    <a:pt x="3626167" y="2514092"/>
                  </a:lnTo>
                  <a:lnTo>
                    <a:pt x="3620516" y="2522347"/>
                  </a:lnTo>
                  <a:lnTo>
                    <a:pt x="3618471" y="2532088"/>
                  </a:lnTo>
                  <a:lnTo>
                    <a:pt x="3620249" y="2541511"/>
                  </a:lnTo>
                  <a:lnTo>
                    <a:pt x="3625469" y="2549588"/>
                  </a:lnTo>
                  <a:lnTo>
                    <a:pt x="3633724" y="2555240"/>
                  </a:lnTo>
                  <a:lnTo>
                    <a:pt x="3633724" y="2555367"/>
                  </a:lnTo>
                  <a:lnTo>
                    <a:pt x="3643515" y="2557399"/>
                  </a:lnTo>
                  <a:lnTo>
                    <a:pt x="3652990" y="2555557"/>
                  </a:lnTo>
                  <a:lnTo>
                    <a:pt x="3661079" y="2550299"/>
                  </a:lnTo>
                  <a:lnTo>
                    <a:pt x="3666744" y="2542032"/>
                  </a:lnTo>
                  <a:lnTo>
                    <a:pt x="3668776" y="2532291"/>
                  </a:lnTo>
                  <a:close/>
                </a:path>
                <a:path w="3946525" h="2676525">
                  <a:moveTo>
                    <a:pt x="3761346" y="2571864"/>
                  </a:moveTo>
                  <a:lnTo>
                    <a:pt x="3759530" y="2562390"/>
                  </a:lnTo>
                  <a:lnTo>
                    <a:pt x="3754297" y="2554300"/>
                  </a:lnTo>
                  <a:lnTo>
                    <a:pt x="3746119" y="2548636"/>
                  </a:lnTo>
                  <a:lnTo>
                    <a:pt x="3745992" y="2548636"/>
                  </a:lnTo>
                  <a:lnTo>
                    <a:pt x="3736238" y="2546604"/>
                  </a:lnTo>
                  <a:lnTo>
                    <a:pt x="3726764" y="2548382"/>
                  </a:lnTo>
                  <a:lnTo>
                    <a:pt x="3718649" y="2553601"/>
                  </a:lnTo>
                  <a:lnTo>
                    <a:pt x="3712972" y="2561844"/>
                  </a:lnTo>
                  <a:lnTo>
                    <a:pt x="3710940" y="2571648"/>
                  </a:lnTo>
                  <a:lnTo>
                    <a:pt x="3712781" y="2581122"/>
                  </a:lnTo>
                  <a:lnTo>
                    <a:pt x="3718039" y="2589212"/>
                  </a:lnTo>
                  <a:lnTo>
                    <a:pt x="3726307" y="2594864"/>
                  </a:lnTo>
                  <a:lnTo>
                    <a:pt x="3736048" y="2596896"/>
                  </a:lnTo>
                  <a:lnTo>
                    <a:pt x="3745522" y="2595080"/>
                  </a:lnTo>
                  <a:lnTo>
                    <a:pt x="3753637" y="2589847"/>
                  </a:lnTo>
                  <a:lnTo>
                    <a:pt x="3759327" y="2581656"/>
                  </a:lnTo>
                  <a:lnTo>
                    <a:pt x="3761346" y="2571864"/>
                  </a:lnTo>
                  <a:close/>
                </a:path>
                <a:path w="3946525" h="2676525">
                  <a:moveTo>
                    <a:pt x="3853815" y="2611412"/>
                  </a:moveTo>
                  <a:lnTo>
                    <a:pt x="3852037" y="2601938"/>
                  </a:lnTo>
                  <a:lnTo>
                    <a:pt x="3846817" y="2593822"/>
                  </a:lnTo>
                  <a:lnTo>
                    <a:pt x="3838575" y="2588133"/>
                  </a:lnTo>
                  <a:lnTo>
                    <a:pt x="3828770" y="2586113"/>
                  </a:lnTo>
                  <a:lnTo>
                    <a:pt x="3819296" y="2587942"/>
                  </a:lnTo>
                  <a:lnTo>
                    <a:pt x="3811206" y="2593213"/>
                  </a:lnTo>
                  <a:lnTo>
                    <a:pt x="3805555" y="2601468"/>
                  </a:lnTo>
                  <a:lnTo>
                    <a:pt x="3803523" y="2611209"/>
                  </a:lnTo>
                  <a:lnTo>
                    <a:pt x="3805339" y="2620632"/>
                  </a:lnTo>
                  <a:lnTo>
                    <a:pt x="3810571" y="2628709"/>
                  </a:lnTo>
                  <a:lnTo>
                    <a:pt x="3818763" y="2634361"/>
                  </a:lnTo>
                  <a:lnTo>
                    <a:pt x="3818890" y="2634488"/>
                  </a:lnTo>
                  <a:lnTo>
                    <a:pt x="3828618" y="2636520"/>
                  </a:lnTo>
                  <a:lnTo>
                    <a:pt x="3838041" y="2634678"/>
                  </a:lnTo>
                  <a:lnTo>
                    <a:pt x="3846118" y="2629420"/>
                  </a:lnTo>
                  <a:lnTo>
                    <a:pt x="3851783" y="2621153"/>
                  </a:lnTo>
                  <a:lnTo>
                    <a:pt x="3853815" y="2611412"/>
                  </a:lnTo>
                  <a:close/>
                </a:path>
                <a:path w="3946525" h="2676525">
                  <a:moveTo>
                    <a:pt x="3946385" y="2650985"/>
                  </a:moveTo>
                  <a:lnTo>
                    <a:pt x="3944569" y="2641511"/>
                  </a:lnTo>
                  <a:lnTo>
                    <a:pt x="3939336" y="2633421"/>
                  </a:lnTo>
                  <a:lnTo>
                    <a:pt x="3931158" y="2627757"/>
                  </a:lnTo>
                  <a:lnTo>
                    <a:pt x="3931031" y="2627757"/>
                  </a:lnTo>
                  <a:lnTo>
                    <a:pt x="3921290" y="2625725"/>
                  </a:lnTo>
                  <a:lnTo>
                    <a:pt x="3911866" y="2627515"/>
                  </a:lnTo>
                  <a:lnTo>
                    <a:pt x="3903789" y="2632722"/>
                  </a:lnTo>
                  <a:lnTo>
                    <a:pt x="3898138" y="2640965"/>
                  </a:lnTo>
                  <a:lnTo>
                    <a:pt x="3896093" y="2650769"/>
                  </a:lnTo>
                  <a:lnTo>
                    <a:pt x="3897884" y="2660243"/>
                  </a:lnTo>
                  <a:lnTo>
                    <a:pt x="3903091" y="2668333"/>
                  </a:lnTo>
                  <a:lnTo>
                    <a:pt x="3911346" y="2673985"/>
                  </a:lnTo>
                  <a:lnTo>
                    <a:pt x="3921137" y="2676017"/>
                  </a:lnTo>
                  <a:lnTo>
                    <a:pt x="3930612" y="2674201"/>
                  </a:lnTo>
                  <a:lnTo>
                    <a:pt x="3938701" y="2668968"/>
                  </a:lnTo>
                  <a:lnTo>
                    <a:pt x="3944366" y="2660777"/>
                  </a:lnTo>
                  <a:lnTo>
                    <a:pt x="3946385" y="2650985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65855" y="3198114"/>
              <a:ext cx="420370" cy="239395"/>
            </a:xfrm>
            <a:custGeom>
              <a:avLst/>
              <a:gdLst/>
              <a:ahLst/>
              <a:cxnLst/>
              <a:rect l="l" t="t" r="r" b="b"/>
              <a:pathLst>
                <a:path w="420370" h="239395">
                  <a:moveTo>
                    <a:pt x="137874" y="111887"/>
                  </a:moveTo>
                  <a:lnTo>
                    <a:pt x="48006" y="111887"/>
                  </a:lnTo>
                  <a:lnTo>
                    <a:pt x="118110" y="128015"/>
                  </a:lnTo>
                  <a:lnTo>
                    <a:pt x="123698" y="176784"/>
                  </a:lnTo>
                  <a:lnTo>
                    <a:pt x="146558" y="182118"/>
                  </a:lnTo>
                  <a:lnTo>
                    <a:pt x="137874" y="111887"/>
                  </a:lnTo>
                  <a:close/>
                </a:path>
                <a:path w="420370" h="239395">
                  <a:moveTo>
                    <a:pt x="96139" y="0"/>
                  </a:moveTo>
                  <a:lnTo>
                    <a:pt x="0" y="148462"/>
                  </a:lnTo>
                  <a:lnTo>
                    <a:pt x="21844" y="153415"/>
                  </a:lnTo>
                  <a:lnTo>
                    <a:pt x="48006" y="111887"/>
                  </a:lnTo>
                  <a:lnTo>
                    <a:pt x="137874" y="111887"/>
                  </a:lnTo>
                  <a:lnTo>
                    <a:pt x="137387" y="107950"/>
                  </a:lnTo>
                  <a:lnTo>
                    <a:pt x="115697" y="107950"/>
                  </a:lnTo>
                  <a:lnTo>
                    <a:pt x="58800" y="94869"/>
                  </a:lnTo>
                  <a:lnTo>
                    <a:pt x="105537" y="21971"/>
                  </a:lnTo>
                  <a:lnTo>
                    <a:pt x="126756" y="21971"/>
                  </a:lnTo>
                  <a:lnTo>
                    <a:pt x="124841" y="6476"/>
                  </a:lnTo>
                  <a:lnTo>
                    <a:pt x="96139" y="0"/>
                  </a:lnTo>
                  <a:close/>
                </a:path>
                <a:path w="420370" h="239395">
                  <a:moveTo>
                    <a:pt x="126756" y="21971"/>
                  </a:moveTo>
                  <a:lnTo>
                    <a:pt x="105537" y="21971"/>
                  </a:lnTo>
                  <a:lnTo>
                    <a:pt x="115697" y="107950"/>
                  </a:lnTo>
                  <a:lnTo>
                    <a:pt x="137387" y="107950"/>
                  </a:lnTo>
                  <a:lnTo>
                    <a:pt x="126756" y="21971"/>
                  </a:lnTo>
                  <a:close/>
                </a:path>
                <a:path w="420370" h="239395">
                  <a:moveTo>
                    <a:pt x="169037" y="155321"/>
                  </a:moveTo>
                  <a:lnTo>
                    <a:pt x="163703" y="178308"/>
                  </a:lnTo>
                  <a:lnTo>
                    <a:pt x="168275" y="181990"/>
                  </a:lnTo>
                  <a:lnTo>
                    <a:pt x="173990" y="185800"/>
                  </a:lnTo>
                  <a:lnTo>
                    <a:pt x="216481" y="200451"/>
                  </a:lnTo>
                  <a:lnTo>
                    <a:pt x="226996" y="200771"/>
                  </a:lnTo>
                  <a:lnTo>
                    <a:pt x="236535" y="199447"/>
                  </a:lnTo>
                  <a:lnTo>
                    <a:pt x="245110" y="196469"/>
                  </a:lnTo>
                  <a:lnTo>
                    <a:pt x="252422" y="192180"/>
                  </a:lnTo>
                  <a:lnTo>
                    <a:pt x="258175" y="186737"/>
                  </a:lnTo>
                  <a:lnTo>
                    <a:pt x="259982" y="183896"/>
                  </a:lnTo>
                  <a:lnTo>
                    <a:pt x="227075" y="183896"/>
                  </a:lnTo>
                  <a:lnTo>
                    <a:pt x="219710" y="183769"/>
                  </a:lnTo>
                  <a:lnTo>
                    <a:pt x="210693" y="181610"/>
                  </a:lnTo>
                  <a:lnTo>
                    <a:pt x="203454" y="179959"/>
                  </a:lnTo>
                  <a:lnTo>
                    <a:pt x="196215" y="176784"/>
                  </a:lnTo>
                  <a:lnTo>
                    <a:pt x="188975" y="172085"/>
                  </a:lnTo>
                  <a:lnTo>
                    <a:pt x="181737" y="167512"/>
                  </a:lnTo>
                  <a:lnTo>
                    <a:pt x="175514" y="161925"/>
                  </a:lnTo>
                  <a:lnTo>
                    <a:pt x="170053" y="155575"/>
                  </a:lnTo>
                  <a:lnTo>
                    <a:pt x="169037" y="155321"/>
                  </a:lnTo>
                  <a:close/>
                </a:path>
                <a:path w="420370" h="239395">
                  <a:moveTo>
                    <a:pt x="225298" y="70103"/>
                  </a:moveTo>
                  <a:lnTo>
                    <a:pt x="218567" y="70738"/>
                  </a:lnTo>
                  <a:lnTo>
                    <a:pt x="211836" y="71247"/>
                  </a:lnTo>
                  <a:lnTo>
                    <a:pt x="205994" y="72771"/>
                  </a:lnTo>
                  <a:lnTo>
                    <a:pt x="181048" y="105410"/>
                  </a:lnTo>
                  <a:lnTo>
                    <a:pt x="180959" y="107569"/>
                  </a:lnTo>
                  <a:lnTo>
                    <a:pt x="181483" y="113537"/>
                  </a:lnTo>
                  <a:lnTo>
                    <a:pt x="212217" y="141605"/>
                  </a:lnTo>
                  <a:lnTo>
                    <a:pt x="221234" y="145414"/>
                  </a:lnTo>
                  <a:lnTo>
                    <a:pt x="224790" y="147065"/>
                  </a:lnTo>
                  <a:lnTo>
                    <a:pt x="227584" y="148462"/>
                  </a:lnTo>
                  <a:lnTo>
                    <a:pt x="234950" y="151891"/>
                  </a:lnTo>
                  <a:lnTo>
                    <a:pt x="239775" y="155321"/>
                  </a:lnTo>
                  <a:lnTo>
                    <a:pt x="241935" y="158369"/>
                  </a:lnTo>
                  <a:lnTo>
                    <a:pt x="244221" y="161416"/>
                  </a:lnTo>
                  <a:lnTo>
                    <a:pt x="244729" y="165353"/>
                  </a:lnTo>
                  <a:lnTo>
                    <a:pt x="243586" y="170180"/>
                  </a:lnTo>
                  <a:lnTo>
                    <a:pt x="242189" y="176402"/>
                  </a:lnTo>
                  <a:lnTo>
                    <a:pt x="238633" y="180466"/>
                  </a:lnTo>
                  <a:lnTo>
                    <a:pt x="232791" y="182118"/>
                  </a:lnTo>
                  <a:lnTo>
                    <a:pt x="227075" y="183896"/>
                  </a:lnTo>
                  <a:lnTo>
                    <a:pt x="259982" y="183896"/>
                  </a:lnTo>
                  <a:lnTo>
                    <a:pt x="262380" y="180127"/>
                  </a:lnTo>
                  <a:lnTo>
                    <a:pt x="265049" y="172338"/>
                  </a:lnTo>
                  <a:lnTo>
                    <a:pt x="267081" y="163575"/>
                  </a:lnTo>
                  <a:lnTo>
                    <a:pt x="266192" y="155828"/>
                  </a:lnTo>
                  <a:lnTo>
                    <a:pt x="262255" y="149225"/>
                  </a:lnTo>
                  <a:lnTo>
                    <a:pt x="258318" y="142748"/>
                  </a:lnTo>
                  <a:lnTo>
                    <a:pt x="251841" y="137413"/>
                  </a:lnTo>
                  <a:lnTo>
                    <a:pt x="242824" y="133096"/>
                  </a:lnTo>
                  <a:lnTo>
                    <a:pt x="239903" y="131572"/>
                  </a:lnTo>
                  <a:lnTo>
                    <a:pt x="236220" y="129921"/>
                  </a:lnTo>
                  <a:lnTo>
                    <a:pt x="231775" y="128015"/>
                  </a:lnTo>
                  <a:lnTo>
                    <a:pt x="223266" y="124206"/>
                  </a:lnTo>
                  <a:lnTo>
                    <a:pt x="213233" y="119252"/>
                  </a:lnTo>
                  <a:lnTo>
                    <a:pt x="208787" y="116077"/>
                  </a:lnTo>
                  <a:lnTo>
                    <a:pt x="206146" y="112649"/>
                  </a:lnTo>
                  <a:lnTo>
                    <a:pt x="203708" y="109600"/>
                  </a:lnTo>
                  <a:lnTo>
                    <a:pt x="203073" y="105410"/>
                  </a:lnTo>
                  <a:lnTo>
                    <a:pt x="204216" y="100457"/>
                  </a:lnTo>
                  <a:lnTo>
                    <a:pt x="205486" y="94741"/>
                  </a:lnTo>
                  <a:lnTo>
                    <a:pt x="209042" y="91186"/>
                  </a:lnTo>
                  <a:lnTo>
                    <a:pt x="214884" y="89408"/>
                  </a:lnTo>
                  <a:lnTo>
                    <a:pt x="220599" y="87757"/>
                  </a:lnTo>
                  <a:lnTo>
                    <a:pt x="274909" y="87757"/>
                  </a:lnTo>
                  <a:lnTo>
                    <a:pt x="274447" y="87375"/>
                  </a:lnTo>
                  <a:lnTo>
                    <a:pt x="268732" y="83693"/>
                  </a:lnTo>
                  <a:lnTo>
                    <a:pt x="254635" y="76835"/>
                  </a:lnTo>
                  <a:lnTo>
                    <a:pt x="247523" y="74168"/>
                  </a:lnTo>
                  <a:lnTo>
                    <a:pt x="232537" y="70738"/>
                  </a:lnTo>
                  <a:lnTo>
                    <a:pt x="225298" y="70103"/>
                  </a:lnTo>
                  <a:close/>
                </a:path>
                <a:path w="420370" h="239395">
                  <a:moveTo>
                    <a:pt x="274909" y="87757"/>
                  </a:moveTo>
                  <a:lnTo>
                    <a:pt x="227330" y="87757"/>
                  </a:lnTo>
                  <a:lnTo>
                    <a:pt x="241935" y="91186"/>
                  </a:lnTo>
                  <a:lnTo>
                    <a:pt x="248920" y="94107"/>
                  </a:lnTo>
                  <a:lnTo>
                    <a:pt x="255778" y="98551"/>
                  </a:lnTo>
                  <a:lnTo>
                    <a:pt x="262636" y="102870"/>
                  </a:lnTo>
                  <a:lnTo>
                    <a:pt x="268350" y="107569"/>
                  </a:lnTo>
                  <a:lnTo>
                    <a:pt x="272669" y="112649"/>
                  </a:lnTo>
                  <a:lnTo>
                    <a:pt x="273685" y="112902"/>
                  </a:lnTo>
                  <a:lnTo>
                    <a:pt x="278765" y="90932"/>
                  </a:lnTo>
                  <a:lnTo>
                    <a:pt x="274909" y="87757"/>
                  </a:lnTo>
                  <a:close/>
                </a:path>
                <a:path w="420370" h="239395">
                  <a:moveTo>
                    <a:pt x="355742" y="168783"/>
                  </a:moveTo>
                  <a:lnTo>
                    <a:pt x="332867" y="168783"/>
                  </a:lnTo>
                  <a:lnTo>
                    <a:pt x="369443" y="233172"/>
                  </a:lnTo>
                  <a:lnTo>
                    <a:pt x="396367" y="239395"/>
                  </a:lnTo>
                  <a:lnTo>
                    <a:pt x="355742" y="168783"/>
                  </a:lnTo>
                  <a:close/>
                </a:path>
                <a:path w="420370" h="239395">
                  <a:moveTo>
                    <a:pt x="325882" y="44958"/>
                  </a:moveTo>
                  <a:lnTo>
                    <a:pt x="287020" y="214249"/>
                  </a:lnTo>
                  <a:lnTo>
                    <a:pt x="307467" y="218948"/>
                  </a:lnTo>
                  <a:lnTo>
                    <a:pt x="316738" y="178435"/>
                  </a:lnTo>
                  <a:lnTo>
                    <a:pt x="332867" y="168783"/>
                  </a:lnTo>
                  <a:lnTo>
                    <a:pt x="355742" y="168783"/>
                  </a:lnTo>
                  <a:lnTo>
                    <a:pt x="350774" y="160147"/>
                  </a:lnTo>
                  <a:lnTo>
                    <a:pt x="353833" y="158241"/>
                  </a:lnTo>
                  <a:lnTo>
                    <a:pt x="321310" y="158241"/>
                  </a:lnTo>
                  <a:lnTo>
                    <a:pt x="346329" y="49657"/>
                  </a:lnTo>
                  <a:lnTo>
                    <a:pt x="325882" y="44958"/>
                  </a:lnTo>
                  <a:close/>
                </a:path>
                <a:path w="420370" h="239395">
                  <a:moveTo>
                    <a:pt x="394335" y="110998"/>
                  </a:moveTo>
                  <a:lnTo>
                    <a:pt x="321310" y="158241"/>
                  </a:lnTo>
                  <a:lnTo>
                    <a:pt x="353833" y="158241"/>
                  </a:lnTo>
                  <a:lnTo>
                    <a:pt x="420116" y="116966"/>
                  </a:lnTo>
                  <a:lnTo>
                    <a:pt x="394335" y="1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164080" y="3345737"/>
              <a:ext cx="1392027" cy="42997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975607" y="4036568"/>
              <a:ext cx="2487564" cy="108445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180331" y="5030724"/>
              <a:ext cx="781812" cy="9525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327148" y="2179320"/>
              <a:ext cx="912876" cy="107289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16280" y="4517136"/>
              <a:ext cx="958595" cy="112623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755647" y="4629150"/>
              <a:ext cx="2338704" cy="131801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12761" y="2789920"/>
              <a:ext cx="1602295" cy="179465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56971" y="5707379"/>
              <a:ext cx="2173605" cy="379730"/>
            </a:xfrm>
            <a:custGeom>
              <a:avLst/>
              <a:gdLst/>
              <a:ahLst/>
              <a:cxnLst/>
              <a:rect l="l" t="t" r="r" b="b"/>
              <a:pathLst>
                <a:path w="2173605" h="379729">
                  <a:moveTo>
                    <a:pt x="2166112" y="0"/>
                  </a:moveTo>
                  <a:lnTo>
                    <a:pt x="7073" y="0"/>
                  </a:lnTo>
                  <a:lnTo>
                    <a:pt x="0" y="7073"/>
                  </a:lnTo>
                  <a:lnTo>
                    <a:pt x="0" y="372402"/>
                  </a:lnTo>
                  <a:lnTo>
                    <a:pt x="7073" y="379476"/>
                  </a:lnTo>
                  <a:lnTo>
                    <a:pt x="2166112" y="379476"/>
                  </a:lnTo>
                  <a:lnTo>
                    <a:pt x="2173224" y="372402"/>
                  </a:lnTo>
                  <a:lnTo>
                    <a:pt x="2173224" y="70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96468" y="2255520"/>
            <a:ext cx="1466215" cy="384175"/>
          </a:xfrm>
          <a:prstGeom prst="rect">
            <a:avLst/>
          </a:prstGeom>
          <a:ln w="20574">
            <a:solidFill>
              <a:srgbClr val="777777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50"/>
              </a:spcBef>
            </a:pPr>
            <a:r>
              <a:rPr sz="1600" b="1" spc="-5" dirty="0">
                <a:latin typeface="Verdana"/>
                <a:cs typeface="Verdana"/>
              </a:rPr>
              <a:t>Forwarder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56971" y="5707379"/>
            <a:ext cx="2173605" cy="379730"/>
          </a:xfrm>
          <a:prstGeom prst="rect">
            <a:avLst/>
          </a:prstGeom>
          <a:ln w="20447">
            <a:solidFill>
              <a:srgbClr val="777777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330"/>
              </a:spcBef>
            </a:pPr>
            <a:r>
              <a:rPr sz="1600" b="1" spc="-5" dirty="0">
                <a:latin typeface="Verdana"/>
                <a:cs typeface="Verdana"/>
              </a:rPr>
              <a:t>Local DNS</a:t>
            </a:r>
            <a:r>
              <a:rPr sz="1600" b="1" spc="-10" dirty="0">
                <a:latin typeface="Verdana"/>
                <a:cs typeface="Verdana"/>
              </a:rPr>
              <a:t> Server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809744" y="5779008"/>
            <a:ext cx="1710055" cy="332740"/>
          </a:xfrm>
          <a:custGeom>
            <a:avLst/>
            <a:gdLst/>
            <a:ahLst/>
            <a:cxnLst/>
            <a:rect l="l" t="t" r="r" b="b"/>
            <a:pathLst>
              <a:path w="1710054" h="332739">
                <a:moveTo>
                  <a:pt x="1703704" y="0"/>
                </a:moveTo>
                <a:lnTo>
                  <a:pt x="6222" y="0"/>
                </a:lnTo>
                <a:lnTo>
                  <a:pt x="0" y="6197"/>
                </a:lnTo>
                <a:lnTo>
                  <a:pt x="0" y="326034"/>
                </a:lnTo>
                <a:lnTo>
                  <a:pt x="6222" y="332231"/>
                </a:lnTo>
                <a:lnTo>
                  <a:pt x="1703704" y="332231"/>
                </a:lnTo>
                <a:lnTo>
                  <a:pt x="1709927" y="326034"/>
                </a:lnTo>
                <a:lnTo>
                  <a:pt x="1709927" y="6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4809744" y="5779008"/>
            <a:ext cx="1710055" cy="332740"/>
          </a:xfrm>
          <a:prstGeom prst="rect">
            <a:avLst/>
          </a:prstGeom>
          <a:ln w="18415">
            <a:solidFill>
              <a:srgbClr val="777777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50"/>
              </a:spcBef>
            </a:pPr>
            <a:r>
              <a:rPr sz="1600" b="1" spc="-10" dirty="0">
                <a:latin typeface="Verdana"/>
                <a:cs typeface="Verdana"/>
              </a:rPr>
              <a:t>Client</a:t>
            </a:r>
            <a:r>
              <a:rPr sz="1600" b="1" spc="1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036052" y="6265164"/>
            <a:ext cx="928369" cy="440690"/>
            <a:chOff x="8036052" y="6265164"/>
            <a:chExt cx="928369" cy="440690"/>
          </a:xfrm>
        </p:grpSpPr>
        <p:sp>
          <p:nvSpPr>
            <p:cNvPr id="66" name="object 66"/>
            <p:cNvSpPr/>
            <p:nvPr/>
          </p:nvSpPr>
          <p:spPr>
            <a:xfrm>
              <a:off x="8046720" y="6275832"/>
              <a:ext cx="917448" cy="42976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036052" y="6265164"/>
              <a:ext cx="914400" cy="426720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214360" y="6397752"/>
              <a:ext cx="188975" cy="179831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232648" y="6391656"/>
              <a:ext cx="176783" cy="167640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228076" y="6387084"/>
              <a:ext cx="185927" cy="176783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523732" y="6356604"/>
              <a:ext cx="304800" cy="243839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598408" y="6425184"/>
              <a:ext cx="132588" cy="134111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616696" y="6419088"/>
              <a:ext cx="120396" cy="121920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616696" y="6419088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20"/>
                  </a:moveTo>
                  <a:lnTo>
                    <a:pt x="120396" y="121920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4616" y="3211297"/>
            <a:ext cx="3227070" cy="2196465"/>
            <a:chOff x="1322641" y="3287077"/>
            <a:chExt cx="3227070" cy="2196465"/>
          </a:xfrm>
        </p:grpSpPr>
        <p:sp>
          <p:nvSpPr>
            <p:cNvPr id="3" name="object 3"/>
            <p:cNvSpPr/>
            <p:nvPr/>
          </p:nvSpPr>
          <p:spPr>
            <a:xfrm>
              <a:off x="1927859" y="3903338"/>
              <a:ext cx="2621280" cy="15800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13331" y="3291840"/>
              <a:ext cx="3008376" cy="21640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13331" y="3291840"/>
              <a:ext cx="1562100" cy="635635"/>
            </a:xfrm>
            <a:custGeom>
              <a:avLst/>
              <a:gdLst/>
              <a:ahLst/>
              <a:cxnLst/>
              <a:rect l="l" t="t" r="r" b="b"/>
              <a:pathLst>
                <a:path w="1562100" h="635635">
                  <a:moveTo>
                    <a:pt x="0" y="40259"/>
                  </a:moveTo>
                  <a:lnTo>
                    <a:pt x="3165" y="24592"/>
                  </a:lnTo>
                  <a:lnTo>
                    <a:pt x="11795" y="11795"/>
                  </a:lnTo>
                  <a:lnTo>
                    <a:pt x="24592" y="3165"/>
                  </a:lnTo>
                  <a:lnTo>
                    <a:pt x="40259" y="0"/>
                  </a:lnTo>
                  <a:lnTo>
                    <a:pt x="1521841" y="0"/>
                  </a:lnTo>
                  <a:lnTo>
                    <a:pt x="1537507" y="3165"/>
                  </a:lnTo>
                  <a:lnTo>
                    <a:pt x="1550304" y="11795"/>
                  </a:lnTo>
                  <a:lnTo>
                    <a:pt x="1558934" y="24592"/>
                  </a:lnTo>
                  <a:lnTo>
                    <a:pt x="1562100" y="40259"/>
                  </a:lnTo>
                  <a:lnTo>
                    <a:pt x="1562100" y="595249"/>
                  </a:lnTo>
                  <a:lnTo>
                    <a:pt x="1558934" y="610915"/>
                  </a:lnTo>
                  <a:lnTo>
                    <a:pt x="1550304" y="623712"/>
                  </a:lnTo>
                  <a:lnTo>
                    <a:pt x="1537507" y="632342"/>
                  </a:lnTo>
                  <a:lnTo>
                    <a:pt x="1521841" y="635508"/>
                  </a:lnTo>
                  <a:lnTo>
                    <a:pt x="40259" y="635508"/>
                  </a:lnTo>
                  <a:lnTo>
                    <a:pt x="24592" y="632342"/>
                  </a:lnTo>
                  <a:lnTo>
                    <a:pt x="11795" y="623712"/>
                  </a:lnTo>
                  <a:lnTo>
                    <a:pt x="3165" y="610915"/>
                  </a:lnTo>
                  <a:lnTo>
                    <a:pt x="0" y="595249"/>
                  </a:lnTo>
                  <a:lnTo>
                    <a:pt x="0" y="40259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27403" y="3293364"/>
              <a:ext cx="1933956" cy="6355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27403" y="3293364"/>
              <a:ext cx="1934210" cy="635635"/>
            </a:xfrm>
            <a:custGeom>
              <a:avLst/>
              <a:gdLst/>
              <a:ahLst/>
              <a:cxnLst/>
              <a:rect l="l" t="t" r="r" b="b"/>
              <a:pathLst>
                <a:path w="1934210" h="635635">
                  <a:moveTo>
                    <a:pt x="0" y="40259"/>
                  </a:moveTo>
                  <a:lnTo>
                    <a:pt x="3165" y="24592"/>
                  </a:lnTo>
                  <a:lnTo>
                    <a:pt x="11795" y="11795"/>
                  </a:lnTo>
                  <a:lnTo>
                    <a:pt x="24592" y="3165"/>
                  </a:lnTo>
                  <a:lnTo>
                    <a:pt x="40259" y="0"/>
                  </a:lnTo>
                  <a:lnTo>
                    <a:pt x="1893697" y="0"/>
                  </a:lnTo>
                  <a:lnTo>
                    <a:pt x="1909363" y="3165"/>
                  </a:lnTo>
                  <a:lnTo>
                    <a:pt x="1922160" y="11795"/>
                  </a:lnTo>
                  <a:lnTo>
                    <a:pt x="1930790" y="24592"/>
                  </a:lnTo>
                  <a:lnTo>
                    <a:pt x="1933956" y="40259"/>
                  </a:lnTo>
                  <a:lnTo>
                    <a:pt x="1933956" y="595249"/>
                  </a:lnTo>
                  <a:lnTo>
                    <a:pt x="1930790" y="610915"/>
                  </a:lnTo>
                  <a:lnTo>
                    <a:pt x="1922160" y="623712"/>
                  </a:lnTo>
                  <a:lnTo>
                    <a:pt x="1909363" y="632342"/>
                  </a:lnTo>
                  <a:lnTo>
                    <a:pt x="1893697" y="635508"/>
                  </a:lnTo>
                  <a:lnTo>
                    <a:pt x="40259" y="635508"/>
                  </a:lnTo>
                  <a:lnTo>
                    <a:pt x="24592" y="632342"/>
                  </a:lnTo>
                  <a:lnTo>
                    <a:pt x="11795" y="623712"/>
                  </a:lnTo>
                  <a:lnTo>
                    <a:pt x="3165" y="610915"/>
                  </a:lnTo>
                  <a:lnTo>
                    <a:pt x="0" y="595249"/>
                  </a:lnTo>
                  <a:lnTo>
                    <a:pt x="0" y="40259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552515" y="5503307"/>
            <a:ext cx="1942464" cy="648335"/>
            <a:chOff x="3521773" y="5435917"/>
            <a:chExt cx="1942464" cy="648335"/>
          </a:xfrm>
        </p:grpSpPr>
        <p:sp>
          <p:nvSpPr>
            <p:cNvPr id="10" name="object 10"/>
            <p:cNvSpPr/>
            <p:nvPr/>
          </p:nvSpPr>
          <p:spPr>
            <a:xfrm>
              <a:off x="3700271" y="5443727"/>
              <a:ext cx="1562100" cy="63550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00271" y="5443727"/>
              <a:ext cx="1562100" cy="635635"/>
            </a:xfrm>
            <a:custGeom>
              <a:avLst/>
              <a:gdLst/>
              <a:ahLst/>
              <a:cxnLst/>
              <a:rect l="l" t="t" r="r" b="b"/>
              <a:pathLst>
                <a:path w="1562100" h="635635">
                  <a:moveTo>
                    <a:pt x="0" y="40259"/>
                  </a:moveTo>
                  <a:lnTo>
                    <a:pt x="3165" y="24592"/>
                  </a:lnTo>
                  <a:lnTo>
                    <a:pt x="11795" y="11795"/>
                  </a:lnTo>
                  <a:lnTo>
                    <a:pt x="24592" y="3165"/>
                  </a:lnTo>
                  <a:lnTo>
                    <a:pt x="40258" y="0"/>
                  </a:lnTo>
                  <a:lnTo>
                    <a:pt x="1521840" y="0"/>
                  </a:lnTo>
                  <a:lnTo>
                    <a:pt x="1537507" y="3165"/>
                  </a:lnTo>
                  <a:lnTo>
                    <a:pt x="1550304" y="11795"/>
                  </a:lnTo>
                  <a:lnTo>
                    <a:pt x="1558934" y="24592"/>
                  </a:lnTo>
                  <a:lnTo>
                    <a:pt x="1562100" y="40259"/>
                  </a:lnTo>
                  <a:lnTo>
                    <a:pt x="1562100" y="595287"/>
                  </a:lnTo>
                  <a:lnTo>
                    <a:pt x="1558934" y="610942"/>
                  </a:lnTo>
                  <a:lnTo>
                    <a:pt x="1550304" y="623727"/>
                  </a:lnTo>
                  <a:lnTo>
                    <a:pt x="1537507" y="632347"/>
                  </a:lnTo>
                  <a:lnTo>
                    <a:pt x="1521840" y="635508"/>
                  </a:lnTo>
                  <a:lnTo>
                    <a:pt x="40258" y="635508"/>
                  </a:lnTo>
                  <a:lnTo>
                    <a:pt x="24592" y="632347"/>
                  </a:lnTo>
                  <a:lnTo>
                    <a:pt x="11795" y="623727"/>
                  </a:lnTo>
                  <a:lnTo>
                    <a:pt x="3165" y="610942"/>
                  </a:lnTo>
                  <a:lnTo>
                    <a:pt x="0" y="595287"/>
                  </a:lnTo>
                  <a:lnTo>
                    <a:pt x="0" y="40259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26535" y="5440679"/>
              <a:ext cx="1932431" cy="63398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26535" y="5440679"/>
              <a:ext cx="1932939" cy="634365"/>
            </a:xfrm>
            <a:custGeom>
              <a:avLst/>
              <a:gdLst/>
              <a:ahLst/>
              <a:cxnLst/>
              <a:rect l="l" t="t" r="r" b="b"/>
              <a:pathLst>
                <a:path w="1932939" h="634364">
                  <a:moveTo>
                    <a:pt x="0" y="40132"/>
                  </a:moveTo>
                  <a:lnTo>
                    <a:pt x="3145" y="24485"/>
                  </a:lnTo>
                  <a:lnTo>
                    <a:pt x="11731" y="11731"/>
                  </a:lnTo>
                  <a:lnTo>
                    <a:pt x="24485" y="3145"/>
                  </a:lnTo>
                  <a:lnTo>
                    <a:pt x="40131" y="0"/>
                  </a:lnTo>
                  <a:lnTo>
                    <a:pt x="1892300" y="0"/>
                  </a:lnTo>
                  <a:lnTo>
                    <a:pt x="1907946" y="3145"/>
                  </a:lnTo>
                  <a:lnTo>
                    <a:pt x="1920700" y="11731"/>
                  </a:lnTo>
                  <a:lnTo>
                    <a:pt x="1929286" y="24485"/>
                  </a:lnTo>
                  <a:lnTo>
                    <a:pt x="1932431" y="40132"/>
                  </a:lnTo>
                  <a:lnTo>
                    <a:pt x="1932431" y="593864"/>
                  </a:lnTo>
                  <a:lnTo>
                    <a:pt x="1929286" y="609477"/>
                  </a:lnTo>
                  <a:lnTo>
                    <a:pt x="1920700" y="622230"/>
                  </a:lnTo>
                  <a:lnTo>
                    <a:pt x="1907946" y="630830"/>
                  </a:lnTo>
                  <a:lnTo>
                    <a:pt x="1892300" y="633984"/>
                  </a:lnTo>
                  <a:lnTo>
                    <a:pt x="40131" y="633984"/>
                  </a:lnTo>
                  <a:lnTo>
                    <a:pt x="24485" y="630830"/>
                  </a:lnTo>
                  <a:lnTo>
                    <a:pt x="11731" y="622230"/>
                  </a:lnTo>
                  <a:lnTo>
                    <a:pt x="3145" y="609477"/>
                  </a:lnTo>
                  <a:lnTo>
                    <a:pt x="0" y="593864"/>
                  </a:lnTo>
                  <a:lnTo>
                    <a:pt x="0" y="40132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97528" y="5483351"/>
            <a:ext cx="2980054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 A at</a:t>
            </a: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192.168.8.44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976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</a:t>
            </a:r>
            <a:r>
              <a:rPr dirty="0"/>
              <a:t>DNS </a:t>
            </a:r>
            <a:r>
              <a:rPr spc="-5" dirty="0"/>
              <a:t>Server </a:t>
            </a:r>
            <a:r>
              <a:rPr dirty="0"/>
              <a:t>Caching</a:t>
            </a:r>
            <a:r>
              <a:rPr spc="-25" dirty="0"/>
              <a:t> </a:t>
            </a:r>
            <a:r>
              <a:rPr spc="-5" dirty="0"/>
              <a:t>Works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928116" y="2072639"/>
            <a:ext cx="7094220" cy="4081779"/>
            <a:chOff x="928116" y="2072639"/>
            <a:chExt cx="7094220" cy="4081779"/>
          </a:xfrm>
        </p:grpSpPr>
        <p:sp>
          <p:nvSpPr>
            <p:cNvPr id="17" name="object 17"/>
            <p:cNvSpPr/>
            <p:nvPr/>
          </p:nvSpPr>
          <p:spPr>
            <a:xfrm>
              <a:off x="3689604" y="3355847"/>
              <a:ext cx="883920" cy="10393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63011" y="5146547"/>
              <a:ext cx="758951" cy="92506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83080" y="4340351"/>
              <a:ext cx="760476" cy="9250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28116" y="5227319"/>
              <a:ext cx="1123315" cy="283845"/>
            </a:xfrm>
            <a:custGeom>
              <a:avLst/>
              <a:gdLst/>
              <a:ahLst/>
              <a:cxnLst/>
              <a:rect l="l" t="t" r="r" b="b"/>
              <a:pathLst>
                <a:path w="1123314" h="283845">
                  <a:moveTo>
                    <a:pt x="1117854" y="0"/>
                  </a:moveTo>
                  <a:lnTo>
                    <a:pt x="5283" y="0"/>
                  </a:lnTo>
                  <a:lnTo>
                    <a:pt x="0" y="5333"/>
                  </a:lnTo>
                  <a:lnTo>
                    <a:pt x="0" y="278129"/>
                  </a:lnTo>
                  <a:lnTo>
                    <a:pt x="5283" y="283463"/>
                  </a:lnTo>
                  <a:lnTo>
                    <a:pt x="1117854" y="283463"/>
                  </a:lnTo>
                  <a:lnTo>
                    <a:pt x="1123188" y="278129"/>
                  </a:lnTo>
                  <a:lnTo>
                    <a:pt x="1123188" y="5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30824" y="5011289"/>
              <a:ext cx="2106168" cy="114262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06439" y="4977383"/>
              <a:ext cx="2103119" cy="114909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25336" y="5206364"/>
              <a:ext cx="502284" cy="259079"/>
            </a:xfrm>
            <a:custGeom>
              <a:avLst/>
              <a:gdLst/>
              <a:ahLst/>
              <a:cxnLst/>
              <a:rect l="l" t="t" r="r" b="b"/>
              <a:pathLst>
                <a:path w="502284" h="259079">
                  <a:moveTo>
                    <a:pt x="119507" y="115951"/>
                  </a:moveTo>
                  <a:lnTo>
                    <a:pt x="0" y="235077"/>
                  </a:lnTo>
                  <a:lnTo>
                    <a:pt x="167005" y="259080"/>
                  </a:lnTo>
                  <a:lnTo>
                    <a:pt x="153729" y="219075"/>
                  </a:lnTo>
                  <a:lnTo>
                    <a:pt x="128016" y="219075"/>
                  </a:lnTo>
                  <a:lnTo>
                    <a:pt x="110744" y="171831"/>
                  </a:lnTo>
                  <a:lnTo>
                    <a:pt x="135104" y="162950"/>
                  </a:lnTo>
                  <a:lnTo>
                    <a:pt x="119507" y="115951"/>
                  </a:lnTo>
                  <a:close/>
                </a:path>
                <a:path w="502284" h="259079">
                  <a:moveTo>
                    <a:pt x="135104" y="162950"/>
                  </a:moveTo>
                  <a:lnTo>
                    <a:pt x="110744" y="171831"/>
                  </a:lnTo>
                  <a:lnTo>
                    <a:pt x="128016" y="219075"/>
                  </a:lnTo>
                  <a:lnTo>
                    <a:pt x="150945" y="210687"/>
                  </a:lnTo>
                  <a:lnTo>
                    <a:pt x="135104" y="162950"/>
                  </a:lnTo>
                  <a:close/>
                </a:path>
                <a:path w="502284" h="259079">
                  <a:moveTo>
                    <a:pt x="150945" y="210687"/>
                  </a:moveTo>
                  <a:lnTo>
                    <a:pt x="128016" y="219075"/>
                  </a:lnTo>
                  <a:lnTo>
                    <a:pt x="153729" y="219075"/>
                  </a:lnTo>
                  <a:lnTo>
                    <a:pt x="150945" y="210687"/>
                  </a:lnTo>
                  <a:close/>
                </a:path>
                <a:path w="502284" h="259079">
                  <a:moveTo>
                    <a:pt x="476631" y="0"/>
                  </a:moveTo>
                  <a:lnTo>
                    <a:pt x="422529" y="32004"/>
                  </a:lnTo>
                  <a:lnTo>
                    <a:pt x="366903" y="62103"/>
                  </a:lnTo>
                  <a:lnTo>
                    <a:pt x="309372" y="90678"/>
                  </a:lnTo>
                  <a:lnTo>
                    <a:pt x="249682" y="117856"/>
                  </a:lnTo>
                  <a:lnTo>
                    <a:pt x="188087" y="143637"/>
                  </a:lnTo>
                  <a:lnTo>
                    <a:pt x="135104" y="162950"/>
                  </a:lnTo>
                  <a:lnTo>
                    <a:pt x="150945" y="210687"/>
                  </a:lnTo>
                  <a:lnTo>
                    <a:pt x="207518" y="189992"/>
                  </a:lnTo>
                  <a:lnTo>
                    <a:pt x="270510" y="163703"/>
                  </a:lnTo>
                  <a:lnTo>
                    <a:pt x="331724" y="135763"/>
                  </a:lnTo>
                  <a:lnTo>
                    <a:pt x="390906" y="106299"/>
                  </a:lnTo>
                  <a:lnTo>
                    <a:pt x="448056" y="75311"/>
                  </a:lnTo>
                  <a:lnTo>
                    <a:pt x="502285" y="43307"/>
                  </a:lnTo>
                  <a:lnTo>
                    <a:pt x="476631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98819" y="5076444"/>
              <a:ext cx="883920" cy="104089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44412" y="2072639"/>
              <a:ext cx="1531619" cy="153009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92139" y="2639567"/>
              <a:ext cx="885443" cy="10408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36892" y="3358895"/>
              <a:ext cx="885444" cy="103936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28116" y="5227320"/>
            <a:ext cx="1123315" cy="283845"/>
          </a:xfrm>
          <a:prstGeom prst="rect">
            <a:avLst/>
          </a:prstGeom>
          <a:ln w="16383">
            <a:solidFill>
              <a:srgbClr val="77777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250">
              <a:lnSpc>
                <a:spcPts val="1875"/>
              </a:lnSpc>
            </a:pPr>
            <a:r>
              <a:rPr sz="1600" b="1" spc="-10" dirty="0">
                <a:latin typeface="Verdana"/>
                <a:cs typeface="Verdana"/>
              </a:rPr>
              <a:t>Client1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72767" y="5728715"/>
            <a:ext cx="1123315" cy="283845"/>
          </a:xfrm>
          <a:prstGeom prst="rect">
            <a:avLst/>
          </a:prstGeom>
          <a:ln w="16383">
            <a:solidFill>
              <a:srgbClr val="77777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250">
              <a:lnSpc>
                <a:spcPts val="1880"/>
              </a:lnSpc>
            </a:pPr>
            <a:r>
              <a:rPr sz="1600" b="1" spc="-10" dirty="0">
                <a:latin typeface="Verdana"/>
                <a:cs typeface="Verdana"/>
              </a:rPr>
              <a:t>Client2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02352" y="4850891"/>
            <a:ext cx="1122045" cy="283845"/>
          </a:xfrm>
          <a:custGeom>
            <a:avLst/>
            <a:gdLst/>
            <a:ahLst/>
            <a:cxnLst/>
            <a:rect l="l" t="t" r="r" b="b"/>
            <a:pathLst>
              <a:path w="1122045" h="283845">
                <a:moveTo>
                  <a:pt x="1116330" y="0"/>
                </a:moveTo>
                <a:lnTo>
                  <a:pt x="5334" y="0"/>
                </a:lnTo>
                <a:lnTo>
                  <a:pt x="0" y="5333"/>
                </a:lnTo>
                <a:lnTo>
                  <a:pt x="0" y="278129"/>
                </a:lnTo>
                <a:lnTo>
                  <a:pt x="5334" y="283463"/>
                </a:lnTo>
                <a:lnTo>
                  <a:pt x="1116330" y="283463"/>
                </a:lnTo>
                <a:lnTo>
                  <a:pt x="1121664" y="278129"/>
                </a:lnTo>
                <a:lnTo>
                  <a:pt x="1121664" y="53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102352" y="4850891"/>
            <a:ext cx="1122045" cy="283845"/>
          </a:xfrm>
          <a:prstGeom prst="rect">
            <a:avLst/>
          </a:prstGeom>
          <a:ln w="16383">
            <a:solidFill>
              <a:srgbClr val="77777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5250">
              <a:lnSpc>
                <a:spcPts val="1880"/>
              </a:lnSpc>
            </a:pPr>
            <a:r>
              <a:rPr sz="1600" b="1" spc="-10" dirty="0">
                <a:latin typeface="Verdana"/>
                <a:cs typeface="Verdana"/>
              </a:rPr>
              <a:t>ServerA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89657" y="3406139"/>
            <a:ext cx="5018405" cy="1876425"/>
          </a:xfrm>
          <a:custGeom>
            <a:avLst/>
            <a:gdLst/>
            <a:ahLst/>
            <a:cxnLst/>
            <a:rect l="l" t="t" r="r" b="b"/>
            <a:pathLst>
              <a:path w="5018405" h="1876425">
                <a:moveTo>
                  <a:pt x="983361" y="657606"/>
                </a:moveTo>
                <a:lnTo>
                  <a:pt x="814705" y="656336"/>
                </a:lnTo>
                <a:lnTo>
                  <a:pt x="836815" y="701459"/>
                </a:lnTo>
                <a:lnTo>
                  <a:pt x="0" y="1112012"/>
                </a:lnTo>
                <a:lnTo>
                  <a:pt x="22098" y="1157224"/>
                </a:lnTo>
                <a:lnTo>
                  <a:pt x="858964" y="746645"/>
                </a:lnTo>
                <a:lnTo>
                  <a:pt x="881126" y="791845"/>
                </a:lnTo>
                <a:lnTo>
                  <a:pt x="958405" y="690372"/>
                </a:lnTo>
                <a:lnTo>
                  <a:pt x="983361" y="657606"/>
                </a:lnTo>
                <a:close/>
              </a:path>
              <a:path w="5018405" h="1876425">
                <a:moveTo>
                  <a:pt x="1032637" y="843153"/>
                </a:moveTo>
                <a:lnTo>
                  <a:pt x="1010285" y="798195"/>
                </a:lnTo>
                <a:lnTo>
                  <a:pt x="147307" y="1225105"/>
                </a:lnTo>
                <a:lnTo>
                  <a:pt x="124968" y="1179957"/>
                </a:lnTo>
                <a:lnTo>
                  <a:pt x="23241" y="1314450"/>
                </a:lnTo>
                <a:lnTo>
                  <a:pt x="191897" y="1315212"/>
                </a:lnTo>
                <a:lnTo>
                  <a:pt x="175107" y="1281303"/>
                </a:lnTo>
                <a:lnTo>
                  <a:pt x="169595" y="1270165"/>
                </a:lnTo>
                <a:lnTo>
                  <a:pt x="1032637" y="843153"/>
                </a:lnTo>
                <a:close/>
              </a:path>
              <a:path w="5018405" h="1876425">
                <a:moveTo>
                  <a:pt x="1231773" y="947166"/>
                </a:moveTo>
                <a:lnTo>
                  <a:pt x="1078611" y="1017778"/>
                </a:lnTo>
                <a:lnTo>
                  <a:pt x="1117866" y="1049248"/>
                </a:lnTo>
                <a:lnTo>
                  <a:pt x="619252" y="1672082"/>
                </a:lnTo>
                <a:lnTo>
                  <a:pt x="658622" y="1703578"/>
                </a:lnTo>
                <a:lnTo>
                  <a:pt x="1157122" y="1080719"/>
                </a:lnTo>
                <a:lnTo>
                  <a:pt x="1196340" y="1112139"/>
                </a:lnTo>
                <a:lnTo>
                  <a:pt x="1214069" y="1029589"/>
                </a:lnTo>
                <a:lnTo>
                  <a:pt x="1231773" y="947166"/>
                </a:lnTo>
                <a:close/>
              </a:path>
              <a:path w="5018405" h="1876425">
                <a:moveTo>
                  <a:pt x="1378204" y="1095121"/>
                </a:moveTo>
                <a:lnTo>
                  <a:pt x="1338326" y="1064387"/>
                </a:lnTo>
                <a:lnTo>
                  <a:pt x="939685" y="1581886"/>
                </a:lnTo>
                <a:lnTo>
                  <a:pt x="899795" y="1551178"/>
                </a:lnTo>
                <a:lnTo>
                  <a:pt x="867537" y="1716786"/>
                </a:lnTo>
                <a:lnTo>
                  <a:pt x="1019429" y="1643253"/>
                </a:lnTo>
                <a:lnTo>
                  <a:pt x="1005560" y="1632585"/>
                </a:lnTo>
                <a:lnTo>
                  <a:pt x="979576" y="1612595"/>
                </a:lnTo>
                <a:lnTo>
                  <a:pt x="1378204" y="1095121"/>
                </a:lnTo>
                <a:close/>
              </a:path>
              <a:path w="5018405" h="1876425">
                <a:moveTo>
                  <a:pt x="3057398" y="64770"/>
                </a:moveTo>
                <a:lnTo>
                  <a:pt x="3018307" y="48514"/>
                </a:lnTo>
                <a:lnTo>
                  <a:pt x="2901696" y="0"/>
                </a:lnTo>
                <a:lnTo>
                  <a:pt x="2905201" y="50723"/>
                </a:lnTo>
                <a:lnTo>
                  <a:pt x="2851785" y="55499"/>
                </a:lnTo>
                <a:lnTo>
                  <a:pt x="2784983" y="63881"/>
                </a:lnTo>
                <a:lnTo>
                  <a:pt x="2718562" y="73660"/>
                </a:lnTo>
                <a:lnTo>
                  <a:pt x="2653157" y="85090"/>
                </a:lnTo>
                <a:lnTo>
                  <a:pt x="2588260" y="97790"/>
                </a:lnTo>
                <a:lnTo>
                  <a:pt x="2524379" y="112014"/>
                </a:lnTo>
                <a:lnTo>
                  <a:pt x="2461514" y="127635"/>
                </a:lnTo>
                <a:lnTo>
                  <a:pt x="2399538" y="144653"/>
                </a:lnTo>
                <a:lnTo>
                  <a:pt x="2338705" y="163080"/>
                </a:lnTo>
                <a:lnTo>
                  <a:pt x="2278888" y="183007"/>
                </a:lnTo>
                <a:lnTo>
                  <a:pt x="2220214" y="204216"/>
                </a:lnTo>
                <a:lnTo>
                  <a:pt x="2163064" y="226822"/>
                </a:lnTo>
                <a:lnTo>
                  <a:pt x="2107057" y="250698"/>
                </a:lnTo>
                <a:lnTo>
                  <a:pt x="2053336" y="275590"/>
                </a:lnTo>
                <a:lnTo>
                  <a:pt x="2074418" y="321183"/>
                </a:lnTo>
                <a:lnTo>
                  <a:pt x="2128266" y="296291"/>
                </a:lnTo>
                <a:lnTo>
                  <a:pt x="2182749" y="273050"/>
                </a:lnTo>
                <a:lnTo>
                  <a:pt x="2238756" y="250952"/>
                </a:lnTo>
                <a:lnTo>
                  <a:pt x="2296033" y="230251"/>
                </a:lnTo>
                <a:lnTo>
                  <a:pt x="2354453" y="210820"/>
                </a:lnTo>
                <a:lnTo>
                  <a:pt x="2414016" y="192913"/>
                </a:lnTo>
                <a:lnTo>
                  <a:pt x="2474722" y="176149"/>
                </a:lnTo>
                <a:lnTo>
                  <a:pt x="2536571" y="160782"/>
                </a:lnTo>
                <a:lnTo>
                  <a:pt x="2599182" y="146812"/>
                </a:lnTo>
                <a:lnTo>
                  <a:pt x="2662809" y="134366"/>
                </a:lnTo>
                <a:lnTo>
                  <a:pt x="2727198" y="123329"/>
                </a:lnTo>
                <a:lnTo>
                  <a:pt x="2792349" y="113665"/>
                </a:lnTo>
                <a:lnTo>
                  <a:pt x="2858008" y="105410"/>
                </a:lnTo>
                <a:lnTo>
                  <a:pt x="2908668" y="100863"/>
                </a:lnTo>
                <a:lnTo>
                  <a:pt x="2912110" y="150495"/>
                </a:lnTo>
                <a:lnTo>
                  <a:pt x="3057398" y="64770"/>
                </a:lnTo>
                <a:close/>
              </a:path>
              <a:path w="5018405" h="1876425">
                <a:moveTo>
                  <a:pt x="3255772" y="202946"/>
                </a:moveTo>
                <a:lnTo>
                  <a:pt x="3148584" y="203708"/>
                </a:lnTo>
                <a:lnTo>
                  <a:pt x="3071622" y="206883"/>
                </a:lnTo>
                <a:lnTo>
                  <a:pt x="2995168" y="211836"/>
                </a:lnTo>
                <a:lnTo>
                  <a:pt x="2919476" y="218948"/>
                </a:lnTo>
                <a:lnTo>
                  <a:pt x="2844800" y="227965"/>
                </a:lnTo>
                <a:lnTo>
                  <a:pt x="2770886" y="238887"/>
                </a:lnTo>
                <a:lnTo>
                  <a:pt x="2698115" y="251841"/>
                </a:lnTo>
                <a:lnTo>
                  <a:pt x="2626614" y="266573"/>
                </a:lnTo>
                <a:lnTo>
                  <a:pt x="2556383" y="283083"/>
                </a:lnTo>
                <a:lnTo>
                  <a:pt x="2487549" y="301625"/>
                </a:lnTo>
                <a:lnTo>
                  <a:pt x="2420239" y="321818"/>
                </a:lnTo>
                <a:lnTo>
                  <a:pt x="2354707" y="343789"/>
                </a:lnTo>
                <a:lnTo>
                  <a:pt x="2290445" y="367792"/>
                </a:lnTo>
                <a:lnTo>
                  <a:pt x="2249665" y="385394"/>
                </a:lnTo>
                <a:lnTo>
                  <a:pt x="2228088" y="339217"/>
                </a:lnTo>
                <a:lnTo>
                  <a:pt x="2123313" y="471424"/>
                </a:lnTo>
                <a:lnTo>
                  <a:pt x="2291969" y="475869"/>
                </a:lnTo>
                <a:lnTo>
                  <a:pt x="2275751" y="441198"/>
                </a:lnTo>
                <a:lnTo>
                  <a:pt x="2270963" y="430961"/>
                </a:lnTo>
                <a:lnTo>
                  <a:pt x="2310384" y="414020"/>
                </a:lnTo>
                <a:lnTo>
                  <a:pt x="2372233" y="390906"/>
                </a:lnTo>
                <a:lnTo>
                  <a:pt x="2436241" y="369443"/>
                </a:lnTo>
                <a:lnTo>
                  <a:pt x="2502027" y="349758"/>
                </a:lnTo>
                <a:lnTo>
                  <a:pt x="2569464" y="331597"/>
                </a:lnTo>
                <a:lnTo>
                  <a:pt x="2638044" y="315468"/>
                </a:lnTo>
                <a:lnTo>
                  <a:pt x="2708275" y="300990"/>
                </a:lnTo>
                <a:lnTo>
                  <a:pt x="2779649" y="288417"/>
                </a:lnTo>
                <a:lnTo>
                  <a:pt x="2852166" y="277749"/>
                </a:lnTo>
                <a:lnTo>
                  <a:pt x="2925572" y="268859"/>
                </a:lnTo>
                <a:lnTo>
                  <a:pt x="2999867" y="261874"/>
                </a:lnTo>
                <a:lnTo>
                  <a:pt x="3074924" y="257048"/>
                </a:lnTo>
                <a:lnTo>
                  <a:pt x="3150489" y="254000"/>
                </a:lnTo>
                <a:lnTo>
                  <a:pt x="3226689" y="252984"/>
                </a:lnTo>
                <a:lnTo>
                  <a:pt x="3255518" y="253111"/>
                </a:lnTo>
                <a:lnTo>
                  <a:pt x="3255518" y="252984"/>
                </a:lnTo>
                <a:lnTo>
                  <a:pt x="3255772" y="202946"/>
                </a:lnTo>
                <a:close/>
              </a:path>
              <a:path w="5018405" h="1876425">
                <a:moveTo>
                  <a:pt x="4470273" y="1670812"/>
                </a:moveTo>
                <a:lnTo>
                  <a:pt x="4301744" y="1676527"/>
                </a:lnTo>
                <a:lnTo>
                  <a:pt x="4325569" y="1720418"/>
                </a:lnTo>
                <a:lnTo>
                  <a:pt x="4315841" y="1725549"/>
                </a:lnTo>
                <a:lnTo>
                  <a:pt x="4265930" y="1748282"/>
                </a:lnTo>
                <a:lnTo>
                  <a:pt x="4213606" y="1770126"/>
                </a:lnTo>
                <a:lnTo>
                  <a:pt x="4159758" y="1790839"/>
                </a:lnTo>
                <a:lnTo>
                  <a:pt x="4104259" y="1810270"/>
                </a:lnTo>
                <a:lnTo>
                  <a:pt x="4047236" y="1828419"/>
                </a:lnTo>
                <a:lnTo>
                  <a:pt x="4062463" y="1876425"/>
                </a:lnTo>
                <a:lnTo>
                  <a:pt x="4120896" y="1857756"/>
                </a:lnTo>
                <a:lnTo>
                  <a:pt x="4177792" y="1837817"/>
                </a:lnTo>
                <a:lnTo>
                  <a:pt x="4233164" y="1816620"/>
                </a:lnTo>
                <a:lnTo>
                  <a:pt x="4286758" y="1794014"/>
                </a:lnTo>
                <a:lnTo>
                  <a:pt x="4339336" y="1770126"/>
                </a:lnTo>
                <a:lnTo>
                  <a:pt x="4349610" y="1764665"/>
                </a:lnTo>
                <a:lnTo>
                  <a:pt x="4373753" y="1809115"/>
                </a:lnTo>
                <a:lnTo>
                  <a:pt x="4443946" y="1708531"/>
                </a:lnTo>
                <a:lnTo>
                  <a:pt x="4470273" y="1670812"/>
                </a:lnTo>
                <a:close/>
              </a:path>
              <a:path w="5018405" h="1876425">
                <a:moveTo>
                  <a:pt x="4487164" y="537972"/>
                </a:moveTo>
                <a:lnTo>
                  <a:pt x="4449318" y="512953"/>
                </a:lnTo>
                <a:lnTo>
                  <a:pt x="4409821" y="488823"/>
                </a:lnTo>
                <a:lnTo>
                  <a:pt x="4369181" y="465582"/>
                </a:lnTo>
                <a:lnTo>
                  <a:pt x="4326890" y="443103"/>
                </a:lnTo>
                <a:lnTo>
                  <a:pt x="4283329" y="421640"/>
                </a:lnTo>
                <a:lnTo>
                  <a:pt x="4238498" y="401066"/>
                </a:lnTo>
                <a:lnTo>
                  <a:pt x="4192397" y="381381"/>
                </a:lnTo>
                <a:lnTo>
                  <a:pt x="4145026" y="362585"/>
                </a:lnTo>
                <a:lnTo>
                  <a:pt x="4096512" y="344932"/>
                </a:lnTo>
                <a:lnTo>
                  <a:pt x="4046982" y="328168"/>
                </a:lnTo>
                <a:lnTo>
                  <a:pt x="3996309" y="312293"/>
                </a:lnTo>
                <a:lnTo>
                  <a:pt x="3944620" y="297561"/>
                </a:lnTo>
                <a:lnTo>
                  <a:pt x="3891534" y="283718"/>
                </a:lnTo>
                <a:lnTo>
                  <a:pt x="3876941" y="280492"/>
                </a:lnTo>
                <a:lnTo>
                  <a:pt x="3878097" y="275082"/>
                </a:lnTo>
                <a:lnTo>
                  <a:pt x="3887470" y="231013"/>
                </a:lnTo>
                <a:lnTo>
                  <a:pt x="3724148" y="273558"/>
                </a:lnTo>
                <a:lnTo>
                  <a:pt x="3856101" y="378587"/>
                </a:lnTo>
                <a:lnTo>
                  <a:pt x="3866502" y="329641"/>
                </a:lnTo>
                <a:lnTo>
                  <a:pt x="3880739" y="332740"/>
                </a:lnTo>
                <a:lnTo>
                  <a:pt x="3931793" y="346202"/>
                </a:lnTo>
                <a:lnTo>
                  <a:pt x="3982466" y="360680"/>
                </a:lnTo>
                <a:lnTo>
                  <a:pt x="4031996" y="376174"/>
                </a:lnTo>
                <a:lnTo>
                  <a:pt x="4080510" y="392557"/>
                </a:lnTo>
                <a:lnTo>
                  <a:pt x="4127754" y="409829"/>
                </a:lnTo>
                <a:lnTo>
                  <a:pt x="4173855" y="428117"/>
                </a:lnTo>
                <a:lnTo>
                  <a:pt x="4218813" y="447294"/>
                </a:lnTo>
                <a:lnTo>
                  <a:pt x="4262374" y="467233"/>
                </a:lnTo>
                <a:lnTo>
                  <a:pt x="4304665" y="488188"/>
                </a:lnTo>
                <a:lnTo>
                  <a:pt x="4345432" y="510032"/>
                </a:lnTo>
                <a:lnTo>
                  <a:pt x="4384929" y="532511"/>
                </a:lnTo>
                <a:lnTo>
                  <a:pt x="4423029" y="555752"/>
                </a:lnTo>
                <a:lnTo>
                  <a:pt x="4459478" y="579882"/>
                </a:lnTo>
                <a:lnTo>
                  <a:pt x="4487164" y="537972"/>
                </a:lnTo>
                <a:close/>
              </a:path>
              <a:path w="5018405" h="1876425">
                <a:moveTo>
                  <a:pt x="4517517" y="418338"/>
                </a:moveTo>
                <a:lnTo>
                  <a:pt x="4490212" y="375412"/>
                </a:lnTo>
                <a:lnTo>
                  <a:pt x="4426966" y="275971"/>
                </a:lnTo>
                <a:lnTo>
                  <a:pt x="4400829" y="319557"/>
                </a:lnTo>
                <a:lnTo>
                  <a:pt x="4341876" y="288163"/>
                </a:lnTo>
                <a:lnTo>
                  <a:pt x="4301109" y="268478"/>
                </a:lnTo>
                <a:lnTo>
                  <a:pt x="4259326" y="249555"/>
                </a:lnTo>
                <a:lnTo>
                  <a:pt x="4216781" y="231267"/>
                </a:lnTo>
                <a:lnTo>
                  <a:pt x="4173474" y="213868"/>
                </a:lnTo>
                <a:lnTo>
                  <a:pt x="4129024" y="197116"/>
                </a:lnTo>
                <a:lnTo>
                  <a:pt x="4084066" y="181241"/>
                </a:lnTo>
                <a:lnTo>
                  <a:pt x="4038219" y="165989"/>
                </a:lnTo>
                <a:lnTo>
                  <a:pt x="3991610" y="151638"/>
                </a:lnTo>
                <a:lnTo>
                  <a:pt x="3944239" y="138049"/>
                </a:lnTo>
                <a:lnTo>
                  <a:pt x="3896233" y="125349"/>
                </a:lnTo>
                <a:lnTo>
                  <a:pt x="3847973" y="113538"/>
                </a:lnTo>
                <a:lnTo>
                  <a:pt x="3836035" y="162318"/>
                </a:lnTo>
                <a:lnTo>
                  <a:pt x="3884168" y="174129"/>
                </a:lnTo>
                <a:lnTo>
                  <a:pt x="3931412" y="186690"/>
                </a:lnTo>
                <a:lnTo>
                  <a:pt x="3977767" y="200025"/>
                </a:lnTo>
                <a:lnTo>
                  <a:pt x="4023360" y="213995"/>
                </a:lnTo>
                <a:lnTo>
                  <a:pt x="4068191" y="228981"/>
                </a:lnTo>
                <a:lnTo>
                  <a:pt x="4112387" y="244475"/>
                </a:lnTo>
                <a:lnTo>
                  <a:pt x="4155567" y="260858"/>
                </a:lnTo>
                <a:lnTo>
                  <a:pt x="4198112" y="278003"/>
                </a:lnTo>
                <a:lnTo>
                  <a:pt x="4239641" y="295656"/>
                </a:lnTo>
                <a:lnTo>
                  <a:pt x="4280281" y="314198"/>
                </a:lnTo>
                <a:lnTo>
                  <a:pt x="4320032" y="333502"/>
                </a:lnTo>
                <a:lnTo>
                  <a:pt x="4358767" y="353314"/>
                </a:lnTo>
                <a:lnTo>
                  <a:pt x="4374997" y="362648"/>
                </a:lnTo>
                <a:lnTo>
                  <a:pt x="4349369" y="405384"/>
                </a:lnTo>
                <a:lnTo>
                  <a:pt x="4517517" y="418338"/>
                </a:lnTo>
                <a:close/>
              </a:path>
              <a:path w="5018405" h="1876425">
                <a:moveTo>
                  <a:pt x="4911471" y="1076706"/>
                </a:moveTo>
                <a:lnTo>
                  <a:pt x="4901273" y="1064133"/>
                </a:lnTo>
                <a:lnTo>
                  <a:pt x="4805172" y="945642"/>
                </a:lnTo>
                <a:lnTo>
                  <a:pt x="4764151" y="1109218"/>
                </a:lnTo>
                <a:lnTo>
                  <a:pt x="4812030" y="1098651"/>
                </a:lnTo>
                <a:lnTo>
                  <a:pt x="4813478" y="1107059"/>
                </a:lnTo>
                <a:lnTo>
                  <a:pt x="4813935" y="1127379"/>
                </a:lnTo>
                <a:lnTo>
                  <a:pt x="4810633" y="1182243"/>
                </a:lnTo>
                <a:lnTo>
                  <a:pt x="4800854" y="1236853"/>
                </a:lnTo>
                <a:lnTo>
                  <a:pt x="4784598" y="1290955"/>
                </a:lnTo>
                <a:lnTo>
                  <a:pt x="4761992" y="1344295"/>
                </a:lnTo>
                <a:lnTo>
                  <a:pt x="4733036" y="1397127"/>
                </a:lnTo>
                <a:lnTo>
                  <a:pt x="4697730" y="1449070"/>
                </a:lnTo>
                <a:lnTo>
                  <a:pt x="4656201" y="1500124"/>
                </a:lnTo>
                <a:lnTo>
                  <a:pt x="4608322" y="1549654"/>
                </a:lnTo>
                <a:lnTo>
                  <a:pt x="4643882" y="1585214"/>
                </a:lnTo>
                <a:lnTo>
                  <a:pt x="4694555" y="1532636"/>
                </a:lnTo>
                <a:lnTo>
                  <a:pt x="4738624" y="1478280"/>
                </a:lnTo>
                <a:lnTo>
                  <a:pt x="4776470" y="1422400"/>
                </a:lnTo>
                <a:lnTo>
                  <a:pt x="4807712" y="1365123"/>
                </a:lnTo>
                <a:lnTo>
                  <a:pt x="4832350" y="1306576"/>
                </a:lnTo>
                <a:lnTo>
                  <a:pt x="4850130" y="1247013"/>
                </a:lnTo>
                <a:lnTo>
                  <a:pt x="4860671" y="1186815"/>
                </a:lnTo>
                <a:lnTo>
                  <a:pt x="4864227" y="1126109"/>
                </a:lnTo>
                <a:lnTo>
                  <a:pt x="4863719" y="1108202"/>
                </a:lnTo>
                <a:lnTo>
                  <a:pt x="4863617" y="1104519"/>
                </a:lnTo>
                <a:lnTo>
                  <a:pt x="4863592" y="1101979"/>
                </a:lnTo>
                <a:lnTo>
                  <a:pt x="4863338" y="1099566"/>
                </a:lnTo>
                <a:lnTo>
                  <a:pt x="4861268" y="1087793"/>
                </a:lnTo>
                <a:lnTo>
                  <a:pt x="4911471" y="1076706"/>
                </a:lnTo>
                <a:close/>
              </a:path>
              <a:path w="5018405" h="1876425">
                <a:moveTo>
                  <a:pt x="5018151" y="1120775"/>
                </a:moveTo>
                <a:lnTo>
                  <a:pt x="5017516" y="1093343"/>
                </a:lnTo>
                <a:lnTo>
                  <a:pt x="5015865" y="1065784"/>
                </a:lnTo>
                <a:lnTo>
                  <a:pt x="5012944" y="1038352"/>
                </a:lnTo>
                <a:lnTo>
                  <a:pt x="5009007" y="1012063"/>
                </a:lnTo>
                <a:lnTo>
                  <a:pt x="4959223" y="1019429"/>
                </a:lnTo>
                <a:lnTo>
                  <a:pt x="4963160" y="1045718"/>
                </a:lnTo>
                <a:lnTo>
                  <a:pt x="4965827" y="1070991"/>
                </a:lnTo>
                <a:lnTo>
                  <a:pt x="4967351" y="1096391"/>
                </a:lnTo>
                <a:lnTo>
                  <a:pt x="4967859" y="1121918"/>
                </a:lnTo>
                <a:lnTo>
                  <a:pt x="4967351" y="1144905"/>
                </a:lnTo>
                <a:lnTo>
                  <a:pt x="4963922" y="1190752"/>
                </a:lnTo>
                <a:lnTo>
                  <a:pt x="4956937" y="1236599"/>
                </a:lnTo>
                <a:lnTo>
                  <a:pt x="4946396" y="1282065"/>
                </a:lnTo>
                <a:lnTo>
                  <a:pt x="4932426" y="1327277"/>
                </a:lnTo>
                <a:lnTo>
                  <a:pt x="4924133" y="1349959"/>
                </a:lnTo>
                <a:lnTo>
                  <a:pt x="4879467" y="1327150"/>
                </a:lnTo>
                <a:lnTo>
                  <a:pt x="4878070" y="1495806"/>
                </a:lnTo>
                <a:lnTo>
                  <a:pt x="5013833" y="1395730"/>
                </a:lnTo>
                <a:lnTo>
                  <a:pt x="5012588" y="1395095"/>
                </a:lnTo>
                <a:lnTo>
                  <a:pt x="4968735" y="1372717"/>
                </a:lnTo>
                <a:lnTo>
                  <a:pt x="4988179" y="1318641"/>
                </a:lnTo>
                <a:lnTo>
                  <a:pt x="5001387" y="1269619"/>
                </a:lnTo>
                <a:lnTo>
                  <a:pt x="5010658" y="1220343"/>
                </a:lnTo>
                <a:lnTo>
                  <a:pt x="5016246" y="1170686"/>
                </a:lnTo>
                <a:lnTo>
                  <a:pt x="5017643" y="1145921"/>
                </a:lnTo>
                <a:lnTo>
                  <a:pt x="5018151" y="1120775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7650" y="1753870"/>
            <a:ext cx="6018276" cy="33527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616479"/>
              </p:ext>
            </p:extLst>
          </p:nvPr>
        </p:nvGraphicFramePr>
        <p:xfrm>
          <a:off x="238125" y="1392300"/>
          <a:ext cx="6018529" cy="10226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3030"/>
                <a:gridCol w="1762124"/>
                <a:gridCol w="1603375"/>
              </a:tblGrid>
              <a:tr h="352171">
                <a:tc gridSpan="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DNS server</a:t>
                      </a:r>
                      <a:r>
                        <a:rPr sz="1600" spc="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cache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52069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B3C7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51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spc="-10" dirty="0">
                          <a:latin typeface="Verdana"/>
                          <a:cs typeface="Verdana"/>
                        </a:rPr>
                        <a:t>Host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name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dirty="0">
                          <a:latin typeface="Verdana"/>
                          <a:cs typeface="Verdana"/>
                        </a:rPr>
                        <a:t>IP</a:t>
                      </a:r>
                      <a:r>
                        <a:rPr sz="16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address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spc="-30" dirty="0">
                          <a:latin typeface="Verdana"/>
                          <a:cs typeface="Verdana"/>
                        </a:rPr>
                        <a:t>TTL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ServerA.contoso.com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b="1" spc="-5" dirty="0">
                          <a:latin typeface="Verdana"/>
                          <a:cs typeface="Verdana"/>
                        </a:rPr>
                        <a:t>192.168.8.44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b="1" spc="-5" dirty="0">
                          <a:latin typeface="Verdana"/>
                          <a:cs typeface="Verdana"/>
                        </a:rPr>
                        <a:t>28</a:t>
                      </a:r>
                      <a:r>
                        <a:rPr sz="1600" b="1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b="1" spc="-10" dirty="0">
                          <a:latin typeface="Verdana"/>
                          <a:cs typeface="Verdana"/>
                        </a:rPr>
                        <a:t>seconds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5" name="object 35"/>
          <p:cNvGrpSpPr/>
          <p:nvPr/>
        </p:nvGrpSpPr>
        <p:grpSpPr>
          <a:xfrm>
            <a:off x="8036052" y="6265164"/>
            <a:ext cx="928369" cy="440690"/>
            <a:chOff x="8036052" y="6265164"/>
            <a:chExt cx="928369" cy="440690"/>
          </a:xfrm>
        </p:grpSpPr>
        <p:sp>
          <p:nvSpPr>
            <p:cNvPr id="36" name="object 36"/>
            <p:cNvSpPr/>
            <p:nvPr/>
          </p:nvSpPr>
          <p:spPr>
            <a:xfrm>
              <a:off x="8046720" y="6275832"/>
              <a:ext cx="917448" cy="42976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36052" y="6265164"/>
              <a:ext cx="914400" cy="42672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14360" y="6397752"/>
              <a:ext cx="188975" cy="17983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232648" y="6391656"/>
              <a:ext cx="176783" cy="16764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228076" y="6387084"/>
              <a:ext cx="185927" cy="176783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523732" y="6356604"/>
              <a:ext cx="304800" cy="24383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598408" y="6425184"/>
              <a:ext cx="132588" cy="134111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616696" y="6419088"/>
              <a:ext cx="120396" cy="121920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616696" y="6419088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20"/>
                  </a:moveTo>
                  <a:lnTo>
                    <a:pt x="120396" y="121920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Rectangle 45"/>
          <p:cNvSpPr/>
          <p:nvPr/>
        </p:nvSpPr>
        <p:spPr>
          <a:xfrm>
            <a:off x="1213102" y="3176337"/>
            <a:ext cx="4572000" cy="65915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A at</a:t>
            </a: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192.168.8.44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202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3: </a:t>
            </a:r>
            <a:r>
              <a:rPr spc="-5" dirty="0"/>
              <a:t>Configuring </a:t>
            </a:r>
            <a:r>
              <a:rPr dirty="0"/>
              <a:t>DNS</a:t>
            </a:r>
            <a:r>
              <a:rPr spc="15" dirty="0"/>
              <a:t> </a:t>
            </a:r>
            <a:r>
              <a:rPr spc="-5" dirty="0"/>
              <a:t>Zones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066800"/>
            <a:ext cx="6186170" cy="22704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DNS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Zone?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Are the DNS Zone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Types?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Are Forward </a:t>
            </a:r>
            <a:r>
              <a:rPr sz="2000" dirty="0">
                <a:latin typeface="Verdana"/>
                <a:cs typeface="Verdana"/>
              </a:rPr>
              <a:t>and </a:t>
            </a:r>
            <a:r>
              <a:rPr sz="2000" spc="-5" dirty="0">
                <a:latin typeface="Verdana"/>
                <a:cs typeface="Verdana"/>
              </a:rPr>
              <a:t>Reverse </a:t>
            </a:r>
            <a:r>
              <a:rPr sz="2000" dirty="0">
                <a:latin typeface="Verdana"/>
                <a:cs typeface="Verdana"/>
              </a:rPr>
              <a:t>Lookup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Zones?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</a:t>
            </a:r>
            <a:r>
              <a:rPr sz="2000" spc="-5" dirty="0">
                <a:latin typeface="Verdana"/>
                <a:cs typeface="Verdana"/>
              </a:rPr>
              <a:t>are </a:t>
            </a:r>
            <a:r>
              <a:rPr sz="2000" dirty="0">
                <a:latin typeface="Verdana"/>
                <a:cs typeface="Verdana"/>
              </a:rPr>
              <a:t>Stub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Zones?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 smtClean="0">
                <a:latin typeface="Verdana"/>
                <a:cs typeface="Verdana"/>
              </a:rPr>
              <a:t>DNS </a:t>
            </a:r>
            <a:r>
              <a:rPr sz="2000" spc="-5" dirty="0">
                <a:latin typeface="Verdana"/>
                <a:cs typeface="Verdana"/>
              </a:rPr>
              <a:t>Zone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Delegation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330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a DNS</a:t>
            </a:r>
            <a:r>
              <a:rPr spc="-45" dirty="0"/>
              <a:t> </a:t>
            </a:r>
            <a:r>
              <a:rPr spc="-5" dirty="0"/>
              <a:t>Zone?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51786" y="847343"/>
            <a:ext cx="5822950" cy="5572760"/>
            <a:chOff x="1651786" y="847343"/>
            <a:chExt cx="5822950" cy="5572760"/>
          </a:xfrm>
        </p:grpSpPr>
        <p:sp>
          <p:nvSpPr>
            <p:cNvPr id="4" name="object 4"/>
            <p:cNvSpPr/>
            <p:nvPr/>
          </p:nvSpPr>
          <p:spPr>
            <a:xfrm>
              <a:off x="1651786" y="2359303"/>
              <a:ext cx="5822950" cy="4060825"/>
            </a:xfrm>
            <a:custGeom>
              <a:avLst/>
              <a:gdLst/>
              <a:ahLst/>
              <a:cxnLst/>
              <a:rect l="l" t="t" r="r" b="b"/>
              <a:pathLst>
                <a:path w="5822950" h="4060825">
                  <a:moveTo>
                    <a:pt x="1949290" y="0"/>
                  </a:moveTo>
                  <a:lnTo>
                    <a:pt x="1899041" y="211"/>
                  </a:lnTo>
                  <a:lnTo>
                    <a:pt x="1849169" y="1105"/>
                  </a:lnTo>
                  <a:lnTo>
                    <a:pt x="1799687" y="2678"/>
                  </a:lnTo>
                  <a:lnTo>
                    <a:pt x="1750606" y="4929"/>
                  </a:lnTo>
                  <a:lnTo>
                    <a:pt x="1701938" y="7855"/>
                  </a:lnTo>
                  <a:lnTo>
                    <a:pt x="1653696" y="11455"/>
                  </a:lnTo>
                  <a:lnTo>
                    <a:pt x="1605891" y="15726"/>
                  </a:lnTo>
                  <a:lnTo>
                    <a:pt x="1558537" y="20666"/>
                  </a:lnTo>
                  <a:lnTo>
                    <a:pt x="1511644" y="26274"/>
                  </a:lnTo>
                  <a:lnTo>
                    <a:pt x="1465226" y="32546"/>
                  </a:lnTo>
                  <a:lnTo>
                    <a:pt x="1419294" y="39480"/>
                  </a:lnTo>
                  <a:lnTo>
                    <a:pt x="1373861" y="47076"/>
                  </a:lnTo>
                  <a:lnTo>
                    <a:pt x="1328938" y="55330"/>
                  </a:lnTo>
                  <a:lnTo>
                    <a:pt x="1284538" y="64240"/>
                  </a:lnTo>
                  <a:lnTo>
                    <a:pt x="1240672" y="73805"/>
                  </a:lnTo>
                  <a:lnTo>
                    <a:pt x="1197354" y="84021"/>
                  </a:lnTo>
                  <a:lnTo>
                    <a:pt x="1154595" y="94888"/>
                  </a:lnTo>
                  <a:lnTo>
                    <a:pt x="1112407" y="106402"/>
                  </a:lnTo>
                  <a:lnTo>
                    <a:pt x="1070803" y="118562"/>
                  </a:lnTo>
                  <a:lnTo>
                    <a:pt x="1029794" y="131366"/>
                  </a:lnTo>
                  <a:lnTo>
                    <a:pt x="989393" y="144811"/>
                  </a:lnTo>
                  <a:lnTo>
                    <a:pt x="949611" y="158896"/>
                  </a:lnTo>
                  <a:lnTo>
                    <a:pt x="910462" y="173618"/>
                  </a:lnTo>
                  <a:lnTo>
                    <a:pt x="871957" y="188975"/>
                  </a:lnTo>
                  <a:lnTo>
                    <a:pt x="834108" y="204964"/>
                  </a:lnTo>
                  <a:lnTo>
                    <a:pt x="796928" y="221585"/>
                  </a:lnTo>
                  <a:lnTo>
                    <a:pt x="760428" y="238834"/>
                  </a:lnTo>
                  <a:lnTo>
                    <a:pt x="724621" y="256710"/>
                  </a:lnTo>
                  <a:lnTo>
                    <a:pt x="689519" y="275211"/>
                  </a:lnTo>
                  <a:lnTo>
                    <a:pt x="655134" y="294333"/>
                  </a:lnTo>
                  <a:lnTo>
                    <a:pt x="621478" y="314076"/>
                  </a:lnTo>
                  <a:lnTo>
                    <a:pt x="588563" y="334437"/>
                  </a:lnTo>
                  <a:lnTo>
                    <a:pt x="556401" y="355414"/>
                  </a:lnTo>
                  <a:lnTo>
                    <a:pt x="525006" y="377005"/>
                  </a:lnTo>
                  <a:lnTo>
                    <a:pt x="464559" y="422019"/>
                  </a:lnTo>
                  <a:lnTo>
                    <a:pt x="407321" y="469463"/>
                  </a:lnTo>
                  <a:lnTo>
                    <a:pt x="353387" y="519319"/>
                  </a:lnTo>
                  <a:lnTo>
                    <a:pt x="302856" y="571572"/>
                  </a:lnTo>
                  <a:lnTo>
                    <a:pt x="255825" y="626203"/>
                  </a:lnTo>
                  <a:lnTo>
                    <a:pt x="212389" y="683195"/>
                  </a:lnTo>
                  <a:lnTo>
                    <a:pt x="172648" y="742532"/>
                  </a:lnTo>
                  <a:lnTo>
                    <a:pt x="136697" y="804197"/>
                  </a:lnTo>
                  <a:lnTo>
                    <a:pt x="104634" y="868172"/>
                  </a:lnTo>
                  <a:lnTo>
                    <a:pt x="76556" y="934441"/>
                  </a:lnTo>
                  <a:lnTo>
                    <a:pt x="52769" y="1002368"/>
                  </a:lnTo>
                  <a:lnTo>
                    <a:pt x="33473" y="1071278"/>
                  </a:lnTo>
                  <a:lnTo>
                    <a:pt x="18609" y="1141094"/>
                  </a:lnTo>
                  <a:lnTo>
                    <a:pt x="8116" y="1211736"/>
                  </a:lnTo>
                  <a:lnTo>
                    <a:pt x="1933" y="1283127"/>
                  </a:lnTo>
                  <a:lnTo>
                    <a:pt x="0" y="1355190"/>
                  </a:lnTo>
                  <a:lnTo>
                    <a:pt x="608" y="1391449"/>
                  </a:lnTo>
                  <a:lnTo>
                    <a:pt x="4936" y="1464372"/>
                  </a:lnTo>
                  <a:lnTo>
                    <a:pt x="13364" y="1537772"/>
                  </a:lnTo>
                  <a:lnTo>
                    <a:pt x="25830" y="1611570"/>
                  </a:lnTo>
                  <a:lnTo>
                    <a:pt x="42274" y="1685689"/>
                  </a:lnTo>
                  <a:lnTo>
                    <a:pt x="51968" y="1722844"/>
                  </a:lnTo>
                  <a:lnTo>
                    <a:pt x="62635" y="1760050"/>
                  </a:lnTo>
                  <a:lnTo>
                    <a:pt x="74266" y="1797297"/>
                  </a:lnTo>
                  <a:lnTo>
                    <a:pt x="86854" y="1834575"/>
                  </a:lnTo>
                  <a:lnTo>
                    <a:pt x="100390" y="1871876"/>
                  </a:lnTo>
                  <a:lnTo>
                    <a:pt x="114869" y="1909188"/>
                  </a:lnTo>
                  <a:lnTo>
                    <a:pt x="130281" y="1946502"/>
                  </a:lnTo>
                  <a:lnTo>
                    <a:pt x="146620" y="1983809"/>
                  </a:lnTo>
                  <a:lnTo>
                    <a:pt x="163878" y="2021098"/>
                  </a:lnTo>
                  <a:lnTo>
                    <a:pt x="182048" y="2058360"/>
                  </a:lnTo>
                  <a:lnTo>
                    <a:pt x="201121" y="2095586"/>
                  </a:lnTo>
                  <a:lnTo>
                    <a:pt x="221090" y="2132765"/>
                  </a:lnTo>
                  <a:lnTo>
                    <a:pt x="241949" y="2169887"/>
                  </a:lnTo>
                  <a:lnTo>
                    <a:pt x="263688" y="2206944"/>
                  </a:lnTo>
                  <a:lnTo>
                    <a:pt x="286301" y="2243925"/>
                  </a:lnTo>
                  <a:lnTo>
                    <a:pt x="309780" y="2280820"/>
                  </a:lnTo>
                  <a:lnTo>
                    <a:pt x="334118" y="2317620"/>
                  </a:lnTo>
                  <a:lnTo>
                    <a:pt x="359307" y="2354315"/>
                  </a:lnTo>
                  <a:lnTo>
                    <a:pt x="385339" y="2390896"/>
                  </a:lnTo>
                  <a:lnTo>
                    <a:pt x="412207" y="2427352"/>
                  </a:lnTo>
                  <a:lnTo>
                    <a:pt x="439903" y="2463673"/>
                  </a:lnTo>
                  <a:lnTo>
                    <a:pt x="468420" y="2499851"/>
                  </a:lnTo>
                  <a:lnTo>
                    <a:pt x="497750" y="2535875"/>
                  </a:lnTo>
                  <a:lnTo>
                    <a:pt x="527886" y="2571735"/>
                  </a:lnTo>
                  <a:lnTo>
                    <a:pt x="558819" y="2607422"/>
                  </a:lnTo>
                  <a:lnTo>
                    <a:pt x="590544" y="2642927"/>
                  </a:lnTo>
                  <a:lnTo>
                    <a:pt x="623051" y="2678238"/>
                  </a:lnTo>
                  <a:lnTo>
                    <a:pt x="656334" y="2713347"/>
                  </a:lnTo>
                  <a:lnTo>
                    <a:pt x="690385" y="2748244"/>
                  </a:lnTo>
                  <a:lnTo>
                    <a:pt x="725196" y="2782919"/>
                  </a:lnTo>
                  <a:lnTo>
                    <a:pt x="760759" y="2817363"/>
                  </a:lnTo>
                  <a:lnTo>
                    <a:pt x="797068" y="2851565"/>
                  </a:lnTo>
                  <a:lnTo>
                    <a:pt x="834115" y="2885516"/>
                  </a:lnTo>
                  <a:lnTo>
                    <a:pt x="871891" y="2919206"/>
                  </a:lnTo>
                  <a:lnTo>
                    <a:pt x="910391" y="2952625"/>
                  </a:lnTo>
                  <a:lnTo>
                    <a:pt x="949605" y="2985764"/>
                  </a:lnTo>
                  <a:lnTo>
                    <a:pt x="989526" y="3018613"/>
                  </a:lnTo>
                  <a:lnTo>
                    <a:pt x="1030148" y="3051162"/>
                  </a:lnTo>
                  <a:lnTo>
                    <a:pt x="1071462" y="3083401"/>
                  </a:lnTo>
                  <a:lnTo>
                    <a:pt x="1113460" y="3115321"/>
                  </a:lnTo>
                  <a:lnTo>
                    <a:pt x="1156136" y="3146912"/>
                  </a:lnTo>
                  <a:lnTo>
                    <a:pt x="1199482" y="3178164"/>
                  </a:lnTo>
                  <a:lnTo>
                    <a:pt x="1243489" y="3209068"/>
                  </a:lnTo>
                  <a:lnTo>
                    <a:pt x="1288151" y="3239613"/>
                  </a:lnTo>
                  <a:lnTo>
                    <a:pt x="1333461" y="3269790"/>
                  </a:lnTo>
                  <a:lnTo>
                    <a:pt x="1379409" y="3299589"/>
                  </a:lnTo>
                  <a:lnTo>
                    <a:pt x="1425990" y="3329001"/>
                  </a:lnTo>
                  <a:lnTo>
                    <a:pt x="1473194" y="3358015"/>
                  </a:lnTo>
                  <a:lnTo>
                    <a:pt x="1521016" y="3386623"/>
                  </a:lnTo>
                  <a:lnTo>
                    <a:pt x="1569447" y="3414813"/>
                  </a:lnTo>
                  <a:lnTo>
                    <a:pt x="1618479" y="3442577"/>
                  </a:lnTo>
                  <a:lnTo>
                    <a:pt x="1668106" y="3469905"/>
                  </a:lnTo>
                  <a:lnTo>
                    <a:pt x="1718319" y="3496787"/>
                  </a:lnTo>
                  <a:lnTo>
                    <a:pt x="1769111" y="3523213"/>
                  </a:lnTo>
                  <a:lnTo>
                    <a:pt x="1820475" y="3549174"/>
                  </a:lnTo>
                  <a:lnTo>
                    <a:pt x="1872402" y="3574659"/>
                  </a:lnTo>
                  <a:lnTo>
                    <a:pt x="1924886" y="3599659"/>
                  </a:lnTo>
                  <a:lnTo>
                    <a:pt x="1977919" y="3624165"/>
                  </a:lnTo>
                  <a:lnTo>
                    <a:pt x="2031493" y="3648166"/>
                  </a:lnTo>
                  <a:lnTo>
                    <a:pt x="2085600" y="3671653"/>
                  </a:lnTo>
                  <a:lnTo>
                    <a:pt x="2140234" y="3694616"/>
                  </a:lnTo>
                  <a:lnTo>
                    <a:pt x="2195386" y="3717045"/>
                  </a:lnTo>
                  <a:lnTo>
                    <a:pt x="2251050" y="3738931"/>
                  </a:lnTo>
                  <a:lnTo>
                    <a:pt x="2306964" y="3760168"/>
                  </a:lnTo>
                  <a:lnTo>
                    <a:pt x="2362865" y="3780660"/>
                  </a:lnTo>
                  <a:lnTo>
                    <a:pt x="2418741" y="3800407"/>
                  </a:lnTo>
                  <a:lnTo>
                    <a:pt x="2474580" y="3819413"/>
                  </a:lnTo>
                  <a:lnTo>
                    <a:pt x="2530370" y="3837680"/>
                  </a:lnTo>
                  <a:lnTo>
                    <a:pt x="2586099" y="3855209"/>
                  </a:lnTo>
                  <a:lnTo>
                    <a:pt x="2641754" y="3872003"/>
                  </a:lnTo>
                  <a:lnTo>
                    <a:pt x="2697323" y="3888064"/>
                  </a:lnTo>
                  <a:lnTo>
                    <a:pt x="2752795" y="3903394"/>
                  </a:lnTo>
                  <a:lnTo>
                    <a:pt x="2808157" y="3917996"/>
                  </a:lnTo>
                  <a:lnTo>
                    <a:pt x="2863396" y="3931870"/>
                  </a:lnTo>
                  <a:lnTo>
                    <a:pt x="2918502" y="3945020"/>
                  </a:lnTo>
                  <a:lnTo>
                    <a:pt x="2973461" y="3957448"/>
                  </a:lnTo>
                  <a:lnTo>
                    <a:pt x="3028261" y="3969155"/>
                  </a:lnTo>
                  <a:lnTo>
                    <a:pt x="3082891" y="3980144"/>
                  </a:lnTo>
                  <a:lnTo>
                    <a:pt x="3137339" y="3990417"/>
                  </a:lnTo>
                  <a:lnTo>
                    <a:pt x="3191591" y="3999977"/>
                  </a:lnTo>
                  <a:lnTo>
                    <a:pt x="3245636" y="4008824"/>
                  </a:lnTo>
                  <a:lnTo>
                    <a:pt x="3299462" y="4016962"/>
                  </a:lnTo>
                  <a:lnTo>
                    <a:pt x="3353057" y="4024392"/>
                  </a:lnTo>
                  <a:lnTo>
                    <a:pt x="3406408" y="4031117"/>
                  </a:lnTo>
                  <a:lnTo>
                    <a:pt x="3459504" y="4037139"/>
                  </a:lnTo>
                  <a:lnTo>
                    <a:pt x="3512332" y="4042460"/>
                  </a:lnTo>
                  <a:lnTo>
                    <a:pt x="3564880" y="4047082"/>
                  </a:lnTo>
                  <a:lnTo>
                    <a:pt x="3617136" y="4051006"/>
                  </a:lnTo>
                  <a:lnTo>
                    <a:pt x="3669088" y="4054236"/>
                  </a:lnTo>
                  <a:lnTo>
                    <a:pt x="3720723" y="4056774"/>
                  </a:lnTo>
                  <a:lnTo>
                    <a:pt x="3772030" y="4058621"/>
                  </a:lnTo>
                  <a:lnTo>
                    <a:pt x="3822996" y="4059780"/>
                  </a:lnTo>
                  <a:lnTo>
                    <a:pt x="3873610" y="4060252"/>
                  </a:lnTo>
                  <a:lnTo>
                    <a:pt x="3923859" y="4060041"/>
                  </a:lnTo>
                  <a:lnTo>
                    <a:pt x="3973730" y="4059147"/>
                  </a:lnTo>
                  <a:lnTo>
                    <a:pt x="4023213" y="4057574"/>
                  </a:lnTo>
                  <a:lnTo>
                    <a:pt x="4072294" y="4055323"/>
                  </a:lnTo>
                  <a:lnTo>
                    <a:pt x="4120962" y="4052396"/>
                  </a:lnTo>
                  <a:lnTo>
                    <a:pt x="4169204" y="4048797"/>
                  </a:lnTo>
                  <a:lnTo>
                    <a:pt x="4217008" y="4044525"/>
                  </a:lnTo>
                  <a:lnTo>
                    <a:pt x="4264362" y="4039585"/>
                  </a:lnTo>
                  <a:lnTo>
                    <a:pt x="4311255" y="4033978"/>
                  </a:lnTo>
                  <a:lnTo>
                    <a:pt x="4357673" y="4027705"/>
                  </a:lnTo>
                  <a:lnTo>
                    <a:pt x="4403605" y="4020770"/>
                  </a:lnTo>
                  <a:lnTo>
                    <a:pt x="4449039" y="4013175"/>
                  </a:lnTo>
                  <a:lnTo>
                    <a:pt x="4493962" y="4004921"/>
                  </a:lnTo>
                  <a:lnTo>
                    <a:pt x="4538362" y="3996010"/>
                  </a:lnTo>
                  <a:lnTo>
                    <a:pt x="4582227" y="3986445"/>
                  </a:lnTo>
                  <a:lnTo>
                    <a:pt x="4625545" y="3976228"/>
                  </a:lnTo>
                  <a:lnTo>
                    <a:pt x="4668305" y="3965362"/>
                  </a:lnTo>
                  <a:lnTo>
                    <a:pt x="4710492" y="3953847"/>
                  </a:lnTo>
                  <a:lnTo>
                    <a:pt x="4752097" y="3941687"/>
                  </a:lnTo>
                  <a:lnTo>
                    <a:pt x="4793106" y="3928883"/>
                  </a:lnTo>
                  <a:lnTo>
                    <a:pt x="4833507" y="3915437"/>
                  </a:lnTo>
                  <a:lnTo>
                    <a:pt x="4873288" y="3901352"/>
                  </a:lnTo>
                  <a:lnTo>
                    <a:pt x="4912437" y="3886630"/>
                  </a:lnTo>
                  <a:lnTo>
                    <a:pt x="4950942" y="3871273"/>
                  </a:lnTo>
                  <a:lnTo>
                    <a:pt x="4988791" y="3855283"/>
                  </a:lnTo>
                  <a:lnTo>
                    <a:pt x="5025971" y="3838663"/>
                  </a:lnTo>
                  <a:lnTo>
                    <a:pt x="5062471" y="3821413"/>
                  </a:lnTo>
                  <a:lnTo>
                    <a:pt x="5098278" y="3803537"/>
                  </a:lnTo>
                  <a:lnTo>
                    <a:pt x="5133381" y="3785037"/>
                  </a:lnTo>
                  <a:lnTo>
                    <a:pt x="5167766" y="3765914"/>
                  </a:lnTo>
                  <a:lnTo>
                    <a:pt x="5201422" y="3746171"/>
                  </a:lnTo>
                  <a:lnTo>
                    <a:pt x="5234337" y="3725811"/>
                  </a:lnTo>
                  <a:lnTo>
                    <a:pt x="5266498" y="3704834"/>
                  </a:lnTo>
                  <a:lnTo>
                    <a:pt x="5297894" y="3683243"/>
                  </a:lnTo>
                  <a:lnTo>
                    <a:pt x="5358340" y="3638230"/>
                  </a:lnTo>
                  <a:lnTo>
                    <a:pt x="5415579" y="3590786"/>
                  </a:lnTo>
                  <a:lnTo>
                    <a:pt x="5469512" y="3540931"/>
                  </a:lnTo>
                  <a:lnTo>
                    <a:pt x="5520043" y="3488680"/>
                  </a:lnTo>
                  <a:lnTo>
                    <a:pt x="5567075" y="3434051"/>
                  </a:lnTo>
                  <a:lnTo>
                    <a:pt x="5610510" y="3377060"/>
                  </a:lnTo>
                  <a:lnTo>
                    <a:pt x="5650252" y="3317725"/>
                  </a:lnTo>
                  <a:lnTo>
                    <a:pt x="5686203" y="3256063"/>
                  </a:lnTo>
                  <a:lnTo>
                    <a:pt x="5718266" y="3192091"/>
                  </a:lnTo>
                  <a:lnTo>
                    <a:pt x="5746344" y="3125826"/>
                  </a:lnTo>
                  <a:lnTo>
                    <a:pt x="5770131" y="3057898"/>
                  </a:lnTo>
                  <a:lnTo>
                    <a:pt x="5789427" y="2988988"/>
                  </a:lnTo>
                  <a:lnTo>
                    <a:pt x="5804292" y="2919173"/>
                  </a:lnTo>
                  <a:lnTo>
                    <a:pt x="5814787" y="2848531"/>
                  </a:lnTo>
                  <a:lnTo>
                    <a:pt x="5820972" y="2777139"/>
                  </a:lnTo>
                  <a:lnTo>
                    <a:pt x="5822907" y="2705076"/>
                  </a:lnTo>
                  <a:lnTo>
                    <a:pt x="5822299" y="2668817"/>
                  </a:lnTo>
                  <a:lnTo>
                    <a:pt x="5817973" y="2595894"/>
                  </a:lnTo>
                  <a:lnTo>
                    <a:pt x="5809548" y="2522494"/>
                  </a:lnTo>
                  <a:lnTo>
                    <a:pt x="5797085" y="2448696"/>
                  </a:lnTo>
                  <a:lnTo>
                    <a:pt x="5780644" y="2374577"/>
                  </a:lnTo>
                  <a:lnTo>
                    <a:pt x="5770950" y="2337422"/>
                  </a:lnTo>
                  <a:lnTo>
                    <a:pt x="5760285" y="2300216"/>
                  </a:lnTo>
                  <a:lnTo>
                    <a:pt x="5748656" y="2262968"/>
                  </a:lnTo>
                  <a:lnTo>
                    <a:pt x="5736069" y="2225690"/>
                  </a:lnTo>
                  <a:lnTo>
                    <a:pt x="5722534" y="2188389"/>
                  </a:lnTo>
                  <a:lnTo>
                    <a:pt x="5708057" y="2151077"/>
                  </a:lnTo>
                  <a:lnTo>
                    <a:pt x="5692646" y="2113763"/>
                  </a:lnTo>
                  <a:lnTo>
                    <a:pt x="5676309" y="2076456"/>
                  </a:lnTo>
                  <a:lnTo>
                    <a:pt x="5659052" y="2039166"/>
                  </a:lnTo>
                  <a:lnTo>
                    <a:pt x="5640884" y="2001904"/>
                  </a:lnTo>
                  <a:lnTo>
                    <a:pt x="5621813" y="1964678"/>
                  </a:lnTo>
                  <a:lnTo>
                    <a:pt x="5601845" y="1927499"/>
                  </a:lnTo>
                  <a:lnTo>
                    <a:pt x="5580988" y="1890376"/>
                  </a:lnTo>
                  <a:lnTo>
                    <a:pt x="5559250" y="1853319"/>
                  </a:lnTo>
                  <a:lnTo>
                    <a:pt x="5536638" y="1816338"/>
                  </a:lnTo>
                  <a:lnTo>
                    <a:pt x="5513160" y="1779442"/>
                  </a:lnTo>
                  <a:lnTo>
                    <a:pt x="5488824" y="1742641"/>
                  </a:lnTo>
                  <a:lnTo>
                    <a:pt x="5463637" y="1705946"/>
                  </a:lnTo>
                  <a:lnTo>
                    <a:pt x="5437606" y="1669365"/>
                  </a:lnTo>
                  <a:lnTo>
                    <a:pt x="5410739" y="1632909"/>
                  </a:lnTo>
                  <a:lnTo>
                    <a:pt x="5383044" y="1596587"/>
                  </a:lnTo>
                  <a:lnTo>
                    <a:pt x="5354528" y="1560409"/>
                  </a:lnTo>
                  <a:lnTo>
                    <a:pt x="5325199" y="1524384"/>
                  </a:lnTo>
                  <a:lnTo>
                    <a:pt x="5295065" y="1488524"/>
                  </a:lnTo>
                  <a:lnTo>
                    <a:pt x="5264132" y="1452836"/>
                  </a:lnTo>
                  <a:lnTo>
                    <a:pt x="5232408" y="1417331"/>
                  </a:lnTo>
                  <a:lnTo>
                    <a:pt x="5199902" y="1382019"/>
                  </a:lnTo>
                  <a:lnTo>
                    <a:pt x="5166619" y="1346909"/>
                  </a:lnTo>
                  <a:lnTo>
                    <a:pt x="5132569" y="1312011"/>
                  </a:lnTo>
                  <a:lnTo>
                    <a:pt x="5097759" y="1277336"/>
                  </a:lnTo>
                  <a:lnTo>
                    <a:pt x="5062196" y="1242892"/>
                  </a:lnTo>
                  <a:lnTo>
                    <a:pt x="5025887" y="1208689"/>
                  </a:lnTo>
                  <a:lnTo>
                    <a:pt x="4988841" y="1174737"/>
                  </a:lnTo>
                  <a:lnTo>
                    <a:pt x="4951064" y="1141047"/>
                  </a:lnTo>
                  <a:lnTo>
                    <a:pt x="4912565" y="1107626"/>
                  </a:lnTo>
                  <a:lnTo>
                    <a:pt x="4873351" y="1074487"/>
                  </a:lnTo>
                  <a:lnTo>
                    <a:pt x="4833429" y="1041637"/>
                  </a:lnTo>
                  <a:lnTo>
                    <a:pt x="4792807" y="1009087"/>
                  </a:lnTo>
                  <a:lnTo>
                    <a:pt x="4751493" y="976847"/>
                  </a:lnTo>
                  <a:lnTo>
                    <a:pt x="4709494" y="944926"/>
                  </a:lnTo>
                  <a:lnTo>
                    <a:pt x="4666817" y="913334"/>
                  </a:lnTo>
                  <a:lnTo>
                    <a:pt x="4623471" y="882081"/>
                  </a:lnTo>
                  <a:lnTo>
                    <a:pt x="4579463" y="851177"/>
                  </a:lnTo>
                  <a:lnTo>
                    <a:pt x="4534800" y="820630"/>
                  </a:lnTo>
                  <a:lnTo>
                    <a:pt x="4489489" y="790452"/>
                  </a:lnTo>
                  <a:lnTo>
                    <a:pt x="4443539" y="760652"/>
                  </a:lnTo>
                  <a:lnTo>
                    <a:pt x="4396957" y="731239"/>
                  </a:lnTo>
                  <a:lnTo>
                    <a:pt x="4349751" y="702223"/>
                  </a:lnTo>
                  <a:lnTo>
                    <a:pt x="4301927" y="673614"/>
                  </a:lnTo>
                  <a:lnTo>
                    <a:pt x="4253495" y="645423"/>
                  </a:lnTo>
                  <a:lnTo>
                    <a:pt x="4204460" y="617657"/>
                  </a:lnTo>
                  <a:lnTo>
                    <a:pt x="4154831" y="590328"/>
                  </a:lnTo>
                  <a:lnTo>
                    <a:pt x="4104615" y="563445"/>
                  </a:lnTo>
                  <a:lnTo>
                    <a:pt x="4053821" y="537017"/>
                  </a:lnTo>
                  <a:lnTo>
                    <a:pt x="4002454" y="511055"/>
                  </a:lnTo>
                  <a:lnTo>
                    <a:pt x="3950524" y="485568"/>
                  </a:lnTo>
                  <a:lnTo>
                    <a:pt x="3898037" y="460567"/>
                  </a:lnTo>
                  <a:lnTo>
                    <a:pt x="3845000" y="436059"/>
                  </a:lnTo>
                  <a:lnTo>
                    <a:pt x="3791423" y="412057"/>
                  </a:lnTo>
                  <a:lnTo>
                    <a:pt x="3737312" y="388568"/>
                  </a:lnTo>
                  <a:lnTo>
                    <a:pt x="3682674" y="365603"/>
                  </a:lnTo>
                  <a:lnTo>
                    <a:pt x="3627517" y="343172"/>
                  </a:lnTo>
                  <a:lnTo>
                    <a:pt x="3571850" y="321285"/>
                  </a:lnTo>
                  <a:lnTo>
                    <a:pt x="3515936" y="300050"/>
                  </a:lnTo>
                  <a:lnTo>
                    <a:pt x="3460035" y="279561"/>
                  </a:lnTo>
                  <a:lnTo>
                    <a:pt x="3404158" y="259816"/>
                  </a:lnTo>
                  <a:lnTo>
                    <a:pt x="3348319" y="240812"/>
                  </a:lnTo>
                  <a:lnTo>
                    <a:pt x="3292529" y="222548"/>
                  </a:lnTo>
                  <a:lnTo>
                    <a:pt x="3236801" y="205021"/>
                  </a:lnTo>
                  <a:lnTo>
                    <a:pt x="3181146" y="188228"/>
                  </a:lnTo>
                  <a:lnTo>
                    <a:pt x="3125576" y="172169"/>
                  </a:lnTo>
                  <a:lnTo>
                    <a:pt x="3070105" y="156841"/>
                  </a:lnTo>
                  <a:lnTo>
                    <a:pt x="3014743" y="142241"/>
                  </a:lnTo>
                  <a:lnTo>
                    <a:pt x="2959503" y="128368"/>
                  </a:lnTo>
                  <a:lnTo>
                    <a:pt x="2904398" y="115220"/>
                  </a:lnTo>
                  <a:lnTo>
                    <a:pt x="2849439" y="102793"/>
                  </a:lnTo>
                  <a:lnTo>
                    <a:pt x="2794638" y="91087"/>
                  </a:lnTo>
                  <a:lnTo>
                    <a:pt x="2740008" y="80099"/>
                  </a:lnTo>
                  <a:lnTo>
                    <a:pt x="2685561" y="69827"/>
                  </a:lnTo>
                  <a:lnTo>
                    <a:pt x="2631308" y="60269"/>
                  </a:lnTo>
                  <a:lnTo>
                    <a:pt x="2577263" y="51422"/>
                  </a:lnTo>
                  <a:lnTo>
                    <a:pt x="2523437" y="43285"/>
                  </a:lnTo>
                  <a:lnTo>
                    <a:pt x="2469842" y="35855"/>
                  </a:lnTo>
                  <a:lnTo>
                    <a:pt x="2416491" y="29131"/>
                  </a:lnTo>
                  <a:lnTo>
                    <a:pt x="2363395" y="23110"/>
                  </a:lnTo>
                  <a:lnTo>
                    <a:pt x="2310567" y="17790"/>
                  </a:lnTo>
                  <a:lnTo>
                    <a:pt x="2258020" y="13169"/>
                  </a:lnTo>
                  <a:lnTo>
                    <a:pt x="2205764" y="9244"/>
                  </a:lnTo>
                  <a:lnTo>
                    <a:pt x="2153812" y="6014"/>
                  </a:lnTo>
                  <a:lnTo>
                    <a:pt x="2102176" y="3477"/>
                  </a:lnTo>
                  <a:lnTo>
                    <a:pt x="2050869" y="1630"/>
                  </a:lnTo>
                  <a:lnTo>
                    <a:pt x="1999903" y="472"/>
                  </a:lnTo>
                  <a:lnTo>
                    <a:pt x="1949290" y="0"/>
                  </a:lnTo>
                  <a:close/>
                </a:path>
              </a:pathLst>
            </a:custGeom>
            <a:solidFill>
              <a:srgbClr val="8DACD0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97935" y="2779775"/>
              <a:ext cx="3296412" cy="17068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9500" y="2760897"/>
              <a:ext cx="3283497" cy="16933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9500" y="2760897"/>
              <a:ext cx="3283585" cy="1693545"/>
            </a:xfrm>
            <a:custGeom>
              <a:avLst/>
              <a:gdLst/>
              <a:ahLst/>
              <a:cxnLst/>
              <a:rect l="l" t="t" r="r" b="b"/>
              <a:pathLst>
                <a:path w="3283584" h="1693545">
                  <a:moveTo>
                    <a:pt x="13989" y="323551"/>
                  </a:moveTo>
                  <a:lnTo>
                    <a:pt x="35617" y="273099"/>
                  </a:lnTo>
                  <a:lnTo>
                    <a:pt x="66443" y="226813"/>
                  </a:lnTo>
                  <a:lnTo>
                    <a:pt x="106060" y="184722"/>
                  </a:lnTo>
                  <a:lnTo>
                    <a:pt x="154058" y="146860"/>
                  </a:lnTo>
                  <a:lnTo>
                    <a:pt x="210028" y="113259"/>
                  </a:lnTo>
                  <a:lnTo>
                    <a:pt x="273560" y="83949"/>
                  </a:lnTo>
                  <a:lnTo>
                    <a:pt x="344246" y="58963"/>
                  </a:lnTo>
                  <a:lnTo>
                    <a:pt x="382143" y="48101"/>
                  </a:lnTo>
                  <a:lnTo>
                    <a:pt x="421675" y="38332"/>
                  </a:lnTo>
                  <a:lnTo>
                    <a:pt x="462791" y="29660"/>
                  </a:lnTo>
                  <a:lnTo>
                    <a:pt x="505440" y="22089"/>
                  </a:lnTo>
                  <a:lnTo>
                    <a:pt x="549569" y="15622"/>
                  </a:lnTo>
                  <a:lnTo>
                    <a:pt x="595129" y="10265"/>
                  </a:lnTo>
                  <a:lnTo>
                    <a:pt x="642068" y="6019"/>
                  </a:lnTo>
                  <a:lnTo>
                    <a:pt x="690335" y="2891"/>
                  </a:lnTo>
                  <a:lnTo>
                    <a:pt x="739878" y="883"/>
                  </a:lnTo>
                  <a:lnTo>
                    <a:pt x="790647" y="0"/>
                  </a:lnTo>
                  <a:lnTo>
                    <a:pt x="842591" y="245"/>
                  </a:lnTo>
                  <a:lnTo>
                    <a:pt x="895658" y="1622"/>
                  </a:lnTo>
                  <a:lnTo>
                    <a:pt x="949797" y="4137"/>
                  </a:lnTo>
                  <a:lnTo>
                    <a:pt x="1004956" y="7791"/>
                  </a:lnTo>
                  <a:lnTo>
                    <a:pt x="1061086" y="12591"/>
                  </a:lnTo>
                  <a:lnTo>
                    <a:pt x="1118134" y="18538"/>
                  </a:lnTo>
                  <a:lnTo>
                    <a:pt x="1176050" y="25638"/>
                  </a:lnTo>
                  <a:lnTo>
                    <a:pt x="1234782" y="33894"/>
                  </a:lnTo>
                  <a:lnTo>
                    <a:pt x="1294279" y="43311"/>
                  </a:lnTo>
                  <a:lnTo>
                    <a:pt x="1354490" y="53892"/>
                  </a:lnTo>
                  <a:lnTo>
                    <a:pt x="1415364" y="65641"/>
                  </a:lnTo>
                  <a:lnTo>
                    <a:pt x="1476850" y="78563"/>
                  </a:lnTo>
                  <a:lnTo>
                    <a:pt x="1538896" y="92660"/>
                  </a:lnTo>
                  <a:lnTo>
                    <a:pt x="1601451" y="107938"/>
                  </a:lnTo>
                  <a:lnTo>
                    <a:pt x="1664465" y="124400"/>
                  </a:lnTo>
                  <a:lnTo>
                    <a:pt x="1727886" y="142050"/>
                  </a:lnTo>
                  <a:lnTo>
                    <a:pt x="1791662" y="160892"/>
                  </a:lnTo>
                  <a:lnTo>
                    <a:pt x="1855743" y="180930"/>
                  </a:lnTo>
                  <a:lnTo>
                    <a:pt x="1919492" y="201976"/>
                  </a:lnTo>
                  <a:lnTo>
                    <a:pt x="1982297" y="223816"/>
                  </a:lnTo>
                  <a:lnTo>
                    <a:pt x="2044119" y="246418"/>
                  </a:lnTo>
                  <a:lnTo>
                    <a:pt x="2104918" y="269749"/>
                  </a:lnTo>
                  <a:lnTo>
                    <a:pt x="2164656" y="293775"/>
                  </a:lnTo>
                  <a:lnTo>
                    <a:pt x="2223293" y="318464"/>
                  </a:lnTo>
                  <a:lnTo>
                    <a:pt x="2280789" y="343782"/>
                  </a:lnTo>
                  <a:lnTo>
                    <a:pt x="2337106" y="369696"/>
                  </a:lnTo>
                  <a:lnTo>
                    <a:pt x="2392204" y="396174"/>
                  </a:lnTo>
                  <a:lnTo>
                    <a:pt x="2446043" y="423182"/>
                  </a:lnTo>
                  <a:lnTo>
                    <a:pt x="2498586" y="450688"/>
                  </a:lnTo>
                  <a:lnTo>
                    <a:pt x="2549791" y="478657"/>
                  </a:lnTo>
                  <a:lnTo>
                    <a:pt x="2599621" y="507058"/>
                  </a:lnTo>
                  <a:lnTo>
                    <a:pt x="2648035" y="535857"/>
                  </a:lnTo>
                  <a:lnTo>
                    <a:pt x="2694995" y="565022"/>
                  </a:lnTo>
                  <a:lnTo>
                    <a:pt x="2740461" y="594518"/>
                  </a:lnTo>
                  <a:lnTo>
                    <a:pt x="2784393" y="624314"/>
                  </a:lnTo>
                  <a:lnTo>
                    <a:pt x="2826754" y="654375"/>
                  </a:lnTo>
                  <a:lnTo>
                    <a:pt x="2867502" y="684670"/>
                  </a:lnTo>
                  <a:lnTo>
                    <a:pt x="2906599" y="715165"/>
                  </a:lnTo>
                  <a:lnTo>
                    <a:pt x="2944006" y="745826"/>
                  </a:lnTo>
                  <a:lnTo>
                    <a:pt x="2979684" y="776622"/>
                  </a:lnTo>
                  <a:lnTo>
                    <a:pt x="3013592" y="807518"/>
                  </a:lnTo>
                  <a:lnTo>
                    <a:pt x="3045693" y="838482"/>
                  </a:lnTo>
                  <a:lnTo>
                    <a:pt x="3075946" y="869481"/>
                  </a:lnTo>
                  <a:lnTo>
                    <a:pt x="3104312" y="900482"/>
                  </a:lnTo>
                  <a:lnTo>
                    <a:pt x="3130752" y="931451"/>
                  </a:lnTo>
                  <a:lnTo>
                    <a:pt x="3155226" y="962356"/>
                  </a:lnTo>
                  <a:lnTo>
                    <a:pt x="3177696" y="993164"/>
                  </a:lnTo>
                  <a:lnTo>
                    <a:pt x="3216465" y="1054356"/>
                  </a:lnTo>
                  <a:lnTo>
                    <a:pt x="3246744" y="1114761"/>
                  </a:lnTo>
                  <a:lnTo>
                    <a:pt x="3268219" y="1174117"/>
                  </a:lnTo>
                  <a:lnTo>
                    <a:pt x="3280575" y="1232158"/>
                  </a:lnTo>
                  <a:lnTo>
                    <a:pt x="3283497" y="1288621"/>
                  </a:lnTo>
                  <a:lnTo>
                    <a:pt x="3281323" y="1316178"/>
                  </a:lnTo>
                  <a:lnTo>
                    <a:pt x="3269507" y="1369777"/>
                  </a:lnTo>
                  <a:lnTo>
                    <a:pt x="3247880" y="1420245"/>
                  </a:lnTo>
                  <a:lnTo>
                    <a:pt x="3217054" y="1466545"/>
                  </a:lnTo>
                  <a:lnTo>
                    <a:pt x="3177437" y="1508646"/>
                  </a:lnTo>
                  <a:lnTo>
                    <a:pt x="3129439" y="1546515"/>
                  </a:lnTo>
                  <a:lnTo>
                    <a:pt x="3073469" y="1580122"/>
                  </a:lnTo>
                  <a:lnTo>
                    <a:pt x="3009937" y="1609435"/>
                  </a:lnTo>
                  <a:lnTo>
                    <a:pt x="2939251" y="1634422"/>
                  </a:lnTo>
                  <a:lnTo>
                    <a:pt x="2901354" y="1645283"/>
                  </a:lnTo>
                  <a:lnTo>
                    <a:pt x="2861822" y="1655051"/>
                  </a:lnTo>
                  <a:lnTo>
                    <a:pt x="2820706" y="1663722"/>
                  </a:lnTo>
                  <a:lnTo>
                    <a:pt x="2778057" y="1671292"/>
                  </a:lnTo>
                  <a:lnTo>
                    <a:pt x="2733928" y="1677757"/>
                  </a:lnTo>
                  <a:lnTo>
                    <a:pt x="2688368" y="1683113"/>
                  </a:lnTo>
                  <a:lnTo>
                    <a:pt x="2641429" y="1687356"/>
                  </a:lnTo>
                  <a:lnTo>
                    <a:pt x="2593162" y="1690483"/>
                  </a:lnTo>
                  <a:lnTo>
                    <a:pt x="2543619" y="1692488"/>
                  </a:lnTo>
                  <a:lnTo>
                    <a:pt x="2492850" y="1693369"/>
                  </a:lnTo>
                  <a:lnTo>
                    <a:pt x="2440906" y="1693121"/>
                  </a:lnTo>
                  <a:lnTo>
                    <a:pt x="2387839" y="1691740"/>
                  </a:lnTo>
                  <a:lnTo>
                    <a:pt x="2333700" y="1689223"/>
                  </a:lnTo>
                  <a:lnTo>
                    <a:pt x="2278541" y="1685565"/>
                  </a:lnTo>
                  <a:lnTo>
                    <a:pt x="2222411" y="1680763"/>
                  </a:lnTo>
                  <a:lnTo>
                    <a:pt x="2165363" y="1674812"/>
                  </a:lnTo>
                  <a:lnTo>
                    <a:pt x="2107447" y="1667709"/>
                  </a:lnTo>
                  <a:lnTo>
                    <a:pt x="2048715" y="1659450"/>
                  </a:lnTo>
                  <a:lnTo>
                    <a:pt x="1989218" y="1650031"/>
                  </a:lnTo>
                  <a:lnTo>
                    <a:pt x="1929007" y="1639447"/>
                  </a:lnTo>
                  <a:lnTo>
                    <a:pt x="1868133" y="1627696"/>
                  </a:lnTo>
                  <a:lnTo>
                    <a:pt x="1806647" y="1614772"/>
                  </a:lnTo>
                  <a:lnTo>
                    <a:pt x="1744601" y="1600673"/>
                  </a:lnTo>
                  <a:lnTo>
                    <a:pt x="1682046" y="1585393"/>
                  </a:lnTo>
                  <a:lnTo>
                    <a:pt x="1619032" y="1568930"/>
                  </a:lnTo>
                  <a:lnTo>
                    <a:pt x="1555611" y="1551279"/>
                  </a:lnTo>
                  <a:lnTo>
                    <a:pt x="1491835" y="1532436"/>
                  </a:lnTo>
                  <a:lnTo>
                    <a:pt x="1427753" y="1512398"/>
                  </a:lnTo>
                  <a:lnTo>
                    <a:pt x="1364005" y="1491361"/>
                  </a:lnTo>
                  <a:lnTo>
                    <a:pt x="1301200" y="1469528"/>
                  </a:lnTo>
                  <a:lnTo>
                    <a:pt x="1239378" y="1446933"/>
                  </a:lnTo>
                  <a:lnTo>
                    <a:pt x="1178579" y="1423609"/>
                  </a:lnTo>
                  <a:lnTo>
                    <a:pt x="1118841" y="1399588"/>
                  </a:lnTo>
                  <a:lnTo>
                    <a:pt x="1060204" y="1374904"/>
                  </a:lnTo>
                  <a:lnTo>
                    <a:pt x="1002708" y="1349591"/>
                  </a:lnTo>
                  <a:lnTo>
                    <a:pt x="946391" y="1323680"/>
                  </a:lnTo>
                  <a:lnTo>
                    <a:pt x="891293" y="1297205"/>
                  </a:lnTo>
                  <a:lnTo>
                    <a:pt x="837453" y="1270199"/>
                  </a:lnTo>
                  <a:lnTo>
                    <a:pt x="784911" y="1242695"/>
                  </a:lnTo>
                  <a:lnTo>
                    <a:pt x="733706" y="1214726"/>
                  </a:lnTo>
                  <a:lnTo>
                    <a:pt x="683876" y="1186326"/>
                  </a:lnTo>
                  <a:lnTo>
                    <a:pt x="635462" y="1157527"/>
                  </a:lnTo>
                  <a:lnTo>
                    <a:pt x="588502" y="1128363"/>
                  </a:lnTo>
                  <a:lnTo>
                    <a:pt x="543036" y="1098866"/>
                  </a:lnTo>
                  <a:lnTo>
                    <a:pt x="499104" y="1069069"/>
                  </a:lnTo>
                  <a:lnTo>
                    <a:pt x="456743" y="1039006"/>
                  </a:lnTo>
                  <a:lnTo>
                    <a:pt x="415995" y="1008710"/>
                  </a:lnTo>
                  <a:lnTo>
                    <a:pt x="376898" y="978213"/>
                  </a:lnTo>
                  <a:lnTo>
                    <a:pt x="339490" y="947550"/>
                  </a:lnTo>
                  <a:lnTo>
                    <a:pt x="303813" y="916752"/>
                  </a:lnTo>
                  <a:lnTo>
                    <a:pt x="269905" y="885853"/>
                  </a:lnTo>
                  <a:lnTo>
                    <a:pt x="237804" y="854886"/>
                  </a:lnTo>
                  <a:lnTo>
                    <a:pt x="207551" y="823884"/>
                  </a:lnTo>
                  <a:lnTo>
                    <a:pt x="179185" y="792881"/>
                  </a:lnTo>
                  <a:lnTo>
                    <a:pt x="152745" y="761908"/>
                  </a:lnTo>
                  <a:lnTo>
                    <a:pt x="128271" y="731000"/>
                  </a:lnTo>
                  <a:lnTo>
                    <a:pt x="105801" y="700189"/>
                  </a:lnTo>
                  <a:lnTo>
                    <a:pt x="67032" y="638992"/>
                  </a:lnTo>
                  <a:lnTo>
                    <a:pt x="36753" y="578580"/>
                  </a:lnTo>
                  <a:lnTo>
                    <a:pt x="15278" y="519220"/>
                  </a:lnTo>
                  <a:lnTo>
                    <a:pt x="2922" y="461174"/>
                  </a:lnTo>
                  <a:lnTo>
                    <a:pt x="0" y="404709"/>
                  </a:lnTo>
                  <a:lnTo>
                    <a:pt x="2174" y="377151"/>
                  </a:lnTo>
                  <a:lnTo>
                    <a:pt x="6824" y="350087"/>
                  </a:lnTo>
                  <a:lnTo>
                    <a:pt x="13989" y="323551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99943" y="4341875"/>
              <a:ext cx="3296411" cy="17068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81000" y="4322997"/>
              <a:ext cx="3283497" cy="169337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81000" y="4322997"/>
              <a:ext cx="3283585" cy="1693545"/>
            </a:xfrm>
            <a:custGeom>
              <a:avLst/>
              <a:gdLst/>
              <a:ahLst/>
              <a:cxnLst/>
              <a:rect l="l" t="t" r="r" b="b"/>
              <a:pathLst>
                <a:path w="3283585" h="1693545">
                  <a:moveTo>
                    <a:pt x="13989" y="323551"/>
                  </a:moveTo>
                  <a:lnTo>
                    <a:pt x="35617" y="273099"/>
                  </a:lnTo>
                  <a:lnTo>
                    <a:pt x="66443" y="226813"/>
                  </a:lnTo>
                  <a:lnTo>
                    <a:pt x="106060" y="184722"/>
                  </a:lnTo>
                  <a:lnTo>
                    <a:pt x="154058" y="146860"/>
                  </a:lnTo>
                  <a:lnTo>
                    <a:pt x="210028" y="113259"/>
                  </a:lnTo>
                  <a:lnTo>
                    <a:pt x="273560" y="83949"/>
                  </a:lnTo>
                  <a:lnTo>
                    <a:pt x="344246" y="58963"/>
                  </a:lnTo>
                  <a:lnTo>
                    <a:pt x="382143" y="48101"/>
                  </a:lnTo>
                  <a:lnTo>
                    <a:pt x="421675" y="38332"/>
                  </a:lnTo>
                  <a:lnTo>
                    <a:pt x="462791" y="29660"/>
                  </a:lnTo>
                  <a:lnTo>
                    <a:pt x="505440" y="22089"/>
                  </a:lnTo>
                  <a:lnTo>
                    <a:pt x="549569" y="15622"/>
                  </a:lnTo>
                  <a:lnTo>
                    <a:pt x="595129" y="10265"/>
                  </a:lnTo>
                  <a:lnTo>
                    <a:pt x="642068" y="6019"/>
                  </a:lnTo>
                  <a:lnTo>
                    <a:pt x="690335" y="2891"/>
                  </a:lnTo>
                  <a:lnTo>
                    <a:pt x="739878" y="883"/>
                  </a:lnTo>
                  <a:lnTo>
                    <a:pt x="790647" y="0"/>
                  </a:lnTo>
                  <a:lnTo>
                    <a:pt x="842591" y="245"/>
                  </a:lnTo>
                  <a:lnTo>
                    <a:pt x="895658" y="1622"/>
                  </a:lnTo>
                  <a:lnTo>
                    <a:pt x="949797" y="4137"/>
                  </a:lnTo>
                  <a:lnTo>
                    <a:pt x="1004956" y="7791"/>
                  </a:lnTo>
                  <a:lnTo>
                    <a:pt x="1061086" y="12591"/>
                  </a:lnTo>
                  <a:lnTo>
                    <a:pt x="1118134" y="18538"/>
                  </a:lnTo>
                  <a:lnTo>
                    <a:pt x="1176050" y="25638"/>
                  </a:lnTo>
                  <a:lnTo>
                    <a:pt x="1234782" y="33894"/>
                  </a:lnTo>
                  <a:lnTo>
                    <a:pt x="1294279" y="43311"/>
                  </a:lnTo>
                  <a:lnTo>
                    <a:pt x="1354490" y="53892"/>
                  </a:lnTo>
                  <a:lnTo>
                    <a:pt x="1415364" y="65641"/>
                  </a:lnTo>
                  <a:lnTo>
                    <a:pt x="1476850" y="78563"/>
                  </a:lnTo>
                  <a:lnTo>
                    <a:pt x="1538896" y="92660"/>
                  </a:lnTo>
                  <a:lnTo>
                    <a:pt x="1601451" y="107938"/>
                  </a:lnTo>
                  <a:lnTo>
                    <a:pt x="1664465" y="124400"/>
                  </a:lnTo>
                  <a:lnTo>
                    <a:pt x="1727886" y="142050"/>
                  </a:lnTo>
                  <a:lnTo>
                    <a:pt x="1791662" y="160892"/>
                  </a:lnTo>
                  <a:lnTo>
                    <a:pt x="1855743" y="180930"/>
                  </a:lnTo>
                  <a:lnTo>
                    <a:pt x="1919492" y="201976"/>
                  </a:lnTo>
                  <a:lnTo>
                    <a:pt x="1982297" y="223816"/>
                  </a:lnTo>
                  <a:lnTo>
                    <a:pt x="2044119" y="246418"/>
                  </a:lnTo>
                  <a:lnTo>
                    <a:pt x="2104918" y="269749"/>
                  </a:lnTo>
                  <a:lnTo>
                    <a:pt x="2164656" y="293775"/>
                  </a:lnTo>
                  <a:lnTo>
                    <a:pt x="2223293" y="318464"/>
                  </a:lnTo>
                  <a:lnTo>
                    <a:pt x="2280789" y="343782"/>
                  </a:lnTo>
                  <a:lnTo>
                    <a:pt x="2337106" y="369696"/>
                  </a:lnTo>
                  <a:lnTo>
                    <a:pt x="2392204" y="396174"/>
                  </a:lnTo>
                  <a:lnTo>
                    <a:pt x="2446043" y="423183"/>
                  </a:lnTo>
                  <a:lnTo>
                    <a:pt x="2498586" y="450688"/>
                  </a:lnTo>
                  <a:lnTo>
                    <a:pt x="2549791" y="478658"/>
                  </a:lnTo>
                  <a:lnTo>
                    <a:pt x="2599621" y="507059"/>
                  </a:lnTo>
                  <a:lnTo>
                    <a:pt x="2648035" y="535859"/>
                  </a:lnTo>
                  <a:lnTo>
                    <a:pt x="2694995" y="565023"/>
                  </a:lnTo>
                  <a:lnTo>
                    <a:pt x="2740461" y="594520"/>
                  </a:lnTo>
                  <a:lnTo>
                    <a:pt x="2784393" y="624316"/>
                  </a:lnTo>
                  <a:lnTo>
                    <a:pt x="2826754" y="654378"/>
                  </a:lnTo>
                  <a:lnTo>
                    <a:pt x="2867502" y="684673"/>
                  </a:lnTo>
                  <a:lnTo>
                    <a:pt x="2906599" y="715169"/>
                  </a:lnTo>
                  <a:lnTo>
                    <a:pt x="2944006" y="745831"/>
                  </a:lnTo>
                  <a:lnTo>
                    <a:pt x="2979684" y="776627"/>
                  </a:lnTo>
                  <a:lnTo>
                    <a:pt x="3013592" y="807524"/>
                  </a:lnTo>
                  <a:lnTo>
                    <a:pt x="3045693" y="838489"/>
                  </a:lnTo>
                  <a:lnTo>
                    <a:pt x="3075946" y="869489"/>
                  </a:lnTo>
                  <a:lnTo>
                    <a:pt x="3104312" y="900491"/>
                  </a:lnTo>
                  <a:lnTo>
                    <a:pt x="3130752" y="931461"/>
                  </a:lnTo>
                  <a:lnTo>
                    <a:pt x="3155226" y="962368"/>
                  </a:lnTo>
                  <a:lnTo>
                    <a:pt x="3177696" y="993177"/>
                  </a:lnTo>
                  <a:lnTo>
                    <a:pt x="3216465" y="1054371"/>
                  </a:lnTo>
                  <a:lnTo>
                    <a:pt x="3246744" y="1114780"/>
                  </a:lnTo>
                  <a:lnTo>
                    <a:pt x="3268219" y="1174139"/>
                  </a:lnTo>
                  <a:lnTo>
                    <a:pt x="3280575" y="1232184"/>
                  </a:lnTo>
                  <a:lnTo>
                    <a:pt x="3283497" y="1288652"/>
                  </a:lnTo>
                  <a:lnTo>
                    <a:pt x="3281323" y="1316211"/>
                  </a:lnTo>
                  <a:lnTo>
                    <a:pt x="3269507" y="1369815"/>
                  </a:lnTo>
                  <a:lnTo>
                    <a:pt x="3247880" y="1420270"/>
                  </a:lnTo>
                  <a:lnTo>
                    <a:pt x="3217054" y="1466560"/>
                  </a:lnTo>
                  <a:lnTo>
                    <a:pt x="3177437" y="1508652"/>
                  </a:lnTo>
                  <a:lnTo>
                    <a:pt x="3129439" y="1546515"/>
                  </a:lnTo>
                  <a:lnTo>
                    <a:pt x="3073469" y="1580118"/>
                  </a:lnTo>
                  <a:lnTo>
                    <a:pt x="3009937" y="1609429"/>
                  </a:lnTo>
                  <a:lnTo>
                    <a:pt x="2939251" y="1634415"/>
                  </a:lnTo>
                  <a:lnTo>
                    <a:pt x="2901354" y="1645277"/>
                  </a:lnTo>
                  <a:lnTo>
                    <a:pt x="2861822" y="1655046"/>
                  </a:lnTo>
                  <a:lnTo>
                    <a:pt x="2820706" y="1663718"/>
                  </a:lnTo>
                  <a:lnTo>
                    <a:pt x="2778057" y="1671289"/>
                  </a:lnTo>
                  <a:lnTo>
                    <a:pt x="2733928" y="1677755"/>
                  </a:lnTo>
                  <a:lnTo>
                    <a:pt x="2688368" y="1683113"/>
                  </a:lnTo>
                  <a:lnTo>
                    <a:pt x="2641429" y="1687358"/>
                  </a:lnTo>
                  <a:lnTo>
                    <a:pt x="2593162" y="1690486"/>
                  </a:lnTo>
                  <a:lnTo>
                    <a:pt x="2543619" y="1692494"/>
                  </a:lnTo>
                  <a:lnTo>
                    <a:pt x="2492850" y="1693377"/>
                  </a:lnTo>
                  <a:lnTo>
                    <a:pt x="2440906" y="1693132"/>
                  </a:lnTo>
                  <a:lnTo>
                    <a:pt x="2387839" y="1691754"/>
                  </a:lnTo>
                  <a:lnTo>
                    <a:pt x="2333700" y="1689239"/>
                  </a:lnTo>
                  <a:lnTo>
                    <a:pt x="2278541" y="1685584"/>
                  </a:lnTo>
                  <a:lnTo>
                    <a:pt x="2222411" y="1680785"/>
                  </a:lnTo>
                  <a:lnTo>
                    <a:pt x="2165363" y="1674837"/>
                  </a:lnTo>
                  <a:lnTo>
                    <a:pt x="2107447" y="1667737"/>
                  </a:lnTo>
                  <a:lnTo>
                    <a:pt x="2048715" y="1659481"/>
                  </a:lnTo>
                  <a:lnTo>
                    <a:pt x="1989218" y="1650064"/>
                  </a:lnTo>
                  <a:lnTo>
                    <a:pt x="1929007" y="1639483"/>
                  </a:lnTo>
                  <a:lnTo>
                    <a:pt x="1868133" y="1627734"/>
                  </a:lnTo>
                  <a:lnTo>
                    <a:pt x="1806647" y="1614813"/>
                  </a:lnTo>
                  <a:lnTo>
                    <a:pt x="1744601" y="1600716"/>
                  </a:lnTo>
                  <a:lnTo>
                    <a:pt x="1682046" y="1585438"/>
                  </a:lnTo>
                  <a:lnTo>
                    <a:pt x="1619032" y="1568977"/>
                  </a:lnTo>
                  <a:lnTo>
                    <a:pt x="1555611" y="1551328"/>
                  </a:lnTo>
                  <a:lnTo>
                    <a:pt x="1491835" y="1532486"/>
                  </a:lnTo>
                  <a:lnTo>
                    <a:pt x="1427753" y="1512449"/>
                  </a:lnTo>
                  <a:lnTo>
                    <a:pt x="1364005" y="1491408"/>
                  </a:lnTo>
                  <a:lnTo>
                    <a:pt x="1301200" y="1469572"/>
                  </a:lnTo>
                  <a:lnTo>
                    <a:pt x="1239378" y="1446974"/>
                  </a:lnTo>
                  <a:lnTo>
                    <a:pt x="1178579" y="1423646"/>
                  </a:lnTo>
                  <a:lnTo>
                    <a:pt x="1118841" y="1399623"/>
                  </a:lnTo>
                  <a:lnTo>
                    <a:pt x="1060204" y="1374936"/>
                  </a:lnTo>
                  <a:lnTo>
                    <a:pt x="1002708" y="1349620"/>
                  </a:lnTo>
                  <a:lnTo>
                    <a:pt x="946391" y="1323707"/>
                  </a:lnTo>
                  <a:lnTo>
                    <a:pt x="891293" y="1297229"/>
                  </a:lnTo>
                  <a:lnTo>
                    <a:pt x="837453" y="1270221"/>
                  </a:lnTo>
                  <a:lnTo>
                    <a:pt x="784911" y="1242715"/>
                  </a:lnTo>
                  <a:lnTo>
                    <a:pt x="733706" y="1214745"/>
                  </a:lnTo>
                  <a:lnTo>
                    <a:pt x="683876" y="1186343"/>
                  </a:lnTo>
                  <a:lnTo>
                    <a:pt x="635462" y="1157542"/>
                  </a:lnTo>
                  <a:lnTo>
                    <a:pt x="588502" y="1128376"/>
                  </a:lnTo>
                  <a:lnTo>
                    <a:pt x="543036" y="1098878"/>
                  </a:lnTo>
                  <a:lnTo>
                    <a:pt x="499104" y="1069080"/>
                  </a:lnTo>
                  <a:lnTo>
                    <a:pt x="456743" y="1039016"/>
                  </a:lnTo>
                  <a:lnTo>
                    <a:pt x="415995" y="1008718"/>
                  </a:lnTo>
                  <a:lnTo>
                    <a:pt x="376898" y="978221"/>
                  </a:lnTo>
                  <a:lnTo>
                    <a:pt x="339490" y="947556"/>
                  </a:lnTo>
                  <a:lnTo>
                    <a:pt x="303813" y="916757"/>
                  </a:lnTo>
                  <a:lnTo>
                    <a:pt x="269905" y="885858"/>
                  </a:lnTo>
                  <a:lnTo>
                    <a:pt x="237804" y="854890"/>
                  </a:lnTo>
                  <a:lnTo>
                    <a:pt x="207551" y="823888"/>
                  </a:lnTo>
                  <a:lnTo>
                    <a:pt x="179185" y="792883"/>
                  </a:lnTo>
                  <a:lnTo>
                    <a:pt x="152745" y="761910"/>
                  </a:lnTo>
                  <a:lnTo>
                    <a:pt x="128271" y="731002"/>
                  </a:lnTo>
                  <a:lnTo>
                    <a:pt x="105801" y="700191"/>
                  </a:lnTo>
                  <a:lnTo>
                    <a:pt x="67032" y="638993"/>
                  </a:lnTo>
                  <a:lnTo>
                    <a:pt x="36753" y="578581"/>
                  </a:lnTo>
                  <a:lnTo>
                    <a:pt x="15278" y="519220"/>
                  </a:lnTo>
                  <a:lnTo>
                    <a:pt x="2922" y="461175"/>
                  </a:lnTo>
                  <a:lnTo>
                    <a:pt x="0" y="404709"/>
                  </a:lnTo>
                  <a:lnTo>
                    <a:pt x="2174" y="377151"/>
                  </a:lnTo>
                  <a:lnTo>
                    <a:pt x="6824" y="350087"/>
                  </a:lnTo>
                  <a:lnTo>
                    <a:pt x="13989" y="323551"/>
                  </a:lnTo>
                  <a:close/>
                </a:path>
              </a:pathLst>
            </a:custGeom>
            <a:ln w="952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33771" y="847343"/>
              <a:ext cx="1688592" cy="168402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06545" y="1507997"/>
              <a:ext cx="2527300" cy="1618615"/>
            </a:xfrm>
            <a:custGeom>
              <a:avLst/>
              <a:gdLst/>
              <a:ahLst/>
              <a:cxnLst/>
              <a:rect l="l" t="t" r="r" b="b"/>
              <a:pathLst>
                <a:path w="2527300" h="1618614">
                  <a:moveTo>
                    <a:pt x="2526791" y="0"/>
                  </a:moveTo>
                  <a:lnTo>
                    <a:pt x="0" y="161848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22620" y="1155191"/>
              <a:ext cx="845820" cy="4968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51576" y="1120139"/>
              <a:ext cx="795527" cy="67970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98235" y="1095755"/>
              <a:ext cx="842771" cy="67970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904103" y="1174241"/>
            <a:ext cx="415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“.”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76837" y="1702117"/>
            <a:ext cx="942340" cy="573405"/>
            <a:chOff x="5176837" y="1702117"/>
            <a:chExt cx="942340" cy="573405"/>
          </a:xfrm>
        </p:grpSpPr>
        <p:sp>
          <p:nvSpPr>
            <p:cNvPr id="18" name="object 18"/>
            <p:cNvSpPr/>
            <p:nvPr/>
          </p:nvSpPr>
          <p:spPr>
            <a:xfrm>
              <a:off x="5201411" y="1726691"/>
              <a:ext cx="845819" cy="4968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77611" y="1761743"/>
              <a:ext cx="841248" cy="51358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81600" y="1706879"/>
              <a:ext cx="833627" cy="48463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81600" y="1706879"/>
              <a:ext cx="833755" cy="485140"/>
            </a:xfrm>
            <a:custGeom>
              <a:avLst/>
              <a:gdLst/>
              <a:ahLst/>
              <a:cxnLst/>
              <a:rect l="l" t="t" r="r" b="b"/>
              <a:pathLst>
                <a:path w="833754" h="485139">
                  <a:moveTo>
                    <a:pt x="0" y="242316"/>
                  </a:moveTo>
                  <a:lnTo>
                    <a:pt x="17643" y="172320"/>
                  </a:lnTo>
                  <a:lnTo>
                    <a:pt x="38731" y="140148"/>
                  </a:lnTo>
                  <a:lnTo>
                    <a:pt x="67138" y="110358"/>
                  </a:lnTo>
                  <a:lnTo>
                    <a:pt x="102220" y="83326"/>
                  </a:lnTo>
                  <a:lnTo>
                    <a:pt x="143332" y="59425"/>
                  </a:lnTo>
                  <a:lnTo>
                    <a:pt x="189831" y="39030"/>
                  </a:lnTo>
                  <a:lnTo>
                    <a:pt x="241073" y="22516"/>
                  </a:lnTo>
                  <a:lnTo>
                    <a:pt x="296413" y="10256"/>
                  </a:lnTo>
                  <a:lnTo>
                    <a:pt x="355208" y="2626"/>
                  </a:lnTo>
                  <a:lnTo>
                    <a:pt x="416813" y="0"/>
                  </a:lnTo>
                  <a:lnTo>
                    <a:pt x="478419" y="2626"/>
                  </a:lnTo>
                  <a:lnTo>
                    <a:pt x="537214" y="10256"/>
                  </a:lnTo>
                  <a:lnTo>
                    <a:pt x="592554" y="22516"/>
                  </a:lnTo>
                  <a:lnTo>
                    <a:pt x="643796" y="39030"/>
                  </a:lnTo>
                  <a:lnTo>
                    <a:pt x="690295" y="59425"/>
                  </a:lnTo>
                  <a:lnTo>
                    <a:pt x="731407" y="83326"/>
                  </a:lnTo>
                  <a:lnTo>
                    <a:pt x="766489" y="110358"/>
                  </a:lnTo>
                  <a:lnTo>
                    <a:pt x="794896" y="140148"/>
                  </a:lnTo>
                  <a:lnTo>
                    <a:pt x="815984" y="172320"/>
                  </a:lnTo>
                  <a:lnTo>
                    <a:pt x="833627" y="242316"/>
                  </a:lnTo>
                  <a:lnTo>
                    <a:pt x="829109" y="278130"/>
                  </a:lnTo>
                  <a:lnTo>
                    <a:pt x="794896" y="344483"/>
                  </a:lnTo>
                  <a:lnTo>
                    <a:pt x="766489" y="374273"/>
                  </a:lnTo>
                  <a:lnTo>
                    <a:pt x="731407" y="401305"/>
                  </a:lnTo>
                  <a:lnTo>
                    <a:pt x="690295" y="425206"/>
                  </a:lnTo>
                  <a:lnTo>
                    <a:pt x="643796" y="445601"/>
                  </a:lnTo>
                  <a:lnTo>
                    <a:pt x="592554" y="462115"/>
                  </a:lnTo>
                  <a:lnTo>
                    <a:pt x="537214" y="474375"/>
                  </a:lnTo>
                  <a:lnTo>
                    <a:pt x="478419" y="482005"/>
                  </a:lnTo>
                  <a:lnTo>
                    <a:pt x="416813" y="484632"/>
                  </a:lnTo>
                  <a:lnTo>
                    <a:pt x="355208" y="482005"/>
                  </a:lnTo>
                  <a:lnTo>
                    <a:pt x="296413" y="474375"/>
                  </a:lnTo>
                  <a:lnTo>
                    <a:pt x="241073" y="462115"/>
                  </a:lnTo>
                  <a:lnTo>
                    <a:pt x="189831" y="445601"/>
                  </a:lnTo>
                  <a:lnTo>
                    <a:pt x="143332" y="425206"/>
                  </a:lnTo>
                  <a:lnTo>
                    <a:pt x="102220" y="401305"/>
                  </a:lnTo>
                  <a:lnTo>
                    <a:pt x="67138" y="374273"/>
                  </a:lnTo>
                  <a:lnTo>
                    <a:pt x="38731" y="344483"/>
                  </a:lnTo>
                  <a:lnTo>
                    <a:pt x="17643" y="312311"/>
                  </a:lnTo>
                  <a:lnTo>
                    <a:pt x="0" y="242316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51703" y="1735835"/>
              <a:ext cx="841248" cy="51358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83529" y="1793240"/>
            <a:ext cx="559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.com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29308" y="3038982"/>
            <a:ext cx="19862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microsoft.com</a:t>
            </a:r>
            <a:r>
              <a:rPr sz="1400" b="1" spc="-6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zone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15861" y="1952053"/>
            <a:ext cx="1951355" cy="582930"/>
            <a:chOff x="415861" y="1952053"/>
            <a:chExt cx="1951355" cy="582930"/>
          </a:xfrm>
        </p:grpSpPr>
        <p:sp>
          <p:nvSpPr>
            <p:cNvPr id="26" name="object 26"/>
            <p:cNvSpPr/>
            <p:nvPr/>
          </p:nvSpPr>
          <p:spPr>
            <a:xfrm>
              <a:off x="420623" y="1956816"/>
              <a:ext cx="1941830" cy="573405"/>
            </a:xfrm>
            <a:custGeom>
              <a:avLst/>
              <a:gdLst/>
              <a:ahLst/>
              <a:cxnLst/>
              <a:rect l="l" t="t" r="r" b="b"/>
              <a:pathLst>
                <a:path w="1941830" h="573405">
                  <a:moveTo>
                    <a:pt x="1917700" y="0"/>
                  </a:moveTo>
                  <a:lnTo>
                    <a:pt x="23876" y="0"/>
                  </a:lnTo>
                  <a:lnTo>
                    <a:pt x="14583" y="1873"/>
                  </a:lnTo>
                  <a:lnTo>
                    <a:pt x="6994" y="6985"/>
                  </a:lnTo>
                  <a:lnTo>
                    <a:pt x="1876" y="14573"/>
                  </a:lnTo>
                  <a:lnTo>
                    <a:pt x="0" y="23875"/>
                  </a:lnTo>
                  <a:lnTo>
                    <a:pt x="0" y="549148"/>
                  </a:lnTo>
                  <a:lnTo>
                    <a:pt x="1876" y="558450"/>
                  </a:lnTo>
                  <a:lnTo>
                    <a:pt x="6994" y="566039"/>
                  </a:lnTo>
                  <a:lnTo>
                    <a:pt x="14583" y="571150"/>
                  </a:lnTo>
                  <a:lnTo>
                    <a:pt x="23876" y="573024"/>
                  </a:lnTo>
                  <a:lnTo>
                    <a:pt x="1917700" y="573024"/>
                  </a:lnTo>
                  <a:lnTo>
                    <a:pt x="1927002" y="571150"/>
                  </a:lnTo>
                  <a:lnTo>
                    <a:pt x="1934590" y="566039"/>
                  </a:lnTo>
                  <a:lnTo>
                    <a:pt x="1939702" y="558450"/>
                  </a:lnTo>
                  <a:lnTo>
                    <a:pt x="1941576" y="549148"/>
                  </a:lnTo>
                  <a:lnTo>
                    <a:pt x="1941576" y="23875"/>
                  </a:lnTo>
                  <a:lnTo>
                    <a:pt x="1939702" y="14573"/>
                  </a:lnTo>
                  <a:lnTo>
                    <a:pt x="1934590" y="6985"/>
                  </a:lnTo>
                  <a:lnTo>
                    <a:pt x="1927002" y="1873"/>
                  </a:lnTo>
                  <a:lnTo>
                    <a:pt x="191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0623" y="1956816"/>
              <a:ext cx="1941830" cy="573405"/>
            </a:xfrm>
            <a:custGeom>
              <a:avLst/>
              <a:gdLst/>
              <a:ahLst/>
              <a:cxnLst/>
              <a:rect l="l" t="t" r="r" b="b"/>
              <a:pathLst>
                <a:path w="1941830" h="573405">
                  <a:moveTo>
                    <a:pt x="0" y="23875"/>
                  </a:moveTo>
                  <a:lnTo>
                    <a:pt x="1876" y="14573"/>
                  </a:lnTo>
                  <a:lnTo>
                    <a:pt x="6994" y="6985"/>
                  </a:lnTo>
                  <a:lnTo>
                    <a:pt x="14583" y="1873"/>
                  </a:lnTo>
                  <a:lnTo>
                    <a:pt x="23876" y="0"/>
                  </a:lnTo>
                  <a:lnTo>
                    <a:pt x="1917700" y="0"/>
                  </a:lnTo>
                  <a:lnTo>
                    <a:pt x="1927002" y="1873"/>
                  </a:lnTo>
                  <a:lnTo>
                    <a:pt x="1934590" y="6985"/>
                  </a:lnTo>
                  <a:lnTo>
                    <a:pt x="1939702" y="14573"/>
                  </a:lnTo>
                  <a:lnTo>
                    <a:pt x="1941576" y="23875"/>
                  </a:lnTo>
                  <a:lnTo>
                    <a:pt x="1941576" y="549148"/>
                  </a:lnTo>
                  <a:lnTo>
                    <a:pt x="1939702" y="558450"/>
                  </a:lnTo>
                  <a:lnTo>
                    <a:pt x="1934590" y="566039"/>
                  </a:lnTo>
                  <a:lnTo>
                    <a:pt x="1927002" y="571150"/>
                  </a:lnTo>
                  <a:lnTo>
                    <a:pt x="1917700" y="573024"/>
                  </a:lnTo>
                  <a:lnTo>
                    <a:pt x="23876" y="573024"/>
                  </a:lnTo>
                  <a:lnTo>
                    <a:pt x="14583" y="571150"/>
                  </a:lnTo>
                  <a:lnTo>
                    <a:pt x="6994" y="566039"/>
                  </a:lnTo>
                  <a:lnTo>
                    <a:pt x="1876" y="558450"/>
                  </a:lnTo>
                  <a:lnTo>
                    <a:pt x="0" y="549148"/>
                  </a:lnTo>
                  <a:lnTo>
                    <a:pt x="0" y="23875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06374" y="1986533"/>
            <a:ext cx="1652905" cy="46418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480"/>
              </a:spcBef>
            </a:pPr>
            <a:r>
              <a:rPr sz="1600" b="1" spc="-5" dirty="0">
                <a:latin typeface="Verdana"/>
                <a:cs typeface="Verdana"/>
              </a:rPr>
              <a:t>microsoft</a:t>
            </a:r>
            <a:r>
              <a:rPr sz="1600" b="1" spc="-10" dirty="0">
                <a:latin typeface="Verdana"/>
                <a:cs typeface="Verdana"/>
              </a:rPr>
              <a:t>.com  </a:t>
            </a:r>
            <a:r>
              <a:rPr sz="1600" b="1" spc="-5" dirty="0">
                <a:latin typeface="Verdana"/>
                <a:cs typeface="Verdana"/>
              </a:rPr>
              <a:t>domain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962400" y="865632"/>
            <a:ext cx="1169035" cy="330835"/>
          </a:xfrm>
          <a:custGeom>
            <a:avLst/>
            <a:gdLst/>
            <a:ahLst/>
            <a:cxnLst/>
            <a:rect l="l" t="t" r="r" b="b"/>
            <a:pathLst>
              <a:path w="1169035" h="330834">
                <a:moveTo>
                  <a:pt x="1162685" y="0"/>
                </a:moveTo>
                <a:lnTo>
                  <a:pt x="6223" y="0"/>
                </a:lnTo>
                <a:lnTo>
                  <a:pt x="0" y="6222"/>
                </a:lnTo>
                <a:lnTo>
                  <a:pt x="0" y="324484"/>
                </a:lnTo>
                <a:lnTo>
                  <a:pt x="6223" y="330707"/>
                </a:lnTo>
                <a:lnTo>
                  <a:pt x="1162685" y="330707"/>
                </a:lnTo>
                <a:lnTo>
                  <a:pt x="1168908" y="324484"/>
                </a:lnTo>
                <a:lnTo>
                  <a:pt x="1168908" y="62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962400" y="865632"/>
            <a:ext cx="1169035" cy="330835"/>
          </a:xfrm>
          <a:prstGeom prst="rect">
            <a:avLst/>
          </a:prstGeom>
          <a:ln w="18415">
            <a:solidFill>
              <a:srgbClr val="777777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35"/>
              </a:spcBef>
            </a:pPr>
            <a:r>
              <a:rPr sz="1600" b="1" spc="-5" dirty="0">
                <a:latin typeface="Verdana"/>
                <a:cs typeface="Verdana"/>
              </a:rPr>
              <a:t>Internet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9382" y="4412107"/>
            <a:ext cx="23710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exampl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.</a:t>
            </a:r>
            <a:r>
              <a:rPr sz="1400" b="1" dirty="0">
                <a:latin typeface="Verdana"/>
                <a:cs typeface="Verdana"/>
              </a:rPr>
              <a:t>m</a:t>
            </a:r>
            <a:r>
              <a:rPr sz="1400" b="1" spc="-10" dirty="0">
                <a:latin typeface="Verdana"/>
                <a:cs typeface="Verdana"/>
              </a:rPr>
              <a:t>i</a:t>
            </a:r>
            <a:r>
              <a:rPr sz="1400" b="1" dirty="0">
                <a:latin typeface="Verdana"/>
                <a:cs typeface="Verdana"/>
              </a:rPr>
              <a:t>c</a:t>
            </a:r>
            <a:r>
              <a:rPr sz="1400" b="1" spc="-5" dirty="0">
                <a:latin typeface="Verdana"/>
                <a:cs typeface="Verdana"/>
              </a:rPr>
              <a:t>ros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spc="-5" dirty="0">
                <a:latin typeface="Verdana"/>
                <a:cs typeface="Verdana"/>
              </a:rPr>
              <a:t>ft.</a:t>
            </a:r>
            <a:r>
              <a:rPr sz="1400" b="1" dirty="0">
                <a:latin typeface="Verdana"/>
                <a:cs typeface="Verdana"/>
              </a:rPr>
              <a:t>com</a:t>
            </a:r>
            <a:endParaRPr sz="1400">
              <a:latin typeface="Verdana"/>
              <a:cs typeface="Verdana"/>
            </a:endParaRPr>
          </a:p>
          <a:p>
            <a:pPr marR="8890" algn="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Verdana"/>
                <a:cs typeface="Verdana"/>
              </a:rPr>
              <a:t>zo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dirty="0">
                <a:latin typeface="Verdana"/>
                <a:cs typeface="Verdana"/>
              </a:rPr>
              <a:t>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66306" y="1282064"/>
            <a:ext cx="17322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DNS root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domain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47238" y="3208782"/>
            <a:ext cx="609600" cy="1391920"/>
          </a:xfrm>
          <a:custGeom>
            <a:avLst/>
            <a:gdLst/>
            <a:ahLst/>
            <a:cxnLst/>
            <a:rect l="l" t="t" r="r" b="b"/>
            <a:pathLst>
              <a:path w="609600" h="1391920">
                <a:moveTo>
                  <a:pt x="609600" y="0"/>
                </a:moveTo>
                <a:lnTo>
                  <a:pt x="0" y="1391411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349877" y="3890009"/>
            <a:ext cx="14852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Zone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database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19550" y="5617565"/>
            <a:ext cx="14884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Verdana"/>
                <a:cs typeface="Verdana"/>
              </a:rPr>
              <a:t>Zone</a:t>
            </a:r>
            <a:r>
              <a:rPr sz="1400" b="1" spc="-8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database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570729" y="2604516"/>
            <a:ext cx="4359275" cy="3275965"/>
            <a:chOff x="4570729" y="2604516"/>
            <a:chExt cx="4359275" cy="3275965"/>
          </a:xfrm>
        </p:grpSpPr>
        <p:sp>
          <p:nvSpPr>
            <p:cNvPr id="37" name="object 37"/>
            <p:cNvSpPr/>
            <p:nvPr/>
          </p:nvSpPr>
          <p:spPr>
            <a:xfrm>
              <a:off x="4570730" y="2604515"/>
              <a:ext cx="2284730" cy="3201670"/>
            </a:xfrm>
            <a:custGeom>
              <a:avLst/>
              <a:gdLst/>
              <a:ahLst/>
              <a:cxnLst/>
              <a:rect l="l" t="t" r="r" b="b"/>
              <a:pathLst>
                <a:path w="2284729" h="3201670">
                  <a:moveTo>
                    <a:pt x="1679956" y="2338578"/>
                  </a:moveTo>
                  <a:lnTo>
                    <a:pt x="0" y="2773680"/>
                  </a:lnTo>
                  <a:lnTo>
                    <a:pt x="1599819" y="3201619"/>
                  </a:lnTo>
                  <a:lnTo>
                    <a:pt x="1679956" y="2338578"/>
                  </a:lnTo>
                  <a:close/>
                </a:path>
                <a:path w="2284729" h="3201670">
                  <a:moveTo>
                    <a:pt x="2284222" y="1199388"/>
                  </a:moveTo>
                  <a:lnTo>
                    <a:pt x="2194306" y="0"/>
                  </a:lnTo>
                  <a:lnTo>
                    <a:pt x="632206" y="1050036"/>
                  </a:lnTo>
                  <a:lnTo>
                    <a:pt x="2284222" y="1199388"/>
                  </a:lnTo>
                  <a:close/>
                </a:path>
              </a:pathLst>
            </a:custGeom>
            <a:solidFill>
              <a:srgbClr val="8DACD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19800" y="4953000"/>
              <a:ext cx="2897505" cy="914400"/>
            </a:xfrm>
            <a:custGeom>
              <a:avLst/>
              <a:gdLst/>
              <a:ahLst/>
              <a:cxnLst/>
              <a:rect l="l" t="t" r="r" b="b"/>
              <a:pathLst>
                <a:path w="2897504" h="914400">
                  <a:moveTo>
                    <a:pt x="2897251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0" y="609600"/>
                  </a:lnTo>
                  <a:lnTo>
                    <a:pt x="0" y="914400"/>
                  </a:lnTo>
                  <a:lnTo>
                    <a:pt x="2897251" y="914400"/>
                  </a:lnTo>
                  <a:lnTo>
                    <a:pt x="2897251" y="609600"/>
                  </a:lnTo>
                  <a:lnTo>
                    <a:pt x="2897251" y="304800"/>
                  </a:lnTo>
                  <a:lnTo>
                    <a:pt x="28972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13450" y="5248275"/>
              <a:ext cx="2910205" cy="323850"/>
            </a:xfrm>
            <a:custGeom>
              <a:avLst/>
              <a:gdLst/>
              <a:ahLst/>
              <a:cxnLst/>
              <a:rect l="l" t="t" r="r" b="b"/>
              <a:pathLst>
                <a:path w="2910204" h="323850">
                  <a:moveTo>
                    <a:pt x="2909951" y="304800"/>
                  </a:moveTo>
                  <a:lnTo>
                    <a:pt x="0" y="304800"/>
                  </a:lnTo>
                  <a:lnTo>
                    <a:pt x="0" y="323850"/>
                  </a:lnTo>
                  <a:lnTo>
                    <a:pt x="2909951" y="323850"/>
                  </a:lnTo>
                  <a:lnTo>
                    <a:pt x="2909951" y="304800"/>
                  </a:lnTo>
                  <a:close/>
                </a:path>
                <a:path w="2910204" h="323850">
                  <a:moveTo>
                    <a:pt x="2909951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2909951" y="19050"/>
                  </a:lnTo>
                  <a:lnTo>
                    <a:pt x="290995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13449" y="4946650"/>
              <a:ext cx="2910205" cy="927100"/>
            </a:xfrm>
            <a:custGeom>
              <a:avLst/>
              <a:gdLst/>
              <a:ahLst/>
              <a:cxnLst/>
              <a:rect l="l" t="t" r="r" b="b"/>
              <a:pathLst>
                <a:path w="2910204" h="927100">
                  <a:moveTo>
                    <a:pt x="6350" y="0"/>
                  </a:moveTo>
                  <a:lnTo>
                    <a:pt x="6350" y="927100"/>
                  </a:lnTo>
                </a:path>
                <a:path w="2910204" h="927100">
                  <a:moveTo>
                    <a:pt x="2903601" y="0"/>
                  </a:moveTo>
                  <a:lnTo>
                    <a:pt x="2903601" y="927100"/>
                  </a:lnTo>
                </a:path>
                <a:path w="2910204" h="927100">
                  <a:moveTo>
                    <a:pt x="0" y="6350"/>
                  </a:moveTo>
                  <a:lnTo>
                    <a:pt x="2909951" y="6350"/>
                  </a:lnTo>
                </a:path>
                <a:path w="2910204" h="927100">
                  <a:moveTo>
                    <a:pt x="0" y="920750"/>
                  </a:moveTo>
                  <a:lnTo>
                    <a:pt x="2909951" y="9207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026150" y="4894935"/>
            <a:ext cx="28848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50" marR="137160" indent="248285">
              <a:lnSpc>
                <a:spcPct val="142900"/>
              </a:lnSpc>
              <a:spcBef>
                <a:spcPts val="95"/>
              </a:spcBef>
            </a:pPr>
            <a:r>
              <a:rPr sz="1400" dirty="0">
                <a:latin typeface="Verdana"/>
                <a:cs typeface="Verdana"/>
              </a:rPr>
              <a:t>example.microsoft.com  </a:t>
            </a:r>
            <a:r>
              <a:rPr sz="1400" spc="-5" dirty="0">
                <a:latin typeface="Verdana"/>
                <a:cs typeface="Verdana"/>
                <a:hlinkClick r:id="rId13"/>
              </a:rPr>
              <a:t>www.example.microsoft.com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26150" y="5595315"/>
            <a:ext cx="28848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Verdana"/>
                <a:cs typeface="Verdana"/>
              </a:rPr>
              <a:t>ftp.example.microsoft.com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018019" y="3748151"/>
            <a:ext cx="1082040" cy="1185545"/>
            <a:chOff x="7018019" y="3748151"/>
            <a:chExt cx="1082040" cy="1185545"/>
          </a:xfrm>
        </p:grpSpPr>
        <p:sp>
          <p:nvSpPr>
            <p:cNvPr id="44" name="object 44"/>
            <p:cNvSpPr/>
            <p:nvPr/>
          </p:nvSpPr>
          <p:spPr>
            <a:xfrm>
              <a:off x="7253096" y="3748151"/>
              <a:ext cx="847090" cy="1185545"/>
            </a:xfrm>
            <a:custGeom>
              <a:avLst/>
              <a:gdLst/>
              <a:ahLst/>
              <a:cxnLst/>
              <a:rect l="l" t="t" r="r" b="b"/>
              <a:pathLst>
                <a:path w="847090" h="1185545">
                  <a:moveTo>
                    <a:pt x="25526" y="1016888"/>
                  </a:moveTo>
                  <a:lnTo>
                    <a:pt x="0" y="1185418"/>
                  </a:lnTo>
                  <a:lnTo>
                    <a:pt x="150113" y="1104773"/>
                  </a:lnTo>
                  <a:lnTo>
                    <a:pt x="138051" y="1096264"/>
                  </a:lnTo>
                  <a:lnTo>
                    <a:pt x="93979" y="1096264"/>
                  </a:lnTo>
                  <a:lnTo>
                    <a:pt x="52450" y="1066927"/>
                  </a:lnTo>
                  <a:lnTo>
                    <a:pt x="67075" y="1046197"/>
                  </a:lnTo>
                  <a:lnTo>
                    <a:pt x="25526" y="1016888"/>
                  </a:lnTo>
                  <a:close/>
                </a:path>
                <a:path w="847090" h="1185545">
                  <a:moveTo>
                    <a:pt x="67075" y="1046197"/>
                  </a:moveTo>
                  <a:lnTo>
                    <a:pt x="52450" y="1066927"/>
                  </a:lnTo>
                  <a:lnTo>
                    <a:pt x="93979" y="1096264"/>
                  </a:lnTo>
                  <a:lnTo>
                    <a:pt x="108624" y="1075506"/>
                  </a:lnTo>
                  <a:lnTo>
                    <a:pt x="67075" y="1046197"/>
                  </a:lnTo>
                  <a:close/>
                </a:path>
                <a:path w="847090" h="1185545">
                  <a:moveTo>
                    <a:pt x="108624" y="1075506"/>
                  </a:moveTo>
                  <a:lnTo>
                    <a:pt x="93979" y="1096264"/>
                  </a:lnTo>
                  <a:lnTo>
                    <a:pt x="138051" y="1096264"/>
                  </a:lnTo>
                  <a:lnTo>
                    <a:pt x="108624" y="1075506"/>
                  </a:lnTo>
                  <a:close/>
                </a:path>
                <a:path w="847090" h="1185545">
                  <a:moveTo>
                    <a:pt x="805179" y="0"/>
                  </a:moveTo>
                  <a:lnTo>
                    <a:pt x="67075" y="1046197"/>
                  </a:lnTo>
                  <a:lnTo>
                    <a:pt x="108624" y="1075506"/>
                  </a:lnTo>
                  <a:lnTo>
                    <a:pt x="846708" y="29337"/>
                  </a:lnTo>
                  <a:lnTo>
                    <a:pt x="805179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018019" y="4044315"/>
              <a:ext cx="621665" cy="783590"/>
            </a:xfrm>
            <a:custGeom>
              <a:avLst/>
              <a:gdLst/>
              <a:ahLst/>
              <a:cxnLst/>
              <a:rect l="l" t="t" r="r" b="b"/>
              <a:pathLst>
                <a:path w="621665" h="783589">
                  <a:moveTo>
                    <a:pt x="86486" y="643890"/>
                  </a:moveTo>
                  <a:lnTo>
                    <a:pt x="71262" y="643890"/>
                  </a:lnTo>
                  <a:lnTo>
                    <a:pt x="63823" y="645160"/>
                  </a:lnTo>
                  <a:lnTo>
                    <a:pt x="56514" y="647700"/>
                  </a:lnTo>
                  <a:lnTo>
                    <a:pt x="50926" y="650240"/>
                  </a:lnTo>
                  <a:lnTo>
                    <a:pt x="45084" y="654050"/>
                  </a:lnTo>
                  <a:lnTo>
                    <a:pt x="39243" y="659130"/>
                  </a:lnTo>
                  <a:lnTo>
                    <a:pt x="34696" y="662940"/>
                  </a:lnTo>
                  <a:lnTo>
                    <a:pt x="29829" y="668020"/>
                  </a:lnTo>
                  <a:lnTo>
                    <a:pt x="24651" y="674370"/>
                  </a:lnTo>
                  <a:lnTo>
                    <a:pt x="19176" y="681990"/>
                  </a:lnTo>
                  <a:lnTo>
                    <a:pt x="0" y="707390"/>
                  </a:lnTo>
                  <a:lnTo>
                    <a:pt x="104394" y="783590"/>
                  </a:lnTo>
                  <a:lnTo>
                    <a:pt x="120910" y="762000"/>
                  </a:lnTo>
                  <a:lnTo>
                    <a:pt x="102743" y="762000"/>
                  </a:lnTo>
                  <a:lnTo>
                    <a:pt x="22098" y="702310"/>
                  </a:lnTo>
                  <a:lnTo>
                    <a:pt x="31750" y="689610"/>
                  </a:lnTo>
                  <a:lnTo>
                    <a:pt x="36449" y="683260"/>
                  </a:lnTo>
                  <a:lnTo>
                    <a:pt x="41021" y="676910"/>
                  </a:lnTo>
                  <a:lnTo>
                    <a:pt x="49656" y="669290"/>
                  </a:lnTo>
                  <a:lnTo>
                    <a:pt x="54482" y="666750"/>
                  </a:lnTo>
                  <a:lnTo>
                    <a:pt x="67182" y="660400"/>
                  </a:lnTo>
                  <a:lnTo>
                    <a:pt x="74802" y="659130"/>
                  </a:lnTo>
                  <a:lnTo>
                    <a:pt x="118888" y="659130"/>
                  </a:lnTo>
                  <a:lnTo>
                    <a:pt x="117221" y="657860"/>
                  </a:lnTo>
                  <a:lnTo>
                    <a:pt x="109579" y="652780"/>
                  </a:lnTo>
                  <a:lnTo>
                    <a:pt x="101901" y="648970"/>
                  </a:lnTo>
                  <a:lnTo>
                    <a:pt x="86486" y="643890"/>
                  </a:lnTo>
                  <a:close/>
                </a:path>
                <a:path w="621665" h="783589">
                  <a:moveTo>
                    <a:pt x="118888" y="659130"/>
                  </a:moveTo>
                  <a:lnTo>
                    <a:pt x="74802" y="659130"/>
                  </a:lnTo>
                  <a:lnTo>
                    <a:pt x="82423" y="660400"/>
                  </a:lnTo>
                  <a:lnTo>
                    <a:pt x="88278" y="662940"/>
                  </a:lnTo>
                  <a:lnTo>
                    <a:pt x="94218" y="664210"/>
                  </a:lnTo>
                  <a:lnTo>
                    <a:pt x="106299" y="671830"/>
                  </a:lnTo>
                  <a:lnTo>
                    <a:pt x="111966" y="676910"/>
                  </a:lnTo>
                  <a:lnTo>
                    <a:pt x="116776" y="680720"/>
                  </a:lnTo>
                  <a:lnTo>
                    <a:pt x="120729" y="685800"/>
                  </a:lnTo>
                  <a:lnTo>
                    <a:pt x="123825" y="690880"/>
                  </a:lnTo>
                  <a:lnTo>
                    <a:pt x="127253" y="697230"/>
                  </a:lnTo>
                  <a:lnTo>
                    <a:pt x="128777" y="704850"/>
                  </a:lnTo>
                  <a:lnTo>
                    <a:pt x="128270" y="712470"/>
                  </a:lnTo>
                  <a:lnTo>
                    <a:pt x="127888" y="718820"/>
                  </a:lnTo>
                  <a:lnTo>
                    <a:pt x="126364" y="723900"/>
                  </a:lnTo>
                  <a:lnTo>
                    <a:pt x="121030" y="735330"/>
                  </a:lnTo>
                  <a:lnTo>
                    <a:pt x="117221" y="741680"/>
                  </a:lnTo>
                  <a:lnTo>
                    <a:pt x="102743" y="762000"/>
                  </a:lnTo>
                  <a:lnTo>
                    <a:pt x="120910" y="762000"/>
                  </a:lnTo>
                  <a:lnTo>
                    <a:pt x="123825" y="758190"/>
                  </a:lnTo>
                  <a:lnTo>
                    <a:pt x="128758" y="750570"/>
                  </a:lnTo>
                  <a:lnTo>
                    <a:pt x="132905" y="744220"/>
                  </a:lnTo>
                  <a:lnTo>
                    <a:pt x="136290" y="739140"/>
                  </a:lnTo>
                  <a:lnTo>
                    <a:pt x="138937" y="732790"/>
                  </a:lnTo>
                  <a:lnTo>
                    <a:pt x="141858" y="726440"/>
                  </a:lnTo>
                  <a:lnTo>
                    <a:pt x="143636" y="720090"/>
                  </a:lnTo>
                  <a:lnTo>
                    <a:pt x="144272" y="712470"/>
                  </a:lnTo>
                  <a:lnTo>
                    <a:pt x="144341" y="704850"/>
                  </a:lnTo>
                  <a:lnTo>
                    <a:pt x="143398" y="697230"/>
                  </a:lnTo>
                  <a:lnTo>
                    <a:pt x="123892" y="662940"/>
                  </a:lnTo>
                  <a:lnTo>
                    <a:pt x="118888" y="659130"/>
                  </a:lnTo>
                  <a:close/>
                </a:path>
                <a:path w="621665" h="783589">
                  <a:moveTo>
                    <a:pt x="163407" y="565150"/>
                  </a:moveTo>
                  <a:lnTo>
                    <a:pt x="155575" y="565150"/>
                  </a:lnTo>
                  <a:lnTo>
                    <a:pt x="148004" y="567690"/>
                  </a:lnTo>
                  <a:lnTo>
                    <a:pt x="119760" y="600710"/>
                  </a:lnTo>
                  <a:lnTo>
                    <a:pt x="118518" y="609600"/>
                  </a:lnTo>
                  <a:lnTo>
                    <a:pt x="119252" y="618490"/>
                  </a:lnTo>
                  <a:lnTo>
                    <a:pt x="142112" y="651510"/>
                  </a:lnTo>
                  <a:lnTo>
                    <a:pt x="170777" y="662940"/>
                  </a:lnTo>
                  <a:lnTo>
                    <a:pt x="180085" y="662940"/>
                  </a:lnTo>
                  <a:lnTo>
                    <a:pt x="189156" y="660400"/>
                  </a:lnTo>
                  <a:lnTo>
                    <a:pt x="197691" y="655320"/>
                  </a:lnTo>
                  <a:lnTo>
                    <a:pt x="205678" y="648970"/>
                  </a:lnTo>
                  <a:lnTo>
                    <a:pt x="206739" y="647700"/>
                  </a:lnTo>
                  <a:lnTo>
                    <a:pt x="171703" y="647700"/>
                  </a:lnTo>
                  <a:lnTo>
                    <a:pt x="162432" y="645160"/>
                  </a:lnTo>
                  <a:lnTo>
                    <a:pt x="157733" y="642620"/>
                  </a:lnTo>
                  <a:lnTo>
                    <a:pt x="152907" y="638810"/>
                  </a:lnTo>
                  <a:lnTo>
                    <a:pt x="158563" y="631190"/>
                  </a:lnTo>
                  <a:lnTo>
                    <a:pt x="142748" y="631190"/>
                  </a:lnTo>
                  <a:lnTo>
                    <a:pt x="137032" y="626110"/>
                  </a:lnTo>
                  <a:lnTo>
                    <a:pt x="133603" y="619760"/>
                  </a:lnTo>
                  <a:lnTo>
                    <a:pt x="132460" y="613410"/>
                  </a:lnTo>
                  <a:lnTo>
                    <a:pt x="131445" y="605790"/>
                  </a:lnTo>
                  <a:lnTo>
                    <a:pt x="133476" y="598170"/>
                  </a:lnTo>
                  <a:lnTo>
                    <a:pt x="138683" y="591820"/>
                  </a:lnTo>
                  <a:lnTo>
                    <a:pt x="143763" y="584200"/>
                  </a:lnTo>
                  <a:lnTo>
                    <a:pt x="149605" y="580390"/>
                  </a:lnTo>
                  <a:lnTo>
                    <a:pt x="162178" y="579120"/>
                  </a:lnTo>
                  <a:lnTo>
                    <a:pt x="191770" y="579120"/>
                  </a:lnTo>
                  <a:lnTo>
                    <a:pt x="188213" y="576580"/>
                  </a:lnTo>
                  <a:lnTo>
                    <a:pt x="179738" y="570230"/>
                  </a:lnTo>
                  <a:lnTo>
                    <a:pt x="163407" y="565150"/>
                  </a:lnTo>
                  <a:close/>
                </a:path>
                <a:path w="621665" h="783589">
                  <a:moveTo>
                    <a:pt x="212851" y="596900"/>
                  </a:moveTo>
                  <a:lnTo>
                    <a:pt x="212344" y="596900"/>
                  </a:lnTo>
                  <a:lnTo>
                    <a:pt x="212725" y="600710"/>
                  </a:lnTo>
                  <a:lnTo>
                    <a:pt x="211962" y="607060"/>
                  </a:lnTo>
                  <a:lnTo>
                    <a:pt x="210057" y="613410"/>
                  </a:lnTo>
                  <a:lnTo>
                    <a:pt x="208279" y="619760"/>
                  </a:lnTo>
                  <a:lnTo>
                    <a:pt x="205358" y="626110"/>
                  </a:lnTo>
                  <a:lnTo>
                    <a:pt x="198500" y="636270"/>
                  </a:lnTo>
                  <a:lnTo>
                    <a:pt x="195199" y="638810"/>
                  </a:lnTo>
                  <a:lnTo>
                    <a:pt x="188086" y="643890"/>
                  </a:lnTo>
                  <a:lnTo>
                    <a:pt x="184276" y="646430"/>
                  </a:lnTo>
                  <a:lnTo>
                    <a:pt x="180212" y="646430"/>
                  </a:lnTo>
                  <a:lnTo>
                    <a:pt x="176149" y="647700"/>
                  </a:lnTo>
                  <a:lnTo>
                    <a:pt x="206739" y="647700"/>
                  </a:lnTo>
                  <a:lnTo>
                    <a:pt x="213105" y="640080"/>
                  </a:lnTo>
                  <a:lnTo>
                    <a:pt x="216788" y="635000"/>
                  </a:lnTo>
                  <a:lnTo>
                    <a:pt x="219709" y="629920"/>
                  </a:lnTo>
                  <a:lnTo>
                    <a:pt x="221869" y="624840"/>
                  </a:lnTo>
                  <a:lnTo>
                    <a:pt x="224027" y="618490"/>
                  </a:lnTo>
                  <a:lnTo>
                    <a:pt x="225805" y="613410"/>
                  </a:lnTo>
                  <a:lnTo>
                    <a:pt x="227202" y="607060"/>
                  </a:lnTo>
                  <a:lnTo>
                    <a:pt x="212851" y="596900"/>
                  </a:lnTo>
                  <a:close/>
                </a:path>
                <a:path w="621665" h="783589">
                  <a:moveTo>
                    <a:pt x="191770" y="579120"/>
                  </a:moveTo>
                  <a:lnTo>
                    <a:pt x="162178" y="579120"/>
                  </a:lnTo>
                  <a:lnTo>
                    <a:pt x="168782" y="581660"/>
                  </a:lnTo>
                  <a:lnTo>
                    <a:pt x="175768" y="586740"/>
                  </a:lnTo>
                  <a:lnTo>
                    <a:pt x="142748" y="631190"/>
                  </a:lnTo>
                  <a:lnTo>
                    <a:pt x="158563" y="631190"/>
                  </a:lnTo>
                  <a:lnTo>
                    <a:pt x="195325" y="581660"/>
                  </a:lnTo>
                  <a:lnTo>
                    <a:pt x="191770" y="579120"/>
                  </a:lnTo>
                  <a:close/>
                </a:path>
                <a:path w="621665" h="783589">
                  <a:moveTo>
                    <a:pt x="148716" y="495300"/>
                  </a:moveTo>
                  <a:lnTo>
                    <a:pt x="139064" y="508000"/>
                  </a:lnTo>
                  <a:lnTo>
                    <a:pt x="248157" y="588010"/>
                  </a:lnTo>
                  <a:lnTo>
                    <a:pt x="257936" y="575310"/>
                  </a:lnTo>
                  <a:lnTo>
                    <a:pt x="148716" y="495300"/>
                  </a:lnTo>
                  <a:close/>
                </a:path>
                <a:path w="621665" h="783589">
                  <a:moveTo>
                    <a:pt x="256424" y="439420"/>
                  </a:moveTo>
                  <a:lnTo>
                    <a:pt x="248538" y="439420"/>
                  </a:lnTo>
                  <a:lnTo>
                    <a:pt x="240986" y="440690"/>
                  </a:lnTo>
                  <a:lnTo>
                    <a:pt x="212725" y="473710"/>
                  </a:lnTo>
                  <a:lnTo>
                    <a:pt x="211482" y="482600"/>
                  </a:lnTo>
                  <a:lnTo>
                    <a:pt x="212216" y="492760"/>
                  </a:lnTo>
                  <a:lnTo>
                    <a:pt x="235076" y="525780"/>
                  </a:lnTo>
                  <a:lnTo>
                    <a:pt x="263794" y="537210"/>
                  </a:lnTo>
                  <a:lnTo>
                    <a:pt x="273176" y="535940"/>
                  </a:lnTo>
                  <a:lnTo>
                    <a:pt x="282174" y="533400"/>
                  </a:lnTo>
                  <a:lnTo>
                    <a:pt x="290671" y="529590"/>
                  </a:lnTo>
                  <a:lnTo>
                    <a:pt x="298644" y="521970"/>
                  </a:lnTo>
                  <a:lnTo>
                    <a:pt x="299705" y="520700"/>
                  </a:lnTo>
                  <a:lnTo>
                    <a:pt x="264668" y="520700"/>
                  </a:lnTo>
                  <a:lnTo>
                    <a:pt x="255397" y="518160"/>
                  </a:lnTo>
                  <a:lnTo>
                    <a:pt x="250698" y="515620"/>
                  </a:lnTo>
                  <a:lnTo>
                    <a:pt x="245872" y="513080"/>
                  </a:lnTo>
                  <a:lnTo>
                    <a:pt x="251404" y="505460"/>
                  </a:lnTo>
                  <a:lnTo>
                    <a:pt x="235711" y="505460"/>
                  </a:lnTo>
                  <a:lnTo>
                    <a:pt x="229997" y="500380"/>
                  </a:lnTo>
                  <a:lnTo>
                    <a:pt x="226568" y="494030"/>
                  </a:lnTo>
                  <a:lnTo>
                    <a:pt x="225425" y="486410"/>
                  </a:lnTo>
                  <a:lnTo>
                    <a:pt x="224408" y="478790"/>
                  </a:lnTo>
                  <a:lnTo>
                    <a:pt x="226440" y="472440"/>
                  </a:lnTo>
                  <a:lnTo>
                    <a:pt x="231648" y="464820"/>
                  </a:lnTo>
                  <a:lnTo>
                    <a:pt x="236854" y="458470"/>
                  </a:lnTo>
                  <a:lnTo>
                    <a:pt x="242570" y="454660"/>
                  </a:lnTo>
                  <a:lnTo>
                    <a:pt x="248793" y="453390"/>
                  </a:lnTo>
                  <a:lnTo>
                    <a:pt x="286511" y="453390"/>
                  </a:lnTo>
                  <a:lnTo>
                    <a:pt x="281177" y="449580"/>
                  </a:lnTo>
                  <a:lnTo>
                    <a:pt x="272720" y="444500"/>
                  </a:lnTo>
                  <a:lnTo>
                    <a:pt x="264477" y="440690"/>
                  </a:lnTo>
                  <a:lnTo>
                    <a:pt x="256424" y="439420"/>
                  </a:lnTo>
                  <a:close/>
                </a:path>
                <a:path w="621665" h="783589">
                  <a:moveTo>
                    <a:pt x="305815" y="469900"/>
                  </a:moveTo>
                  <a:lnTo>
                    <a:pt x="305307" y="471170"/>
                  </a:lnTo>
                  <a:lnTo>
                    <a:pt x="305688" y="474980"/>
                  </a:lnTo>
                  <a:lnTo>
                    <a:pt x="304926" y="480060"/>
                  </a:lnTo>
                  <a:lnTo>
                    <a:pt x="303149" y="486410"/>
                  </a:lnTo>
                  <a:lnTo>
                    <a:pt x="301244" y="494030"/>
                  </a:lnTo>
                  <a:lnTo>
                    <a:pt x="298323" y="500380"/>
                  </a:lnTo>
                  <a:lnTo>
                    <a:pt x="273176" y="520700"/>
                  </a:lnTo>
                  <a:lnTo>
                    <a:pt x="299705" y="520700"/>
                  </a:lnTo>
                  <a:lnTo>
                    <a:pt x="306070" y="513080"/>
                  </a:lnTo>
                  <a:lnTo>
                    <a:pt x="309752" y="508000"/>
                  </a:lnTo>
                  <a:lnTo>
                    <a:pt x="312800" y="502920"/>
                  </a:lnTo>
                  <a:lnTo>
                    <a:pt x="314832" y="497840"/>
                  </a:lnTo>
                  <a:lnTo>
                    <a:pt x="316991" y="492760"/>
                  </a:lnTo>
                  <a:lnTo>
                    <a:pt x="318770" y="486410"/>
                  </a:lnTo>
                  <a:lnTo>
                    <a:pt x="320166" y="480060"/>
                  </a:lnTo>
                  <a:lnTo>
                    <a:pt x="305815" y="469900"/>
                  </a:lnTo>
                  <a:close/>
                </a:path>
                <a:path w="621665" h="783589">
                  <a:moveTo>
                    <a:pt x="286511" y="453390"/>
                  </a:moveTo>
                  <a:lnTo>
                    <a:pt x="255143" y="453390"/>
                  </a:lnTo>
                  <a:lnTo>
                    <a:pt x="261747" y="454660"/>
                  </a:lnTo>
                  <a:lnTo>
                    <a:pt x="268731" y="459740"/>
                  </a:lnTo>
                  <a:lnTo>
                    <a:pt x="235711" y="505460"/>
                  </a:lnTo>
                  <a:lnTo>
                    <a:pt x="251404" y="505460"/>
                  </a:lnTo>
                  <a:lnTo>
                    <a:pt x="288289" y="454660"/>
                  </a:lnTo>
                  <a:lnTo>
                    <a:pt x="286511" y="453390"/>
                  </a:lnTo>
                  <a:close/>
                </a:path>
                <a:path w="621665" h="783589">
                  <a:moveTo>
                    <a:pt x="391113" y="403860"/>
                  </a:moveTo>
                  <a:lnTo>
                    <a:pt x="367410" y="403860"/>
                  </a:lnTo>
                  <a:lnTo>
                    <a:pt x="377825" y="411480"/>
                  </a:lnTo>
                  <a:lnTo>
                    <a:pt x="380364" y="414020"/>
                  </a:lnTo>
                  <a:lnTo>
                    <a:pt x="382397" y="416560"/>
                  </a:lnTo>
                  <a:lnTo>
                    <a:pt x="384555" y="419100"/>
                  </a:lnTo>
                  <a:lnTo>
                    <a:pt x="385825" y="421640"/>
                  </a:lnTo>
                  <a:lnTo>
                    <a:pt x="386460" y="425450"/>
                  </a:lnTo>
                  <a:lnTo>
                    <a:pt x="387223" y="427990"/>
                  </a:lnTo>
                  <a:lnTo>
                    <a:pt x="386969" y="431800"/>
                  </a:lnTo>
                  <a:lnTo>
                    <a:pt x="385952" y="435610"/>
                  </a:lnTo>
                  <a:lnTo>
                    <a:pt x="384809" y="439420"/>
                  </a:lnTo>
                  <a:lnTo>
                    <a:pt x="382650" y="443230"/>
                  </a:lnTo>
                  <a:lnTo>
                    <a:pt x="379349" y="447040"/>
                  </a:lnTo>
                  <a:lnTo>
                    <a:pt x="375920" y="452120"/>
                  </a:lnTo>
                  <a:lnTo>
                    <a:pt x="371855" y="455930"/>
                  </a:lnTo>
                  <a:lnTo>
                    <a:pt x="362457" y="463550"/>
                  </a:lnTo>
                  <a:lnTo>
                    <a:pt x="358901" y="466090"/>
                  </a:lnTo>
                  <a:lnTo>
                    <a:pt x="356488" y="468630"/>
                  </a:lnTo>
                  <a:lnTo>
                    <a:pt x="355980" y="468630"/>
                  </a:lnTo>
                  <a:lnTo>
                    <a:pt x="369443" y="478790"/>
                  </a:lnTo>
                  <a:lnTo>
                    <a:pt x="373379" y="476250"/>
                  </a:lnTo>
                  <a:lnTo>
                    <a:pt x="377062" y="472440"/>
                  </a:lnTo>
                  <a:lnTo>
                    <a:pt x="380491" y="468630"/>
                  </a:lnTo>
                  <a:lnTo>
                    <a:pt x="384048" y="466090"/>
                  </a:lnTo>
                  <a:lnTo>
                    <a:pt x="387223" y="461010"/>
                  </a:lnTo>
                  <a:lnTo>
                    <a:pt x="390398" y="457200"/>
                  </a:lnTo>
                  <a:lnTo>
                    <a:pt x="396232" y="448310"/>
                  </a:lnTo>
                  <a:lnTo>
                    <a:pt x="400018" y="439420"/>
                  </a:lnTo>
                  <a:lnTo>
                    <a:pt x="401756" y="430530"/>
                  </a:lnTo>
                  <a:lnTo>
                    <a:pt x="401447" y="422910"/>
                  </a:lnTo>
                  <a:lnTo>
                    <a:pt x="399039" y="415290"/>
                  </a:lnTo>
                  <a:lnTo>
                    <a:pt x="394477" y="407670"/>
                  </a:lnTo>
                  <a:lnTo>
                    <a:pt x="391113" y="403860"/>
                  </a:lnTo>
                  <a:close/>
                </a:path>
                <a:path w="621665" h="783589">
                  <a:moveTo>
                    <a:pt x="309372" y="341630"/>
                  </a:moveTo>
                  <a:lnTo>
                    <a:pt x="300354" y="353060"/>
                  </a:lnTo>
                  <a:lnTo>
                    <a:pt x="303149" y="356870"/>
                  </a:lnTo>
                  <a:lnTo>
                    <a:pt x="298703" y="359410"/>
                  </a:lnTo>
                  <a:lnTo>
                    <a:pt x="294894" y="360680"/>
                  </a:lnTo>
                  <a:lnTo>
                    <a:pt x="291846" y="363220"/>
                  </a:lnTo>
                  <a:lnTo>
                    <a:pt x="288671" y="365760"/>
                  </a:lnTo>
                  <a:lnTo>
                    <a:pt x="273811" y="400050"/>
                  </a:lnTo>
                  <a:lnTo>
                    <a:pt x="274827" y="405130"/>
                  </a:lnTo>
                  <a:lnTo>
                    <a:pt x="275971" y="411480"/>
                  </a:lnTo>
                  <a:lnTo>
                    <a:pt x="306276" y="444500"/>
                  </a:lnTo>
                  <a:lnTo>
                    <a:pt x="323611" y="450850"/>
                  </a:lnTo>
                  <a:lnTo>
                    <a:pt x="331850" y="450850"/>
                  </a:lnTo>
                  <a:lnTo>
                    <a:pt x="360019" y="434340"/>
                  </a:lnTo>
                  <a:lnTo>
                    <a:pt x="325014" y="434340"/>
                  </a:lnTo>
                  <a:lnTo>
                    <a:pt x="319357" y="431800"/>
                  </a:lnTo>
                  <a:lnTo>
                    <a:pt x="290322" y="402590"/>
                  </a:lnTo>
                  <a:lnTo>
                    <a:pt x="288544" y="394970"/>
                  </a:lnTo>
                  <a:lnTo>
                    <a:pt x="290322" y="387350"/>
                  </a:lnTo>
                  <a:lnTo>
                    <a:pt x="313816" y="364490"/>
                  </a:lnTo>
                  <a:lnTo>
                    <a:pt x="340633" y="364490"/>
                  </a:lnTo>
                  <a:lnTo>
                    <a:pt x="309372" y="341630"/>
                  </a:lnTo>
                  <a:close/>
                </a:path>
                <a:path w="621665" h="783589">
                  <a:moveTo>
                    <a:pt x="340633" y="364490"/>
                  </a:moveTo>
                  <a:lnTo>
                    <a:pt x="313816" y="364490"/>
                  </a:lnTo>
                  <a:lnTo>
                    <a:pt x="356615" y="396240"/>
                  </a:lnTo>
                  <a:lnTo>
                    <a:pt x="356615" y="401320"/>
                  </a:lnTo>
                  <a:lnTo>
                    <a:pt x="348360" y="424180"/>
                  </a:lnTo>
                  <a:lnTo>
                    <a:pt x="343153" y="431800"/>
                  </a:lnTo>
                  <a:lnTo>
                    <a:pt x="337057" y="434340"/>
                  </a:lnTo>
                  <a:lnTo>
                    <a:pt x="360019" y="434340"/>
                  </a:lnTo>
                  <a:lnTo>
                    <a:pt x="362457" y="430530"/>
                  </a:lnTo>
                  <a:lnTo>
                    <a:pt x="365125" y="425450"/>
                  </a:lnTo>
                  <a:lnTo>
                    <a:pt x="366140" y="420370"/>
                  </a:lnTo>
                  <a:lnTo>
                    <a:pt x="367283" y="415290"/>
                  </a:lnTo>
                  <a:lnTo>
                    <a:pt x="367569" y="411480"/>
                  </a:lnTo>
                  <a:lnTo>
                    <a:pt x="367461" y="405130"/>
                  </a:lnTo>
                  <a:lnTo>
                    <a:pt x="367410" y="403860"/>
                  </a:lnTo>
                  <a:lnTo>
                    <a:pt x="391113" y="403860"/>
                  </a:lnTo>
                  <a:lnTo>
                    <a:pt x="387748" y="400050"/>
                  </a:lnTo>
                  <a:lnTo>
                    <a:pt x="378840" y="392430"/>
                  </a:lnTo>
                  <a:lnTo>
                    <a:pt x="340633" y="364490"/>
                  </a:lnTo>
                  <a:close/>
                </a:path>
                <a:path w="621665" h="783589">
                  <a:moveTo>
                    <a:pt x="409168" y="280670"/>
                  </a:moveTo>
                  <a:lnTo>
                    <a:pt x="376935" y="280670"/>
                  </a:lnTo>
                  <a:lnTo>
                    <a:pt x="382397" y="281940"/>
                  </a:lnTo>
                  <a:lnTo>
                    <a:pt x="385318" y="283210"/>
                  </a:lnTo>
                  <a:lnTo>
                    <a:pt x="388238" y="285750"/>
                  </a:lnTo>
                  <a:lnTo>
                    <a:pt x="390271" y="287020"/>
                  </a:lnTo>
                  <a:lnTo>
                    <a:pt x="386460" y="293370"/>
                  </a:lnTo>
                  <a:lnTo>
                    <a:pt x="382841" y="298450"/>
                  </a:lnTo>
                  <a:lnTo>
                    <a:pt x="379412" y="303530"/>
                  </a:lnTo>
                  <a:lnTo>
                    <a:pt x="376174" y="309880"/>
                  </a:lnTo>
                  <a:lnTo>
                    <a:pt x="371982" y="316230"/>
                  </a:lnTo>
                  <a:lnTo>
                    <a:pt x="369188" y="323850"/>
                  </a:lnTo>
                  <a:lnTo>
                    <a:pt x="366395" y="336550"/>
                  </a:lnTo>
                  <a:lnTo>
                    <a:pt x="366649" y="341630"/>
                  </a:lnTo>
                  <a:lnTo>
                    <a:pt x="395097" y="368300"/>
                  </a:lnTo>
                  <a:lnTo>
                    <a:pt x="411606" y="365760"/>
                  </a:lnTo>
                  <a:lnTo>
                    <a:pt x="418337" y="361950"/>
                  </a:lnTo>
                  <a:lnTo>
                    <a:pt x="425449" y="351790"/>
                  </a:lnTo>
                  <a:lnTo>
                    <a:pt x="398018" y="351790"/>
                  </a:lnTo>
                  <a:lnTo>
                    <a:pt x="393700" y="350520"/>
                  </a:lnTo>
                  <a:lnTo>
                    <a:pt x="389127" y="346710"/>
                  </a:lnTo>
                  <a:lnTo>
                    <a:pt x="385190" y="344170"/>
                  </a:lnTo>
                  <a:lnTo>
                    <a:pt x="382904" y="340360"/>
                  </a:lnTo>
                  <a:lnTo>
                    <a:pt x="382397" y="336550"/>
                  </a:lnTo>
                  <a:lnTo>
                    <a:pt x="381761" y="332740"/>
                  </a:lnTo>
                  <a:lnTo>
                    <a:pt x="382397" y="328930"/>
                  </a:lnTo>
                  <a:lnTo>
                    <a:pt x="384048" y="323850"/>
                  </a:lnTo>
                  <a:lnTo>
                    <a:pt x="385572" y="320040"/>
                  </a:lnTo>
                  <a:lnTo>
                    <a:pt x="387984" y="314960"/>
                  </a:lnTo>
                  <a:lnTo>
                    <a:pt x="391540" y="309880"/>
                  </a:lnTo>
                  <a:lnTo>
                    <a:pt x="398272" y="298450"/>
                  </a:lnTo>
                  <a:lnTo>
                    <a:pt x="400938" y="294640"/>
                  </a:lnTo>
                  <a:lnTo>
                    <a:pt x="428680" y="294640"/>
                  </a:lnTo>
                  <a:lnTo>
                    <a:pt x="409168" y="280670"/>
                  </a:lnTo>
                  <a:close/>
                </a:path>
                <a:path w="621665" h="783589">
                  <a:moveTo>
                    <a:pt x="428680" y="294640"/>
                  </a:moveTo>
                  <a:lnTo>
                    <a:pt x="400938" y="294640"/>
                  </a:lnTo>
                  <a:lnTo>
                    <a:pt x="422782" y="311150"/>
                  </a:lnTo>
                  <a:lnTo>
                    <a:pt x="422909" y="316230"/>
                  </a:lnTo>
                  <a:lnTo>
                    <a:pt x="422401" y="321310"/>
                  </a:lnTo>
                  <a:lnTo>
                    <a:pt x="420370" y="331470"/>
                  </a:lnTo>
                  <a:lnTo>
                    <a:pt x="418210" y="336550"/>
                  </a:lnTo>
                  <a:lnTo>
                    <a:pt x="414781" y="340360"/>
                  </a:lnTo>
                  <a:lnTo>
                    <a:pt x="410718" y="346710"/>
                  </a:lnTo>
                  <a:lnTo>
                    <a:pt x="406526" y="349250"/>
                  </a:lnTo>
                  <a:lnTo>
                    <a:pt x="398018" y="351790"/>
                  </a:lnTo>
                  <a:lnTo>
                    <a:pt x="425449" y="351790"/>
                  </a:lnTo>
                  <a:lnTo>
                    <a:pt x="432688" y="334010"/>
                  </a:lnTo>
                  <a:lnTo>
                    <a:pt x="433324" y="331470"/>
                  </a:lnTo>
                  <a:lnTo>
                    <a:pt x="433577" y="328930"/>
                  </a:lnTo>
                  <a:lnTo>
                    <a:pt x="433704" y="318770"/>
                  </a:lnTo>
                  <a:lnTo>
                    <a:pt x="446474" y="318770"/>
                  </a:lnTo>
                  <a:lnTo>
                    <a:pt x="451738" y="311150"/>
                  </a:lnTo>
                  <a:lnTo>
                    <a:pt x="428680" y="294640"/>
                  </a:lnTo>
                  <a:close/>
                </a:path>
                <a:path w="621665" h="783589">
                  <a:moveTo>
                    <a:pt x="379602" y="264160"/>
                  </a:moveTo>
                  <a:lnTo>
                    <a:pt x="366395" y="267970"/>
                  </a:lnTo>
                  <a:lnTo>
                    <a:pt x="362330" y="270510"/>
                  </a:lnTo>
                  <a:lnTo>
                    <a:pt x="354456" y="276860"/>
                  </a:lnTo>
                  <a:lnTo>
                    <a:pt x="350520" y="281940"/>
                  </a:lnTo>
                  <a:lnTo>
                    <a:pt x="346455" y="287020"/>
                  </a:lnTo>
                  <a:lnTo>
                    <a:pt x="332358" y="312420"/>
                  </a:lnTo>
                  <a:lnTo>
                    <a:pt x="331215" y="314960"/>
                  </a:lnTo>
                  <a:lnTo>
                    <a:pt x="344677" y="325120"/>
                  </a:lnTo>
                  <a:lnTo>
                    <a:pt x="345185" y="323850"/>
                  </a:lnTo>
                  <a:lnTo>
                    <a:pt x="346709" y="318770"/>
                  </a:lnTo>
                  <a:lnTo>
                    <a:pt x="348614" y="313690"/>
                  </a:lnTo>
                  <a:lnTo>
                    <a:pt x="350900" y="308610"/>
                  </a:lnTo>
                  <a:lnTo>
                    <a:pt x="353059" y="303530"/>
                  </a:lnTo>
                  <a:lnTo>
                    <a:pt x="355473" y="298450"/>
                  </a:lnTo>
                  <a:lnTo>
                    <a:pt x="358012" y="295910"/>
                  </a:lnTo>
                  <a:lnTo>
                    <a:pt x="360045" y="292100"/>
                  </a:lnTo>
                  <a:lnTo>
                    <a:pt x="362330" y="289560"/>
                  </a:lnTo>
                  <a:lnTo>
                    <a:pt x="364616" y="288290"/>
                  </a:lnTo>
                  <a:lnTo>
                    <a:pt x="366902" y="285750"/>
                  </a:lnTo>
                  <a:lnTo>
                    <a:pt x="369315" y="283210"/>
                  </a:lnTo>
                  <a:lnTo>
                    <a:pt x="371728" y="281940"/>
                  </a:lnTo>
                  <a:lnTo>
                    <a:pt x="374269" y="281940"/>
                  </a:lnTo>
                  <a:lnTo>
                    <a:pt x="376935" y="280670"/>
                  </a:lnTo>
                  <a:lnTo>
                    <a:pt x="409168" y="280670"/>
                  </a:lnTo>
                  <a:lnTo>
                    <a:pt x="398525" y="273050"/>
                  </a:lnTo>
                  <a:lnTo>
                    <a:pt x="393446" y="269240"/>
                  </a:lnTo>
                  <a:lnTo>
                    <a:pt x="388747" y="266700"/>
                  </a:lnTo>
                  <a:lnTo>
                    <a:pt x="379602" y="264160"/>
                  </a:lnTo>
                  <a:close/>
                </a:path>
                <a:path w="621665" h="783589">
                  <a:moveTo>
                    <a:pt x="446474" y="318770"/>
                  </a:moveTo>
                  <a:lnTo>
                    <a:pt x="433704" y="318770"/>
                  </a:lnTo>
                  <a:lnTo>
                    <a:pt x="442086" y="325120"/>
                  </a:lnTo>
                  <a:lnTo>
                    <a:pt x="446474" y="318770"/>
                  </a:lnTo>
                  <a:close/>
                </a:path>
                <a:path w="621665" h="783589">
                  <a:moveTo>
                    <a:pt x="431443" y="237490"/>
                  </a:moveTo>
                  <a:lnTo>
                    <a:pt x="403098" y="237490"/>
                  </a:lnTo>
                  <a:lnTo>
                    <a:pt x="444753" y="267970"/>
                  </a:lnTo>
                  <a:lnTo>
                    <a:pt x="451685" y="271780"/>
                  </a:lnTo>
                  <a:lnTo>
                    <a:pt x="458200" y="275590"/>
                  </a:lnTo>
                  <a:lnTo>
                    <a:pt x="464310" y="276860"/>
                  </a:lnTo>
                  <a:lnTo>
                    <a:pt x="470026" y="276860"/>
                  </a:lnTo>
                  <a:lnTo>
                    <a:pt x="477393" y="275590"/>
                  </a:lnTo>
                  <a:lnTo>
                    <a:pt x="483997" y="270510"/>
                  </a:lnTo>
                  <a:lnTo>
                    <a:pt x="491616" y="260350"/>
                  </a:lnTo>
                  <a:lnTo>
                    <a:pt x="468883" y="260350"/>
                  </a:lnTo>
                  <a:lnTo>
                    <a:pt x="466216" y="259080"/>
                  </a:lnTo>
                  <a:lnTo>
                    <a:pt x="463423" y="259080"/>
                  </a:lnTo>
                  <a:lnTo>
                    <a:pt x="460755" y="257810"/>
                  </a:lnTo>
                  <a:lnTo>
                    <a:pt x="455929" y="255270"/>
                  </a:lnTo>
                  <a:lnTo>
                    <a:pt x="452627" y="252730"/>
                  </a:lnTo>
                  <a:lnTo>
                    <a:pt x="448436" y="250190"/>
                  </a:lnTo>
                  <a:lnTo>
                    <a:pt x="431443" y="237490"/>
                  </a:lnTo>
                  <a:close/>
                </a:path>
                <a:path w="621665" h="783589">
                  <a:moveTo>
                    <a:pt x="487552" y="237490"/>
                  </a:moveTo>
                  <a:lnTo>
                    <a:pt x="487045" y="237490"/>
                  </a:lnTo>
                  <a:lnTo>
                    <a:pt x="486663" y="238760"/>
                  </a:lnTo>
                  <a:lnTo>
                    <a:pt x="484885" y="243840"/>
                  </a:lnTo>
                  <a:lnTo>
                    <a:pt x="475741" y="257810"/>
                  </a:lnTo>
                  <a:lnTo>
                    <a:pt x="473455" y="257810"/>
                  </a:lnTo>
                  <a:lnTo>
                    <a:pt x="471297" y="259080"/>
                  </a:lnTo>
                  <a:lnTo>
                    <a:pt x="468883" y="260350"/>
                  </a:lnTo>
                  <a:lnTo>
                    <a:pt x="491616" y="260350"/>
                  </a:lnTo>
                  <a:lnTo>
                    <a:pt x="493268" y="257810"/>
                  </a:lnTo>
                  <a:lnTo>
                    <a:pt x="495046" y="255270"/>
                  </a:lnTo>
                  <a:lnTo>
                    <a:pt x="496697" y="251460"/>
                  </a:lnTo>
                  <a:lnTo>
                    <a:pt x="498221" y="248920"/>
                  </a:lnTo>
                  <a:lnTo>
                    <a:pt x="499363" y="245110"/>
                  </a:lnTo>
                  <a:lnTo>
                    <a:pt x="487552" y="237490"/>
                  </a:lnTo>
                  <a:close/>
                </a:path>
                <a:path w="621665" h="783589">
                  <a:moveTo>
                    <a:pt x="379222" y="199390"/>
                  </a:moveTo>
                  <a:lnTo>
                    <a:pt x="369443" y="212090"/>
                  </a:lnTo>
                  <a:lnTo>
                    <a:pt x="392049" y="228600"/>
                  </a:lnTo>
                  <a:lnTo>
                    <a:pt x="385445" y="237490"/>
                  </a:lnTo>
                  <a:lnTo>
                    <a:pt x="396494" y="246380"/>
                  </a:lnTo>
                  <a:lnTo>
                    <a:pt x="403098" y="237490"/>
                  </a:lnTo>
                  <a:lnTo>
                    <a:pt x="431443" y="237490"/>
                  </a:lnTo>
                  <a:lnTo>
                    <a:pt x="412750" y="223520"/>
                  </a:lnTo>
                  <a:lnTo>
                    <a:pt x="418483" y="215900"/>
                  </a:lnTo>
                  <a:lnTo>
                    <a:pt x="401700" y="215900"/>
                  </a:lnTo>
                  <a:lnTo>
                    <a:pt x="379222" y="199390"/>
                  </a:lnTo>
                  <a:close/>
                </a:path>
                <a:path w="621665" h="783589">
                  <a:moveTo>
                    <a:pt x="490178" y="120650"/>
                  </a:moveTo>
                  <a:lnTo>
                    <a:pt x="482346" y="120650"/>
                  </a:lnTo>
                  <a:lnTo>
                    <a:pt x="474775" y="123190"/>
                  </a:lnTo>
                  <a:lnTo>
                    <a:pt x="446531" y="156210"/>
                  </a:lnTo>
                  <a:lnTo>
                    <a:pt x="445289" y="165100"/>
                  </a:lnTo>
                  <a:lnTo>
                    <a:pt x="446024" y="173990"/>
                  </a:lnTo>
                  <a:lnTo>
                    <a:pt x="468883" y="207010"/>
                  </a:lnTo>
                  <a:lnTo>
                    <a:pt x="497548" y="218440"/>
                  </a:lnTo>
                  <a:lnTo>
                    <a:pt x="506856" y="218440"/>
                  </a:lnTo>
                  <a:lnTo>
                    <a:pt x="515927" y="215900"/>
                  </a:lnTo>
                  <a:lnTo>
                    <a:pt x="524462" y="210820"/>
                  </a:lnTo>
                  <a:lnTo>
                    <a:pt x="532449" y="204470"/>
                  </a:lnTo>
                  <a:lnTo>
                    <a:pt x="533510" y="203200"/>
                  </a:lnTo>
                  <a:lnTo>
                    <a:pt x="498475" y="203200"/>
                  </a:lnTo>
                  <a:lnTo>
                    <a:pt x="489203" y="200660"/>
                  </a:lnTo>
                  <a:lnTo>
                    <a:pt x="484504" y="198120"/>
                  </a:lnTo>
                  <a:lnTo>
                    <a:pt x="479678" y="194310"/>
                  </a:lnTo>
                  <a:lnTo>
                    <a:pt x="485334" y="186690"/>
                  </a:lnTo>
                  <a:lnTo>
                    <a:pt x="469519" y="186690"/>
                  </a:lnTo>
                  <a:lnTo>
                    <a:pt x="463803" y="181610"/>
                  </a:lnTo>
                  <a:lnTo>
                    <a:pt x="460375" y="175260"/>
                  </a:lnTo>
                  <a:lnTo>
                    <a:pt x="459231" y="168910"/>
                  </a:lnTo>
                  <a:lnTo>
                    <a:pt x="458215" y="161290"/>
                  </a:lnTo>
                  <a:lnTo>
                    <a:pt x="460248" y="153670"/>
                  </a:lnTo>
                  <a:lnTo>
                    <a:pt x="465454" y="147320"/>
                  </a:lnTo>
                  <a:lnTo>
                    <a:pt x="470534" y="139700"/>
                  </a:lnTo>
                  <a:lnTo>
                    <a:pt x="476376" y="135890"/>
                  </a:lnTo>
                  <a:lnTo>
                    <a:pt x="488950" y="134620"/>
                  </a:lnTo>
                  <a:lnTo>
                    <a:pt x="518541" y="134620"/>
                  </a:lnTo>
                  <a:lnTo>
                    <a:pt x="514984" y="132080"/>
                  </a:lnTo>
                  <a:lnTo>
                    <a:pt x="506509" y="125730"/>
                  </a:lnTo>
                  <a:lnTo>
                    <a:pt x="490178" y="120650"/>
                  </a:lnTo>
                  <a:close/>
                </a:path>
                <a:path w="621665" h="783589">
                  <a:moveTo>
                    <a:pt x="421639" y="187960"/>
                  </a:moveTo>
                  <a:lnTo>
                    <a:pt x="401700" y="215900"/>
                  </a:lnTo>
                  <a:lnTo>
                    <a:pt x="418483" y="215900"/>
                  </a:lnTo>
                  <a:lnTo>
                    <a:pt x="432815" y="196850"/>
                  </a:lnTo>
                  <a:lnTo>
                    <a:pt x="421639" y="187960"/>
                  </a:lnTo>
                  <a:close/>
                </a:path>
                <a:path w="621665" h="783589">
                  <a:moveTo>
                    <a:pt x="539623" y="152400"/>
                  </a:moveTo>
                  <a:lnTo>
                    <a:pt x="539114" y="152400"/>
                  </a:lnTo>
                  <a:lnTo>
                    <a:pt x="539496" y="156210"/>
                  </a:lnTo>
                  <a:lnTo>
                    <a:pt x="538733" y="162560"/>
                  </a:lnTo>
                  <a:lnTo>
                    <a:pt x="536828" y="168910"/>
                  </a:lnTo>
                  <a:lnTo>
                    <a:pt x="535051" y="175260"/>
                  </a:lnTo>
                  <a:lnTo>
                    <a:pt x="532129" y="181610"/>
                  </a:lnTo>
                  <a:lnTo>
                    <a:pt x="502920" y="203200"/>
                  </a:lnTo>
                  <a:lnTo>
                    <a:pt x="533510" y="203200"/>
                  </a:lnTo>
                  <a:lnTo>
                    <a:pt x="552576" y="168910"/>
                  </a:lnTo>
                  <a:lnTo>
                    <a:pt x="553974" y="162560"/>
                  </a:lnTo>
                  <a:lnTo>
                    <a:pt x="539623" y="152400"/>
                  </a:lnTo>
                  <a:close/>
                </a:path>
                <a:path w="621665" h="783589">
                  <a:moveTo>
                    <a:pt x="518541" y="134620"/>
                  </a:moveTo>
                  <a:lnTo>
                    <a:pt x="488950" y="134620"/>
                  </a:lnTo>
                  <a:lnTo>
                    <a:pt x="495553" y="137160"/>
                  </a:lnTo>
                  <a:lnTo>
                    <a:pt x="502538" y="142240"/>
                  </a:lnTo>
                  <a:lnTo>
                    <a:pt x="469519" y="186690"/>
                  </a:lnTo>
                  <a:lnTo>
                    <a:pt x="485334" y="186690"/>
                  </a:lnTo>
                  <a:lnTo>
                    <a:pt x="522097" y="137160"/>
                  </a:lnTo>
                  <a:lnTo>
                    <a:pt x="518541" y="134620"/>
                  </a:lnTo>
                  <a:close/>
                </a:path>
                <a:path w="621665" h="783589">
                  <a:moveTo>
                    <a:pt x="512445" y="0"/>
                  </a:moveTo>
                  <a:lnTo>
                    <a:pt x="502793" y="13970"/>
                  </a:lnTo>
                  <a:lnTo>
                    <a:pt x="536701" y="38100"/>
                  </a:lnTo>
                  <a:lnTo>
                    <a:pt x="532256" y="40640"/>
                  </a:lnTo>
                  <a:lnTo>
                    <a:pt x="528447" y="43180"/>
                  </a:lnTo>
                  <a:lnTo>
                    <a:pt x="522097" y="48260"/>
                  </a:lnTo>
                  <a:lnTo>
                    <a:pt x="518922" y="52070"/>
                  </a:lnTo>
                  <a:lnTo>
                    <a:pt x="515874" y="55880"/>
                  </a:lnTo>
                  <a:lnTo>
                    <a:pt x="512572" y="59690"/>
                  </a:lnTo>
                  <a:lnTo>
                    <a:pt x="510285" y="64770"/>
                  </a:lnTo>
                  <a:lnTo>
                    <a:pt x="509015" y="71120"/>
                  </a:lnTo>
                  <a:lnTo>
                    <a:pt x="507873" y="76200"/>
                  </a:lnTo>
                  <a:lnTo>
                    <a:pt x="507873" y="82550"/>
                  </a:lnTo>
                  <a:lnTo>
                    <a:pt x="509015" y="87630"/>
                  </a:lnTo>
                  <a:lnTo>
                    <a:pt x="510285" y="93980"/>
                  </a:lnTo>
                  <a:lnTo>
                    <a:pt x="512825" y="99060"/>
                  </a:lnTo>
                  <a:lnTo>
                    <a:pt x="520446" y="110490"/>
                  </a:lnTo>
                  <a:lnTo>
                    <a:pt x="525652" y="116840"/>
                  </a:lnTo>
                  <a:lnTo>
                    <a:pt x="532256" y="120650"/>
                  </a:lnTo>
                  <a:lnTo>
                    <a:pt x="541714" y="127000"/>
                  </a:lnTo>
                  <a:lnTo>
                    <a:pt x="550862" y="132080"/>
                  </a:lnTo>
                  <a:lnTo>
                    <a:pt x="559724" y="134620"/>
                  </a:lnTo>
                  <a:lnTo>
                    <a:pt x="576322" y="134620"/>
                  </a:lnTo>
                  <a:lnTo>
                    <a:pt x="583533" y="130810"/>
                  </a:lnTo>
                  <a:lnTo>
                    <a:pt x="589934" y="127000"/>
                  </a:lnTo>
                  <a:lnTo>
                    <a:pt x="595502" y="120650"/>
                  </a:lnTo>
                  <a:lnTo>
                    <a:pt x="597280" y="118110"/>
                  </a:lnTo>
                  <a:lnTo>
                    <a:pt x="566801" y="118110"/>
                  </a:lnTo>
                  <a:lnTo>
                    <a:pt x="561181" y="116840"/>
                  </a:lnTo>
                  <a:lnTo>
                    <a:pt x="555180" y="115570"/>
                  </a:lnTo>
                  <a:lnTo>
                    <a:pt x="548798" y="111760"/>
                  </a:lnTo>
                  <a:lnTo>
                    <a:pt x="542035" y="107950"/>
                  </a:lnTo>
                  <a:lnTo>
                    <a:pt x="522604" y="77470"/>
                  </a:lnTo>
                  <a:lnTo>
                    <a:pt x="524255" y="69850"/>
                  </a:lnTo>
                  <a:lnTo>
                    <a:pt x="529589" y="62230"/>
                  </a:lnTo>
                  <a:lnTo>
                    <a:pt x="532129" y="58420"/>
                  </a:lnTo>
                  <a:lnTo>
                    <a:pt x="534670" y="55880"/>
                  </a:lnTo>
                  <a:lnTo>
                    <a:pt x="540003" y="50800"/>
                  </a:lnTo>
                  <a:lnTo>
                    <a:pt x="543432" y="49530"/>
                  </a:lnTo>
                  <a:lnTo>
                    <a:pt x="547624" y="46990"/>
                  </a:lnTo>
                  <a:lnTo>
                    <a:pt x="575514" y="46990"/>
                  </a:lnTo>
                  <a:lnTo>
                    <a:pt x="512445" y="0"/>
                  </a:lnTo>
                  <a:close/>
                </a:path>
                <a:path w="621665" h="783589">
                  <a:moveTo>
                    <a:pt x="575514" y="46990"/>
                  </a:moveTo>
                  <a:lnTo>
                    <a:pt x="547624" y="46990"/>
                  </a:lnTo>
                  <a:lnTo>
                    <a:pt x="592581" y="80010"/>
                  </a:lnTo>
                  <a:lnTo>
                    <a:pt x="592708" y="85090"/>
                  </a:lnTo>
                  <a:lnTo>
                    <a:pt x="585215" y="107950"/>
                  </a:lnTo>
                  <a:lnTo>
                    <a:pt x="580135" y="115570"/>
                  </a:lnTo>
                  <a:lnTo>
                    <a:pt x="573912" y="118110"/>
                  </a:lnTo>
                  <a:lnTo>
                    <a:pt x="597280" y="118110"/>
                  </a:lnTo>
                  <a:lnTo>
                    <a:pt x="604138" y="93980"/>
                  </a:lnTo>
                  <a:lnTo>
                    <a:pt x="603630" y="87630"/>
                  </a:lnTo>
                  <a:lnTo>
                    <a:pt x="616711" y="87630"/>
                  </a:lnTo>
                  <a:lnTo>
                    <a:pt x="621537" y="81280"/>
                  </a:lnTo>
                  <a:lnTo>
                    <a:pt x="575514" y="46990"/>
                  </a:lnTo>
                  <a:close/>
                </a:path>
                <a:path w="621665" h="783589">
                  <a:moveTo>
                    <a:pt x="616711" y="87630"/>
                  </a:moveTo>
                  <a:lnTo>
                    <a:pt x="603630" y="87630"/>
                  </a:lnTo>
                  <a:lnTo>
                    <a:pt x="611885" y="93980"/>
                  </a:lnTo>
                  <a:lnTo>
                    <a:pt x="616711" y="876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/>
          <p:nvPr/>
        </p:nvSpPr>
        <p:spPr>
          <a:xfrm>
            <a:off x="6642100" y="2527299"/>
            <a:ext cx="2275205" cy="1285875"/>
          </a:xfrm>
          <a:custGeom>
            <a:avLst/>
            <a:gdLst/>
            <a:ahLst/>
            <a:cxnLst/>
            <a:rect l="l" t="t" r="r" b="b"/>
            <a:pathLst>
              <a:path w="2275204" h="1285875">
                <a:moveTo>
                  <a:pt x="2274951" y="0"/>
                </a:moveTo>
                <a:lnTo>
                  <a:pt x="0" y="0"/>
                </a:lnTo>
                <a:lnTo>
                  <a:pt x="0" y="304800"/>
                </a:lnTo>
                <a:lnTo>
                  <a:pt x="0" y="609600"/>
                </a:lnTo>
                <a:lnTo>
                  <a:pt x="0" y="981075"/>
                </a:lnTo>
                <a:lnTo>
                  <a:pt x="0" y="1285875"/>
                </a:lnTo>
                <a:lnTo>
                  <a:pt x="2274951" y="1285875"/>
                </a:lnTo>
                <a:lnTo>
                  <a:pt x="2274951" y="981075"/>
                </a:lnTo>
                <a:lnTo>
                  <a:pt x="2274951" y="609600"/>
                </a:lnTo>
                <a:lnTo>
                  <a:pt x="2274951" y="304800"/>
                </a:lnTo>
                <a:lnTo>
                  <a:pt x="22749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47"/>
          <p:cNvGrpSpPr/>
          <p:nvPr/>
        </p:nvGrpSpPr>
        <p:grpSpPr>
          <a:xfrm>
            <a:off x="2621279" y="2953511"/>
            <a:ext cx="2901950" cy="2654935"/>
            <a:chOff x="2621279" y="2953511"/>
            <a:chExt cx="2901950" cy="2654935"/>
          </a:xfrm>
        </p:grpSpPr>
        <p:sp>
          <p:nvSpPr>
            <p:cNvPr id="48" name="object 48"/>
            <p:cNvSpPr/>
            <p:nvPr/>
          </p:nvSpPr>
          <p:spPr>
            <a:xfrm>
              <a:off x="3850385" y="3182873"/>
              <a:ext cx="1397635" cy="240029"/>
            </a:xfrm>
            <a:custGeom>
              <a:avLst/>
              <a:gdLst/>
              <a:ahLst/>
              <a:cxnLst/>
              <a:rect l="l" t="t" r="r" b="b"/>
              <a:pathLst>
                <a:path w="1397635" h="240029">
                  <a:moveTo>
                    <a:pt x="1397253" y="239902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934332" y="2956559"/>
              <a:ext cx="502284" cy="230504"/>
            </a:xfrm>
            <a:custGeom>
              <a:avLst/>
              <a:gdLst/>
              <a:ahLst/>
              <a:cxnLst/>
              <a:rect l="l" t="t" r="r" b="b"/>
              <a:pathLst>
                <a:path w="502285" h="230505">
                  <a:moveTo>
                    <a:pt x="87628" y="38735"/>
                  </a:moveTo>
                  <a:lnTo>
                    <a:pt x="73278" y="38735"/>
                  </a:lnTo>
                  <a:lnTo>
                    <a:pt x="76580" y="149732"/>
                  </a:lnTo>
                  <a:lnTo>
                    <a:pt x="95630" y="153924"/>
                  </a:lnTo>
                  <a:lnTo>
                    <a:pt x="107097" y="131444"/>
                  </a:lnTo>
                  <a:lnTo>
                    <a:pt x="90042" y="131444"/>
                  </a:lnTo>
                  <a:lnTo>
                    <a:pt x="87628" y="38735"/>
                  </a:lnTo>
                  <a:close/>
                </a:path>
                <a:path w="502285" h="230505">
                  <a:moveTo>
                    <a:pt x="0" y="0"/>
                  </a:moveTo>
                  <a:lnTo>
                    <a:pt x="5461" y="133985"/>
                  </a:lnTo>
                  <a:lnTo>
                    <a:pt x="24002" y="138049"/>
                  </a:lnTo>
                  <a:lnTo>
                    <a:pt x="35471" y="114935"/>
                  </a:lnTo>
                  <a:lnTo>
                    <a:pt x="20574" y="114935"/>
                  </a:lnTo>
                  <a:lnTo>
                    <a:pt x="17271" y="3810"/>
                  </a:lnTo>
                  <a:lnTo>
                    <a:pt x="0" y="0"/>
                  </a:lnTo>
                  <a:close/>
                </a:path>
                <a:path w="502285" h="230505">
                  <a:moveTo>
                    <a:pt x="140080" y="30987"/>
                  </a:moveTo>
                  <a:lnTo>
                    <a:pt x="90042" y="131444"/>
                  </a:lnTo>
                  <a:lnTo>
                    <a:pt x="107097" y="131444"/>
                  </a:lnTo>
                  <a:lnTo>
                    <a:pt x="156463" y="34670"/>
                  </a:lnTo>
                  <a:lnTo>
                    <a:pt x="140080" y="30987"/>
                  </a:lnTo>
                  <a:close/>
                </a:path>
                <a:path w="502285" h="230505">
                  <a:moveTo>
                    <a:pt x="70103" y="15493"/>
                  </a:moveTo>
                  <a:lnTo>
                    <a:pt x="20574" y="114935"/>
                  </a:lnTo>
                  <a:lnTo>
                    <a:pt x="35471" y="114935"/>
                  </a:lnTo>
                  <a:lnTo>
                    <a:pt x="73278" y="38735"/>
                  </a:lnTo>
                  <a:lnTo>
                    <a:pt x="87628" y="38735"/>
                  </a:lnTo>
                  <a:lnTo>
                    <a:pt x="87121" y="19303"/>
                  </a:lnTo>
                  <a:lnTo>
                    <a:pt x="70103" y="15493"/>
                  </a:lnTo>
                  <a:close/>
                </a:path>
                <a:path w="502285" h="230505">
                  <a:moveTo>
                    <a:pt x="260221" y="76962"/>
                  </a:moveTo>
                  <a:lnTo>
                    <a:pt x="245871" y="76962"/>
                  </a:lnTo>
                  <a:lnTo>
                    <a:pt x="249174" y="187960"/>
                  </a:lnTo>
                  <a:lnTo>
                    <a:pt x="268224" y="192150"/>
                  </a:lnTo>
                  <a:lnTo>
                    <a:pt x="279714" y="169672"/>
                  </a:lnTo>
                  <a:lnTo>
                    <a:pt x="262636" y="169672"/>
                  </a:lnTo>
                  <a:lnTo>
                    <a:pt x="260221" y="76962"/>
                  </a:lnTo>
                  <a:close/>
                </a:path>
                <a:path w="502285" h="230505">
                  <a:moveTo>
                    <a:pt x="172592" y="38226"/>
                  </a:moveTo>
                  <a:lnTo>
                    <a:pt x="178053" y="172212"/>
                  </a:lnTo>
                  <a:lnTo>
                    <a:pt x="196595" y="176275"/>
                  </a:lnTo>
                  <a:lnTo>
                    <a:pt x="208064" y="153162"/>
                  </a:lnTo>
                  <a:lnTo>
                    <a:pt x="193166" y="153162"/>
                  </a:lnTo>
                  <a:lnTo>
                    <a:pt x="189864" y="42037"/>
                  </a:lnTo>
                  <a:lnTo>
                    <a:pt x="172592" y="38226"/>
                  </a:lnTo>
                  <a:close/>
                </a:path>
                <a:path w="502285" h="230505">
                  <a:moveTo>
                    <a:pt x="312674" y="69214"/>
                  </a:moveTo>
                  <a:lnTo>
                    <a:pt x="262636" y="169672"/>
                  </a:lnTo>
                  <a:lnTo>
                    <a:pt x="279714" y="169672"/>
                  </a:lnTo>
                  <a:lnTo>
                    <a:pt x="329183" y="72898"/>
                  </a:lnTo>
                  <a:lnTo>
                    <a:pt x="312674" y="69214"/>
                  </a:lnTo>
                  <a:close/>
                </a:path>
                <a:path w="502285" h="230505">
                  <a:moveTo>
                    <a:pt x="242696" y="53720"/>
                  </a:moveTo>
                  <a:lnTo>
                    <a:pt x="193166" y="153162"/>
                  </a:lnTo>
                  <a:lnTo>
                    <a:pt x="208064" y="153162"/>
                  </a:lnTo>
                  <a:lnTo>
                    <a:pt x="245871" y="76962"/>
                  </a:lnTo>
                  <a:lnTo>
                    <a:pt x="260221" y="76962"/>
                  </a:lnTo>
                  <a:lnTo>
                    <a:pt x="259714" y="57530"/>
                  </a:lnTo>
                  <a:lnTo>
                    <a:pt x="242696" y="53720"/>
                  </a:lnTo>
                  <a:close/>
                </a:path>
                <a:path w="502285" h="230505">
                  <a:moveTo>
                    <a:pt x="432817" y="115315"/>
                  </a:moveTo>
                  <a:lnTo>
                    <a:pt x="418464" y="115315"/>
                  </a:lnTo>
                  <a:lnTo>
                    <a:pt x="421766" y="226187"/>
                  </a:lnTo>
                  <a:lnTo>
                    <a:pt x="440816" y="230504"/>
                  </a:lnTo>
                  <a:lnTo>
                    <a:pt x="452360" y="207899"/>
                  </a:lnTo>
                  <a:lnTo>
                    <a:pt x="435228" y="207899"/>
                  </a:lnTo>
                  <a:lnTo>
                    <a:pt x="432817" y="115315"/>
                  </a:lnTo>
                  <a:close/>
                </a:path>
                <a:path w="502285" h="230505">
                  <a:moveTo>
                    <a:pt x="345186" y="76453"/>
                  </a:moveTo>
                  <a:lnTo>
                    <a:pt x="350646" y="210438"/>
                  </a:lnTo>
                  <a:lnTo>
                    <a:pt x="369188" y="214629"/>
                  </a:lnTo>
                  <a:lnTo>
                    <a:pt x="380720" y="191388"/>
                  </a:lnTo>
                  <a:lnTo>
                    <a:pt x="365759" y="191388"/>
                  </a:lnTo>
                  <a:lnTo>
                    <a:pt x="362457" y="80263"/>
                  </a:lnTo>
                  <a:lnTo>
                    <a:pt x="345186" y="76453"/>
                  </a:lnTo>
                  <a:close/>
                </a:path>
                <a:path w="502285" h="230505">
                  <a:moveTo>
                    <a:pt x="485266" y="107568"/>
                  </a:moveTo>
                  <a:lnTo>
                    <a:pt x="435228" y="207899"/>
                  </a:lnTo>
                  <a:lnTo>
                    <a:pt x="452360" y="207899"/>
                  </a:lnTo>
                  <a:lnTo>
                    <a:pt x="501776" y="111125"/>
                  </a:lnTo>
                  <a:lnTo>
                    <a:pt x="485266" y="107568"/>
                  </a:lnTo>
                  <a:close/>
                </a:path>
                <a:path w="502285" h="230505">
                  <a:moveTo>
                    <a:pt x="415289" y="91948"/>
                  </a:moveTo>
                  <a:lnTo>
                    <a:pt x="365759" y="191388"/>
                  </a:lnTo>
                  <a:lnTo>
                    <a:pt x="380720" y="191388"/>
                  </a:lnTo>
                  <a:lnTo>
                    <a:pt x="418464" y="115315"/>
                  </a:lnTo>
                  <a:lnTo>
                    <a:pt x="432817" y="115315"/>
                  </a:lnTo>
                  <a:lnTo>
                    <a:pt x="432307" y="95757"/>
                  </a:lnTo>
                  <a:lnTo>
                    <a:pt x="415289" y="919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87469" y="3228593"/>
              <a:ext cx="1181735" cy="535940"/>
            </a:xfrm>
            <a:custGeom>
              <a:avLst/>
              <a:gdLst/>
              <a:ahLst/>
              <a:cxnLst/>
              <a:rect l="l" t="t" r="r" b="b"/>
              <a:pathLst>
                <a:path w="1181735" h="535939">
                  <a:moveTo>
                    <a:pt x="1181734" y="535812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66108" y="3263518"/>
              <a:ext cx="314960" cy="215900"/>
            </a:xfrm>
            <a:custGeom>
              <a:avLst/>
              <a:gdLst/>
              <a:ahLst/>
              <a:cxnLst/>
              <a:rect l="l" t="t" r="r" b="b"/>
              <a:pathLst>
                <a:path w="314960" h="215900">
                  <a:moveTo>
                    <a:pt x="249554" y="91058"/>
                  </a:moveTo>
                  <a:lnTo>
                    <a:pt x="194690" y="208533"/>
                  </a:lnTo>
                  <a:lnTo>
                    <a:pt x="210312" y="215772"/>
                  </a:lnTo>
                  <a:lnTo>
                    <a:pt x="230758" y="172084"/>
                  </a:lnTo>
                  <a:lnTo>
                    <a:pt x="304164" y="172084"/>
                  </a:lnTo>
                  <a:lnTo>
                    <a:pt x="304890" y="171068"/>
                  </a:lnTo>
                  <a:lnTo>
                    <a:pt x="270763" y="171068"/>
                  </a:lnTo>
                  <a:lnTo>
                    <a:pt x="266318" y="170306"/>
                  </a:lnTo>
                  <a:lnTo>
                    <a:pt x="261874" y="169671"/>
                  </a:lnTo>
                  <a:lnTo>
                    <a:pt x="256412" y="167766"/>
                  </a:lnTo>
                  <a:lnTo>
                    <a:pt x="236981" y="158750"/>
                  </a:lnTo>
                  <a:lnTo>
                    <a:pt x="258952" y="111759"/>
                  </a:lnTo>
                  <a:lnTo>
                    <a:pt x="292650" y="111759"/>
                  </a:lnTo>
                  <a:lnTo>
                    <a:pt x="288416" y="109219"/>
                  </a:lnTo>
                  <a:lnTo>
                    <a:pt x="249554" y="91058"/>
                  </a:lnTo>
                  <a:close/>
                </a:path>
                <a:path w="314960" h="215900">
                  <a:moveTo>
                    <a:pt x="304164" y="172084"/>
                  </a:moveTo>
                  <a:lnTo>
                    <a:pt x="230758" y="172084"/>
                  </a:lnTo>
                  <a:lnTo>
                    <a:pt x="254762" y="183260"/>
                  </a:lnTo>
                  <a:lnTo>
                    <a:pt x="262254" y="185546"/>
                  </a:lnTo>
                  <a:lnTo>
                    <a:pt x="275208" y="186562"/>
                  </a:lnTo>
                  <a:lnTo>
                    <a:pt x="281304" y="185800"/>
                  </a:lnTo>
                  <a:lnTo>
                    <a:pt x="292100" y="181863"/>
                  </a:lnTo>
                  <a:lnTo>
                    <a:pt x="296417" y="179196"/>
                  </a:lnTo>
                  <a:lnTo>
                    <a:pt x="300354" y="175640"/>
                  </a:lnTo>
                  <a:lnTo>
                    <a:pt x="304164" y="172084"/>
                  </a:lnTo>
                  <a:close/>
                </a:path>
                <a:path w="314960" h="215900">
                  <a:moveTo>
                    <a:pt x="134365" y="37210"/>
                  </a:moveTo>
                  <a:lnTo>
                    <a:pt x="127888" y="51053"/>
                  </a:lnTo>
                  <a:lnTo>
                    <a:pt x="169799" y="70738"/>
                  </a:lnTo>
                  <a:lnTo>
                    <a:pt x="121412" y="174243"/>
                  </a:lnTo>
                  <a:lnTo>
                    <a:pt x="137032" y="181609"/>
                  </a:lnTo>
                  <a:lnTo>
                    <a:pt x="185419" y="77977"/>
                  </a:lnTo>
                  <a:lnTo>
                    <a:pt x="221692" y="77977"/>
                  </a:lnTo>
                  <a:lnTo>
                    <a:pt x="134365" y="37210"/>
                  </a:lnTo>
                  <a:close/>
                </a:path>
                <a:path w="314960" h="215900">
                  <a:moveTo>
                    <a:pt x="292650" y="111759"/>
                  </a:moveTo>
                  <a:lnTo>
                    <a:pt x="258952" y="111759"/>
                  </a:lnTo>
                  <a:lnTo>
                    <a:pt x="279273" y="121284"/>
                  </a:lnTo>
                  <a:lnTo>
                    <a:pt x="283210" y="123570"/>
                  </a:lnTo>
                  <a:lnTo>
                    <a:pt x="296163" y="140080"/>
                  </a:lnTo>
                  <a:lnTo>
                    <a:pt x="296163" y="147319"/>
                  </a:lnTo>
                  <a:lnTo>
                    <a:pt x="287400" y="163956"/>
                  </a:lnTo>
                  <a:lnTo>
                    <a:pt x="285114" y="166242"/>
                  </a:lnTo>
                  <a:lnTo>
                    <a:pt x="282066" y="168020"/>
                  </a:lnTo>
                  <a:lnTo>
                    <a:pt x="278511" y="169417"/>
                  </a:lnTo>
                  <a:lnTo>
                    <a:pt x="274827" y="170814"/>
                  </a:lnTo>
                  <a:lnTo>
                    <a:pt x="270763" y="171068"/>
                  </a:lnTo>
                  <a:lnTo>
                    <a:pt x="304890" y="171068"/>
                  </a:lnTo>
                  <a:lnTo>
                    <a:pt x="307339" y="167639"/>
                  </a:lnTo>
                  <a:lnTo>
                    <a:pt x="312927" y="155575"/>
                  </a:lnTo>
                  <a:lnTo>
                    <a:pt x="314451" y="149351"/>
                  </a:lnTo>
                  <a:lnTo>
                    <a:pt x="313689" y="138175"/>
                  </a:lnTo>
                  <a:lnTo>
                    <a:pt x="312038" y="132841"/>
                  </a:lnTo>
                  <a:lnTo>
                    <a:pt x="308863" y="127761"/>
                  </a:lnTo>
                  <a:lnTo>
                    <a:pt x="306324" y="123443"/>
                  </a:lnTo>
                  <a:lnTo>
                    <a:pt x="302894" y="119506"/>
                  </a:lnTo>
                  <a:lnTo>
                    <a:pt x="298450" y="116077"/>
                  </a:lnTo>
                  <a:lnTo>
                    <a:pt x="294131" y="112648"/>
                  </a:lnTo>
                  <a:lnTo>
                    <a:pt x="292650" y="111759"/>
                  </a:lnTo>
                  <a:close/>
                </a:path>
                <a:path w="314960" h="215900">
                  <a:moveTo>
                    <a:pt x="54863" y="0"/>
                  </a:moveTo>
                  <a:lnTo>
                    <a:pt x="0" y="117475"/>
                  </a:lnTo>
                  <a:lnTo>
                    <a:pt x="15620" y="124840"/>
                  </a:lnTo>
                  <a:lnTo>
                    <a:pt x="42037" y="68198"/>
                  </a:lnTo>
                  <a:lnTo>
                    <a:pt x="78114" y="68198"/>
                  </a:lnTo>
                  <a:lnTo>
                    <a:pt x="48513" y="54355"/>
                  </a:lnTo>
                  <a:lnTo>
                    <a:pt x="64007" y="21208"/>
                  </a:lnTo>
                  <a:lnTo>
                    <a:pt x="100114" y="21208"/>
                  </a:lnTo>
                  <a:lnTo>
                    <a:pt x="54863" y="0"/>
                  </a:lnTo>
                  <a:close/>
                </a:path>
                <a:path w="314960" h="215900">
                  <a:moveTo>
                    <a:pt x="221692" y="77977"/>
                  </a:moveTo>
                  <a:lnTo>
                    <a:pt x="185419" y="77977"/>
                  </a:lnTo>
                  <a:lnTo>
                    <a:pt x="227456" y="97662"/>
                  </a:lnTo>
                  <a:lnTo>
                    <a:pt x="233933" y="83692"/>
                  </a:lnTo>
                  <a:lnTo>
                    <a:pt x="221692" y="77977"/>
                  </a:lnTo>
                  <a:close/>
                </a:path>
                <a:path w="314960" h="215900">
                  <a:moveTo>
                    <a:pt x="78114" y="68198"/>
                  </a:moveTo>
                  <a:lnTo>
                    <a:pt x="42037" y="68198"/>
                  </a:lnTo>
                  <a:lnTo>
                    <a:pt x="93090" y="92075"/>
                  </a:lnTo>
                  <a:lnTo>
                    <a:pt x="99567" y="78231"/>
                  </a:lnTo>
                  <a:lnTo>
                    <a:pt x="78114" y="68198"/>
                  </a:lnTo>
                  <a:close/>
                </a:path>
                <a:path w="314960" h="215900">
                  <a:moveTo>
                    <a:pt x="100114" y="21208"/>
                  </a:moveTo>
                  <a:lnTo>
                    <a:pt x="64007" y="21208"/>
                  </a:lnTo>
                  <a:lnTo>
                    <a:pt x="123443" y="49021"/>
                  </a:lnTo>
                  <a:lnTo>
                    <a:pt x="129920" y="35178"/>
                  </a:lnTo>
                  <a:lnTo>
                    <a:pt x="100114" y="21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81755" y="2977895"/>
              <a:ext cx="714755" cy="40843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61943" y="2958083"/>
              <a:ext cx="702563" cy="39623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61943" y="2958083"/>
              <a:ext cx="702945" cy="396240"/>
            </a:xfrm>
            <a:custGeom>
              <a:avLst/>
              <a:gdLst/>
              <a:ahLst/>
              <a:cxnLst/>
              <a:rect l="l" t="t" r="r" b="b"/>
              <a:pathLst>
                <a:path w="702945" h="396239">
                  <a:moveTo>
                    <a:pt x="702563" y="198119"/>
                  </a:moveTo>
                  <a:lnTo>
                    <a:pt x="684660" y="135477"/>
                  </a:lnTo>
                  <a:lnTo>
                    <a:pt x="634800" y="81088"/>
                  </a:lnTo>
                  <a:lnTo>
                    <a:pt x="599694" y="58007"/>
                  </a:lnTo>
                  <a:lnTo>
                    <a:pt x="558765" y="38209"/>
                  </a:lnTo>
                  <a:lnTo>
                    <a:pt x="512737" y="22103"/>
                  </a:lnTo>
                  <a:lnTo>
                    <a:pt x="462332" y="10094"/>
                  </a:lnTo>
                  <a:lnTo>
                    <a:pt x="408273" y="2591"/>
                  </a:lnTo>
                  <a:lnTo>
                    <a:pt x="351281" y="0"/>
                  </a:lnTo>
                  <a:lnTo>
                    <a:pt x="294290" y="2591"/>
                  </a:lnTo>
                  <a:lnTo>
                    <a:pt x="240231" y="10094"/>
                  </a:lnTo>
                  <a:lnTo>
                    <a:pt x="189826" y="22103"/>
                  </a:lnTo>
                  <a:lnTo>
                    <a:pt x="143798" y="38209"/>
                  </a:lnTo>
                  <a:lnTo>
                    <a:pt x="102869" y="58007"/>
                  </a:lnTo>
                  <a:lnTo>
                    <a:pt x="67763" y="81088"/>
                  </a:lnTo>
                  <a:lnTo>
                    <a:pt x="39200" y="107048"/>
                  </a:lnTo>
                  <a:lnTo>
                    <a:pt x="4596" y="165970"/>
                  </a:lnTo>
                  <a:lnTo>
                    <a:pt x="0" y="198119"/>
                  </a:lnTo>
                  <a:lnTo>
                    <a:pt x="4596" y="230269"/>
                  </a:lnTo>
                  <a:lnTo>
                    <a:pt x="39200" y="289191"/>
                  </a:lnTo>
                  <a:lnTo>
                    <a:pt x="67763" y="315151"/>
                  </a:lnTo>
                  <a:lnTo>
                    <a:pt x="102869" y="338232"/>
                  </a:lnTo>
                  <a:lnTo>
                    <a:pt x="143798" y="358030"/>
                  </a:lnTo>
                  <a:lnTo>
                    <a:pt x="189826" y="374136"/>
                  </a:lnTo>
                  <a:lnTo>
                    <a:pt x="240231" y="386145"/>
                  </a:lnTo>
                  <a:lnTo>
                    <a:pt x="294290" y="393648"/>
                  </a:lnTo>
                  <a:lnTo>
                    <a:pt x="351281" y="396239"/>
                  </a:lnTo>
                  <a:lnTo>
                    <a:pt x="408273" y="393648"/>
                  </a:lnTo>
                  <a:lnTo>
                    <a:pt x="462332" y="386145"/>
                  </a:lnTo>
                  <a:lnTo>
                    <a:pt x="512737" y="374136"/>
                  </a:lnTo>
                  <a:lnTo>
                    <a:pt x="558765" y="358030"/>
                  </a:lnTo>
                  <a:lnTo>
                    <a:pt x="599693" y="338232"/>
                  </a:lnTo>
                  <a:lnTo>
                    <a:pt x="634800" y="315151"/>
                  </a:lnTo>
                  <a:lnTo>
                    <a:pt x="663363" y="289191"/>
                  </a:lnTo>
                  <a:lnTo>
                    <a:pt x="697967" y="230269"/>
                  </a:lnTo>
                  <a:lnTo>
                    <a:pt x="702563" y="198119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86883" y="3284219"/>
              <a:ext cx="736091" cy="59435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052317" y="4569459"/>
              <a:ext cx="1685776" cy="90804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645663" y="4526279"/>
              <a:ext cx="713232" cy="40995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625851" y="4506467"/>
              <a:ext cx="701039" cy="397763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625851" y="4506467"/>
              <a:ext cx="701040" cy="398145"/>
            </a:xfrm>
            <a:custGeom>
              <a:avLst/>
              <a:gdLst/>
              <a:ahLst/>
              <a:cxnLst/>
              <a:rect l="l" t="t" r="r" b="b"/>
              <a:pathLst>
                <a:path w="701039" h="398145">
                  <a:moveTo>
                    <a:pt x="701039" y="198881"/>
                  </a:moveTo>
                  <a:lnTo>
                    <a:pt x="683166" y="136013"/>
                  </a:lnTo>
                  <a:lnTo>
                    <a:pt x="633398" y="81418"/>
                  </a:lnTo>
                  <a:lnTo>
                    <a:pt x="598360" y="58245"/>
                  </a:lnTo>
                  <a:lnTo>
                    <a:pt x="557515" y="38368"/>
                  </a:lnTo>
                  <a:lnTo>
                    <a:pt x="511586" y="22195"/>
                  </a:lnTo>
                  <a:lnTo>
                    <a:pt x="461296" y="10137"/>
                  </a:lnTo>
                  <a:lnTo>
                    <a:pt x="407366" y="2602"/>
                  </a:lnTo>
                  <a:lnTo>
                    <a:pt x="350520" y="0"/>
                  </a:lnTo>
                  <a:lnTo>
                    <a:pt x="293673" y="2602"/>
                  </a:lnTo>
                  <a:lnTo>
                    <a:pt x="239743" y="10137"/>
                  </a:lnTo>
                  <a:lnTo>
                    <a:pt x="189453" y="22195"/>
                  </a:lnTo>
                  <a:lnTo>
                    <a:pt x="143524" y="38368"/>
                  </a:lnTo>
                  <a:lnTo>
                    <a:pt x="102679" y="58245"/>
                  </a:lnTo>
                  <a:lnTo>
                    <a:pt x="67641" y="81418"/>
                  </a:lnTo>
                  <a:lnTo>
                    <a:pt x="39131" y="107477"/>
                  </a:lnTo>
                  <a:lnTo>
                    <a:pt x="4588" y="166618"/>
                  </a:lnTo>
                  <a:lnTo>
                    <a:pt x="0" y="198881"/>
                  </a:lnTo>
                  <a:lnTo>
                    <a:pt x="4588" y="231145"/>
                  </a:lnTo>
                  <a:lnTo>
                    <a:pt x="39131" y="290286"/>
                  </a:lnTo>
                  <a:lnTo>
                    <a:pt x="67641" y="316345"/>
                  </a:lnTo>
                  <a:lnTo>
                    <a:pt x="102679" y="339518"/>
                  </a:lnTo>
                  <a:lnTo>
                    <a:pt x="143524" y="359395"/>
                  </a:lnTo>
                  <a:lnTo>
                    <a:pt x="189453" y="375568"/>
                  </a:lnTo>
                  <a:lnTo>
                    <a:pt x="239743" y="387626"/>
                  </a:lnTo>
                  <a:lnTo>
                    <a:pt x="293673" y="395161"/>
                  </a:lnTo>
                  <a:lnTo>
                    <a:pt x="350520" y="397763"/>
                  </a:lnTo>
                  <a:lnTo>
                    <a:pt x="407366" y="395161"/>
                  </a:lnTo>
                  <a:lnTo>
                    <a:pt x="461296" y="387626"/>
                  </a:lnTo>
                  <a:lnTo>
                    <a:pt x="511586" y="375568"/>
                  </a:lnTo>
                  <a:lnTo>
                    <a:pt x="557515" y="359395"/>
                  </a:lnTo>
                  <a:lnTo>
                    <a:pt x="598360" y="339518"/>
                  </a:lnTo>
                  <a:lnTo>
                    <a:pt x="633398" y="316345"/>
                  </a:lnTo>
                  <a:lnTo>
                    <a:pt x="661908" y="290286"/>
                  </a:lnTo>
                  <a:lnTo>
                    <a:pt x="696451" y="231145"/>
                  </a:lnTo>
                  <a:lnTo>
                    <a:pt x="701039" y="198881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63795" y="5015483"/>
              <a:ext cx="737615" cy="59283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6623050" y="2520950"/>
          <a:ext cx="2275205" cy="12910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5205"/>
              </a:tblGrid>
              <a:tr h="3048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microsoft.com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  <a:hlinkClick r:id="rId20"/>
                        </a:rPr>
                        <a:t>www.microsoft.com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381253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ftp.microsoft.com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00228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example.microsoft.com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3556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883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</a:t>
            </a:r>
            <a:r>
              <a:rPr spc="-5" dirty="0"/>
              <a:t>the </a:t>
            </a:r>
            <a:r>
              <a:rPr dirty="0"/>
              <a:t>DNS </a:t>
            </a:r>
            <a:r>
              <a:rPr spc="-5" dirty="0"/>
              <a:t>Zone</a:t>
            </a:r>
            <a:r>
              <a:rPr spc="-50" dirty="0"/>
              <a:t> </a:t>
            </a:r>
            <a:r>
              <a:rPr spc="-5" dirty="0"/>
              <a:t>Types?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6437" y="1278000"/>
          <a:ext cx="7752715" cy="38828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5680"/>
                <a:gridCol w="5487035"/>
              </a:tblGrid>
              <a:tr h="523875">
                <a:tc>
                  <a:txBody>
                    <a:bodyPr/>
                    <a:lstStyle/>
                    <a:p>
                      <a:pPr marL="66484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200" b="1" spc="-5" dirty="0">
                          <a:latin typeface="Verdana"/>
                          <a:cs typeface="Verdana"/>
                        </a:rPr>
                        <a:t>Zones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200" b="1" spc="-5" dirty="0">
                          <a:latin typeface="Verdana"/>
                          <a:cs typeface="Verdana"/>
                        </a:rPr>
                        <a:t>Description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Primary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200" spc="-10" dirty="0">
                          <a:latin typeface="Verdana"/>
                          <a:cs typeface="Verdana"/>
                        </a:rPr>
                        <a:t>Read/write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copy of a DNS</a:t>
                      </a:r>
                      <a:r>
                        <a:rPr sz="22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database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76365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Secondary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2200" spc="-10" dirty="0">
                          <a:latin typeface="Verdana"/>
                          <a:cs typeface="Verdana"/>
                        </a:rPr>
                        <a:t>Read-only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copy of a DNS</a:t>
                      </a:r>
                      <a:r>
                        <a:rPr sz="22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database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78651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Stub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510"/>
                        </a:lnSpc>
                        <a:spcBef>
                          <a:spcPts val="445"/>
                        </a:spcBef>
                      </a:pPr>
                      <a:r>
                        <a:rPr sz="2200" spc="-10" dirty="0">
                          <a:latin typeface="Verdana"/>
                          <a:cs typeface="Verdana"/>
                        </a:rPr>
                        <a:t>Copy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of a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zone that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contains</a:t>
                      </a:r>
                      <a:r>
                        <a:rPr sz="2200" spc="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dirty="0">
                          <a:latin typeface="Verdana"/>
                          <a:cs typeface="Verdana"/>
                        </a:rPr>
                        <a:t>only</a:t>
                      </a:r>
                      <a:endParaRPr sz="2200">
                        <a:latin typeface="Verdana"/>
                        <a:cs typeface="Verdana"/>
                      </a:endParaRPr>
                    </a:p>
                    <a:p>
                      <a:pPr marL="92075">
                        <a:lnSpc>
                          <a:spcPts val="2510"/>
                        </a:lnSpc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records used to locate name</a:t>
                      </a:r>
                      <a:r>
                        <a:rPr sz="2200" spc="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servers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1088136">
                <a:tc>
                  <a:txBody>
                    <a:bodyPr/>
                    <a:lstStyle/>
                    <a:p>
                      <a:pPr marL="91440" marR="728980">
                        <a:lnSpc>
                          <a:spcPts val="2380"/>
                        </a:lnSpc>
                        <a:spcBef>
                          <a:spcPts val="740"/>
                        </a:spcBef>
                      </a:pPr>
                      <a:r>
                        <a:rPr sz="2200" spc="-10" dirty="0">
                          <a:latin typeface="Verdana"/>
                          <a:cs typeface="Verdana"/>
                        </a:rPr>
                        <a:t>Active 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Directory  </a:t>
                      </a:r>
                      <a:r>
                        <a:rPr sz="2200" spc="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2200" dirty="0">
                          <a:latin typeface="Verdana"/>
                          <a:cs typeface="Verdana"/>
                        </a:rPr>
                        <a:t>nteg</a:t>
                      </a:r>
                      <a:r>
                        <a:rPr sz="2200" spc="-4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2200" dirty="0">
                          <a:latin typeface="Verdana"/>
                          <a:cs typeface="Verdana"/>
                        </a:rPr>
                        <a:t>ated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510"/>
                        </a:lnSpc>
                        <a:spcBef>
                          <a:spcPts val="1635"/>
                        </a:spcBef>
                      </a:pPr>
                      <a:r>
                        <a:rPr sz="2200" spc="-20" dirty="0">
                          <a:latin typeface="Verdana"/>
                          <a:cs typeface="Verdana"/>
                        </a:rPr>
                        <a:t>Zone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data </a:t>
                      </a:r>
                      <a:r>
                        <a:rPr sz="220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stored </a:t>
                      </a:r>
                      <a:r>
                        <a:rPr sz="22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22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Active</a:t>
                      </a:r>
                      <a:endParaRPr sz="2200">
                        <a:latin typeface="Verdana"/>
                        <a:cs typeface="Verdana"/>
                      </a:endParaRPr>
                    </a:p>
                    <a:p>
                      <a:pPr marL="92075">
                        <a:lnSpc>
                          <a:spcPts val="2510"/>
                        </a:lnSpc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Directory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rather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than in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zone</a:t>
                      </a:r>
                      <a:r>
                        <a:rPr sz="2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dirty="0">
                          <a:latin typeface="Verdana"/>
                          <a:cs typeface="Verdana"/>
                        </a:rPr>
                        <a:t>files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7600" y="5955791"/>
            <a:ext cx="1922145" cy="312420"/>
          </a:xfrm>
          <a:custGeom>
            <a:avLst/>
            <a:gdLst/>
            <a:ahLst/>
            <a:cxnLst/>
            <a:rect l="l" t="t" r="r" b="b"/>
            <a:pathLst>
              <a:path w="1922145" h="312420">
                <a:moveTo>
                  <a:pt x="0" y="13017"/>
                </a:moveTo>
                <a:lnTo>
                  <a:pt x="0" y="5829"/>
                </a:lnTo>
                <a:lnTo>
                  <a:pt x="5841" y="0"/>
                </a:lnTo>
                <a:lnTo>
                  <a:pt x="12953" y="0"/>
                </a:lnTo>
                <a:lnTo>
                  <a:pt x="1908683" y="0"/>
                </a:lnTo>
                <a:lnTo>
                  <a:pt x="1915922" y="0"/>
                </a:lnTo>
                <a:lnTo>
                  <a:pt x="1921764" y="5829"/>
                </a:lnTo>
                <a:lnTo>
                  <a:pt x="1921764" y="13017"/>
                </a:lnTo>
                <a:lnTo>
                  <a:pt x="1921764" y="299402"/>
                </a:lnTo>
                <a:lnTo>
                  <a:pt x="1921764" y="306590"/>
                </a:lnTo>
                <a:lnTo>
                  <a:pt x="1915922" y="312420"/>
                </a:lnTo>
                <a:lnTo>
                  <a:pt x="1908683" y="312420"/>
                </a:lnTo>
                <a:lnTo>
                  <a:pt x="12953" y="312420"/>
                </a:lnTo>
                <a:lnTo>
                  <a:pt x="5841" y="312420"/>
                </a:lnTo>
                <a:lnTo>
                  <a:pt x="0" y="306590"/>
                </a:lnTo>
                <a:lnTo>
                  <a:pt x="0" y="299402"/>
                </a:lnTo>
                <a:lnTo>
                  <a:pt x="0" y="13017"/>
                </a:lnTo>
                <a:close/>
              </a:path>
            </a:pathLst>
          </a:custGeom>
          <a:ln w="9144">
            <a:solidFill>
              <a:srgbClr val="77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40911" y="5952540"/>
            <a:ext cx="13785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Client2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34355" y="5210555"/>
            <a:ext cx="1958339" cy="311150"/>
          </a:xfrm>
          <a:custGeom>
            <a:avLst/>
            <a:gdLst/>
            <a:ahLst/>
            <a:cxnLst/>
            <a:rect l="l" t="t" r="r" b="b"/>
            <a:pathLst>
              <a:path w="1958340" h="311150">
                <a:moveTo>
                  <a:pt x="0" y="12954"/>
                </a:moveTo>
                <a:lnTo>
                  <a:pt x="0" y="5842"/>
                </a:lnTo>
                <a:lnTo>
                  <a:pt x="5842" y="0"/>
                </a:lnTo>
                <a:lnTo>
                  <a:pt x="12954" y="0"/>
                </a:lnTo>
                <a:lnTo>
                  <a:pt x="1945386" y="0"/>
                </a:lnTo>
                <a:lnTo>
                  <a:pt x="1952498" y="0"/>
                </a:lnTo>
                <a:lnTo>
                  <a:pt x="1958340" y="5842"/>
                </a:lnTo>
                <a:lnTo>
                  <a:pt x="1958340" y="12954"/>
                </a:lnTo>
                <a:lnTo>
                  <a:pt x="1958340" y="297942"/>
                </a:lnTo>
                <a:lnTo>
                  <a:pt x="1958340" y="305054"/>
                </a:lnTo>
                <a:lnTo>
                  <a:pt x="1952498" y="310896"/>
                </a:lnTo>
                <a:lnTo>
                  <a:pt x="1945386" y="310896"/>
                </a:lnTo>
                <a:lnTo>
                  <a:pt x="12954" y="310896"/>
                </a:lnTo>
                <a:lnTo>
                  <a:pt x="5842" y="310896"/>
                </a:lnTo>
                <a:lnTo>
                  <a:pt x="0" y="305054"/>
                </a:lnTo>
                <a:lnTo>
                  <a:pt x="0" y="297942"/>
                </a:lnTo>
                <a:lnTo>
                  <a:pt x="0" y="12954"/>
                </a:lnTo>
                <a:close/>
              </a:path>
            </a:pathLst>
          </a:custGeom>
          <a:ln w="9144">
            <a:solidFill>
              <a:srgbClr val="77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17414" y="5206365"/>
            <a:ext cx="13785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Client3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223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</a:t>
            </a:r>
            <a:r>
              <a:rPr spc="-5" dirty="0"/>
              <a:t>Forward </a:t>
            </a:r>
            <a:r>
              <a:rPr dirty="0"/>
              <a:t>and </a:t>
            </a:r>
            <a:r>
              <a:rPr spc="-5" dirty="0"/>
              <a:t>Reverse Lookup</a:t>
            </a:r>
            <a:r>
              <a:rPr spc="5" dirty="0"/>
              <a:t> </a:t>
            </a:r>
            <a:r>
              <a:rPr spc="-5" dirty="0"/>
              <a:t>Zones?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73198" y="1192148"/>
            <a:ext cx="3902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Namespace:</a:t>
            </a:r>
            <a:r>
              <a:rPr sz="1600" b="1" spc="1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training.contoso.com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0889" y="3334321"/>
            <a:ext cx="4092575" cy="2362835"/>
            <a:chOff x="1020889" y="3334321"/>
            <a:chExt cx="4092575" cy="2362835"/>
          </a:xfrm>
        </p:grpSpPr>
        <p:sp>
          <p:nvSpPr>
            <p:cNvPr id="9" name="object 9"/>
            <p:cNvSpPr/>
            <p:nvPr/>
          </p:nvSpPr>
          <p:spPr>
            <a:xfrm>
              <a:off x="1045464" y="3358896"/>
              <a:ext cx="4067555" cy="2337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25652" y="3339084"/>
              <a:ext cx="4055364" cy="23256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25652" y="3339084"/>
              <a:ext cx="4055745" cy="2326005"/>
            </a:xfrm>
            <a:custGeom>
              <a:avLst/>
              <a:gdLst/>
              <a:ahLst/>
              <a:cxnLst/>
              <a:rect l="l" t="t" r="r" b="b"/>
              <a:pathLst>
                <a:path w="4055745" h="2326004">
                  <a:moveTo>
                    <a:pt x="0" y="1162811"/>
                  </a:moveTo>
                  <a:lnTo>
                    <a:pt x="3567" y="1093251"/>
                  </a:lnTo>
                  <a:lnTo>
                    <a:pt x="14137" y="1024771"/>
                  </a:lnTo>
                  <a:lnTo>
                    <a:pt x="31507" y="957486"/>
                  </a:lnTo>
                  <a:lnTo>
                    <a:pt x="55477" y="891512"/>
                  </a:lnTo>
                  <a:lnTo>
                    <a:pt x="85847" y="826963"/>
                  </a:lnTo>
                  <a:lnTo>
                    <a:pt x="122416" y="763955"/>
                  </a:lnTo>
                  <a:lnTo>
                    <a:pt x="164983" y="702603"/>
                  </a:lnTo>
                  <a:lnTo>
                    <a:pt x="188453" y="672584"/>
                  </a:lnTo>
                  <a:lnTo>
                    <a:pt x="213347" y="643022"/>
                  </a:lnTo>
                  <a:lnTo>
                    <a:pt x="239640" y="613931"/>
                  </a:lnTo>
                  <a:lnTo>
                    <a:pt x="267308" y="585327"/>
                  </a:lnTo>
                  <a:lnTo>
                    <a:pt x="296324" y="557222"/>
                  </a:lnTo>
                  <a:lnTo>
                    <a:pt x="326664" y="529632"/>
                  </a:lnTo>
                  <a:lnTo>
                    <a:pt x="358304" y="502572"/>
                  </a:lnTo>
                  <a:lnTo>
                    <a:pt x="391216" y="476054"/>
                  </a:lnTo>
                  <a:lnTo>
                    <a:pt x="425378" y="450095"/>
                  </a:lnTo>
                  <a:lnTo>
                    <a:pt x="460763" y="424708"/>
                  </a:lnTo>
                  <a:lnTo>
                    <a:pt x="497346" y="399907"/>
                  </a:lnTo>
                  <a:lnTo>
                    <a:pt x="535103" y="375707"/>
                  </a:lnTo>
                  <a:lnTo>
                    <a:pt x="574008" y="352123"/>
                  </a:lnTo>
                  <a:lnTo>
                    <a:pt x="614036" y="329168"/>
                  </a:lnTo>
                  <a:lnTo>
                    <a:pt x="655162" y="306858"/>
                  </a:lnTo>
                  <a:lnTo>
                    <a:pt x="697362" y="285206"/>
                  </a:lnTo>
                  <a:lnTo>
                    <a:pt x="740609" y="264227"/>
                  </a:lnTo>
                  <a:lnTo>
                    <a:pt x="784879" y="243935"/>
                  </a:lnTo>
                  <a:lnTo>
                    <a:pt x="830147" y="224344"/>
                  </a:lnTo>
                  <a:lnTo>
                    <a:pt x="876387" y="205470"/>
                  </a:lnTo>
                  <a:lnTo>
                    <a:pt x="923575" y="187327"/>
                  </a:lnTo>
                  <a:lnTo>
                    <a:pt x="971685" y="169928"/>
                  </a:lnTo>
                  <a:lnTo>
                    <a:pt x="1020693" y="153288"/>
                  </a:lnTo>
                  <a:lnTo>
                    <a:pt x="1070573" y="137422"/>
                  </a:lnTo>
                  <a:lnTo>
                    <a:pt x="1121300" y="122344"/>
                  </a:lnTo>
                  <a:lnTo>
                    <a:pt x="1172850" y="108068"/>
                  </a:lnTo>
                  <a:lnTo>
                    <a:pt x="1225196" y="94609"/>
                  </a:lnTo>
                  <a:lnTo>
                    <a:pt x="1278314" y="81982"/>
                  </a:lnTo>
                  <a:lnTo>
                    <a:pt x="1332179" y="70199"/>
                  </a:lnTo>
                  <a:lnTo>
                    <a:pt x="1386766" y="59277"/>
                  </a:lnTo>
                  <a:lnTo>
                    <a:pt x="1442050" y="49229"/>
                  </a:lnTo>
                  <a:lnTo>
                    <a:pt x="1498005" y="40070"/>
                  </a:lnTo>
                  <a:lnTo>
                    <a:pt x="1554607" y="31813"/>
                  </a:lnTo>
                  <a:lnTo>
                    <a:pt x="1611829" y="24474"/>
                  </a:lnTo>
                  <a:lnTo>
                    <a:pt x="1669649" y="18067"/>
                  </a:lnTo>
                  <a:lnTo>
                    <a:pt x="1728039" y="12607"/>
                  </a:lnTo>
                  <a:lnTo>
                    <a:pt x="1786976" y="8106"/>
                  </a:lnTo>
                  <a:lnTo>
                    <a:pt x="1846433" y="4581"/>
                  </a:lnTo>
                  <a:lnTo>
                    <a:pt x="1906387" y="2045"/>
                  </a:lnTo>
                  <a:lnTo>
                    <a:pt x="1966811" y="513"/>
                  </a:lnTo>
                  <a:lnTo>
                    <a:pt x="2027681" y="0"/>
                  </a:lnTo>
                  <a:lnTo>
                    <a:pt x="2088552" y="513"/>
                  </a:lnTo>
                  <a:lnTo>
                    <a:pt x="2148976" y="2045"/>
                  </a:lnTo>
                  <a:lnTo>
                    <a:pt x="2208930" y="4581"/>
                  </a:lnTo>
                  <a:lnTo>
                    <a:pt x="2268387" y="8106"/>
                  </a:lnTo>
                  <a:lnTo>
                    <a:pt x="2327324" y="12607"/>
                  </a:lnTo>
                  <a:lnTo>
                    <a:pt x="2385714" y="18067"/>
                  </a:lnTo>
                  <a:lnTo>
                    <a:pt x="2443534" y="24474"/>
                  </a:lnTo>
                  <a:lnTo>
                    <a:pt x="2500756" y="31813"/>
                  </a:lnTo>
                  <a:lnTo>
                    <a:pt x="2557358" y="40070"/>
                  </a:lnTo>
                  <a:lnTo>
                    <a:pt x="2613313" y="49229"/>
                  </a:lnTo>
                  <a:lnTo>
                    <a:pt x="2668597" y="59277"/>
                  </a:lnTo>
                  <a:lnTo>
                    <a:pt x="2723184" y="70199"/>
                  </a:lnTo>
                  <a:lnTo>
                    <a:pt x="2777049" y="81982"/>
                  </a:lnTo>
                  <a:lnTo>
                    <a:pt x="2830167" y="94609"/>
                  </a:lnTo>
                  <a:lnTo>
                    <a:pt x="2882513" y="108068"/>
                  </a:lnTo>
                  <a:lnTo>
                    <a:pt x="2934063" y="122344"/>
                  </a:lnTo>
                  <a:lnTo>
                    <a:pt x="2984790" y="137422"/>
                  </a:lnTo>
                  <a:lnTo>
                    <a:pt x="3034670" y="153288"/>
                  </a:lnTo>
                  <a:lnTo>
                    <a:pt x="3083678" y="169928"/>
                  </a:lnTo>
                  <a:lnTo>
                    <a:pt x="3131788" y="187327"/>
                  </a:lnTo>
                  <a:lnTo>
                    <a:pt x="3178976" y="205470"/>
                  </a:lnTo>
                  <a:lnTo>
                    <a:pt x="3225216" y="224344"/>
                  </a:lnTo>
                  <a:lnTo>
                    <a:pt x="3270484" y="243935"/>
                  </a:lnTo>
                  <a:lnTo>
                    <a:pt x="3314754" y="264227"/>
                  </a:lnTo>
                  <a:lnTo>
                    <a:pt x="3358001" y="285206"/>
                  </a:lnTo>
                  <a:lnTo>
                    <a:pt x="3400201" y="306858"/>
                  </a:lnTo>
                  <a:lnTo>
                    <a:pt x="3441327" y="329168"/>
                  </a:lnTo>
                  <a:lnTo>
                    <a:pt x="3481355" y="352123"/>
                  </a:lnTo>
                  <a:lnTo>
                    <a:pt x="3520260" y="375707"/>
                  </a:lnTo>
                  <a:lnTo>
                    <a:pt x="3558017" y="399907"/>
                  </a:lnTo>
                  <a:lnTo>
                    <a:pt x="3594600" y="424708"/>
                  </a:lnTo>
                  <a:lnTo>
                    <a:pt x="3629985" y="450095"/>
                  </a:lnTo>
                  <a:lnTo>
                    <a:pt x="3664147" y="476054"/>
                  </a:lnTo>
                  <a:lnTo>
                    <a:pt x="3697059" y="502572"/>
                  </a:lnTo>
                  <a:lnTo>
                    <a:pt x="3728699" y="529632"/>
                  </a:lnTo>
                  <a:lnTo>
                    <a:pt x="3759039" y="557222"/>
                  </a:lnTo>
                  <a:lnTo>
                    <a:pt x="3788055" y="585327"/>
                  </a:lnTo>
                  <a:lnTo>
                    <a:pt x="3815723" y="613931"/>
                  </a:lnTo>
                  <a:lnTo>
                    <a:pt x="3842016" y="643022"/>
                  </a:lnTo>
                  <a:lnTo>
                    <a:pt x="3866910" y="672584"/>
                  </a:lnTo>
                  <a:lnTo>
                    <a:pt x="3890380" y="702603"/>
                  </a:lnTo>
                  <a:lnTo>
                    <a:pt x="3932947" y="763955"/>
                  </a:lnTo>
                  <a:lnTo>
                    <a:pt x="3969516" y="826963"/>
                  </a:lnTo>
                  <a:lnTo>
                    <a:pt x="3999886" y="891512"/>
                  </a:lnTo>
                  <a:lnTo>
                    <a:pt x="4023856" y="957486"/>
                  </a:lnTo>
                  <a:lnTo>
                    <a:pt x="4041226" y="1024771"/>
                  </a:lnTo>
                  <a:lnTo>
                    <a:pt x="4051796" y="1093251"/>
                  </a:lnTo>
                  <a:lnTo>
                    <a:pt x="4055364" y="1162811"/>
                  </a:lnTo>
                  <a:lnTo>
                    <a:pt x="4054467" y="1197720"/>
                  </a:lnTo>
                  <a:lnTo>
                    <a:pt x="4047374" y="1266754"/>
                  </a:lnTo>
                  <a:lnTo>
                    <a:pt x="4033379" y="1334651"/>
                  </a:lnTo>
                  <a:lnTo>
                    <a:pt x="4012683" y="1401295"/>
                  </a:lnTo>
                  <a:lnTo>
                    <a:pt x="3985488" y="1466571"/>
                  </a:lnTo>
                  <a:lnTo>
                    <a:pt x="3951994" y="1530364"/>
                  </a:lnTo>
                  <a:lnTo>
                    <a:pt x="3912401" y="1592558"/>
                  </a:lnTo>
                  <a:lnTo>
                    <a:pt x="3866910" y="1653039"/>
                  </a:lnTo>
                  <a:lnTo>
                    <a:pt x="3842016" y="1682601"/>
                  </a:lnTo>
                  <a:lnTo>
                    <a:pt x="3815723" y="1711692"/>
                  </a:lnTo>
                  <a:lnTo>
                    <a:pt x="3788055" y="1740296"/>
                  </a:lnTo>
                  <a:lnTo>
                    <a:pt x="3759039" y="1768401"/>
                  </a:lnTo>
                  <a:lnTo>
                    <a:pt x="3728699" y="1795991"/>
                  </a:lnTo>
                  <a:lnTo>
                    <a:pt x="3697059" y="1823051"/>
                  </a:lnTo>
                  <a:lnTo>
                    <a:pt x="3664147" y="1849569"/>
                  </a:lnTo>
                  <a:lnTo>
                    <a:pt x="3629985" y="1875528"/>
                  </a:lnTo>
                  <a:lnTo>
                    <a:pt x="3594600" y="1900915"/>
                  </a:lnTo>
                  <a:lnTo>
                    <a:pt x="3558017" y="1925716"/>
                  </a:lnTo>
                  <a:lnTo>
                    <a:pt x="3520260" y="1949916"/>
                  </a:lnTo>
                  <a:lnTo>
                    <a:pt x="3481355" y="1973500"/>
                  </a:lnTo>
                  <a:lnTo>
                    <a:pt x="3441327" y="1996455"/>
                  </a:lnTo>
                  <a:lnTo>
                    <a:pt x="3400201" y="2018765"/>
                  </a:lnTo>
                  <a:lnTo>
                    <a:pt x="3358001" y="2040417"/>
                  </a:lnTo>
                  <a:lnTo>
                    <a:pt x="3314754" y="2061396"/>
                  </a:lnTo>
                  <a:lnTo>
                    <a:pt x="3270484" y="2081688"/>
                  </a:lnTo>
                  <a:lnTo>
                    <a:pt x="3225216" y="2101279"/>
                  </a:lnTo>
                  <a:lnTo>
                    <a:pt x="3178976" y="2120153"/>
                  </a:lnTo>
                  <a:lnTo>
                    <a:pt x="3131788" y="2138296"/>
                  </a:lnTo>
                  <a:lnTo>
                    <a:pt x="3083678" y="2155695"/>
                  </a:lnTo>
                  <a:lnTo>
                    <a:pt x="3034670" y="2172335"/>
                  </a:lnTo>
                  <a:lnTo>
                    <a:pt x="2984790" y="2188201"/>
                  </a:lnTo>
                  <a:lnTo>
                    <a:pt x="2934063" y="2203279"/>
                  </a:lnTo>
                  <a:lnTo>
                    <a:pt x="2882513" y="2217555"/>
                  </a:lnTo>
                  <a:lnTo>
                    <a:pt x="2830167" y="2231014"/>
                  </a:lnTo>
                  <a:lnTo>
                    <a:pt x="2777049" y="2243641"/>
                  </a:lnTo>
                  <a:lnTo>
                    <a:pt x="2723184" y="2255424"/>
                  </a:lnTo>
                  <a:lnTo>
                    <a:pt x="2668597" y="2266346"/>
                  </a:lnTo>
                  <a:lnTo>
                    <a:pt x="2613313" y="2276394"/>
                  </a:lnTo>
                  <a:lnTo>
                    <a:pt x="2557358" y="2285553"/>
                  </a:lnTo>
                  <a:lnTo>
                    <a:pt x="2500756" y="2293810"/>
                  </a:lnTo>
                  <a:lnTo>
                    <a:pt x="2443534" y="2301149"/>
                  </a:lnTo>
                  <a:lnTo>
                    <a:pt x="2385714" y="2307556"/>
                  </a:lnTo>
                  <a:lnTo>
                    <a:pt x="2327324" y="2313016"/>
                  </a:lnTo>
                  <a:lnTo>
                    <a:pt x="2268387" y="2317517"/>
                  </a:lnTo>
                  <a:lnTo>
                    <a:pt x="2208930" y="2321042"/>
                  </a:lnTo>
                  <a:lnTo>
                    <a:pt x="2148976" y="2323578"/>
                  </a:lnTo>
                  <a:lnTo>
                    <a:pt x="2088552" y="2325110"/>
                  </a:lnTo>
                  <a:lnTo>
                    <a:pt x="2027681" y="2325624"/>
                  </a:lnTo>
                  <a:lnTo>
                    <a:pt x="1966811" y="2325110"/>
                  </a:lnTo>
                  <a:lnTo>
                    <a:pt x="1906387" y="2323578"/>
                  </a:lnTo>
                  <a:lnTo>
                    <a:pt x="1846433" y="2321042"/>
                  </a:lnTo>
                  <a:lnTo>
                    <a:pt x="1786976" y="2317517"/>
                  </a:lnTo>
                  <a:lnTo>
                    <a:pt x="1728039" y="2313016"/>
                  </a:lnTo>
                  <a:lnTo>
                    <a:pt x="1669649" y="2307556"/>
                  </a:lnTo>
                  <a:lnTo>
                    <a:pt x="1611829" y="2301149"/>
                  </a:lnTo>
                  <a:lnTo>
                    <a:pt x="1554607" y="2293810"/>
                  </a:lnTo>
                  <a:lnTo>
                    <a:pt x="1498005" y="2285553"/>
                  </a:lnTo>
                  <a:lnTo>
                    <a:pt x="1442050" y="2276394"/>
                  </a:lnTo>
                  <a:lnTo>
                    <a:pt x="1386766" y="2266346"/>
                  </a:lnTo>
                  <a:lnTo>
                    <a:pt x="1332179" y="2255424"/>
                  </a:lnTo>
                  <a:lnTo>
                    <a:pt x="1278314" y="2243641"/>
                  </a:lnTo>
                  <a:lnTo>
                    <a:pt x="1225196" y="2231014"/>
                  </a:lnTo>
                  <a:lnTo>
                    <a:pt x="1172850" y="2217555"/>
                  </a:lnTo>
                  <a:lnTo>
                    <a:pt x="1121300" y="2203279"/>
                  </a:lnTo>
                  <a:lnTo>
                    <a:pt x="1070573" y="2188201"/>
                  </a:lnTo>
                  <a:lnTo>
                    <a:pt x="1020693" y="2172335"/>
                  </a:lnTo>
                  <a:lnTo>
                    <a:pt x="971685" y="2155695"/>
                  </a:lnTo>
                  <a:lnTo>
                    <a:pt x="923575" y="2138296"/>
                  </a:lnTo>
                  <a:lnTo>
                    <a:pt x="876387" y="2120153"/>
                  </a:lnTo>
                  <a:lnTo>
                    <a:pt x="830147" y="2101279"/>
                  </a:lnTo>
                  <a:lnTo>
                    <a:pt x="784879" y="2081688"/>
                  </a:lnTo>
                  <a:lnTo>
                    <a:pt x="740609" y="2061396"/>
                  </a:lnTo>
                  <a:lnTo>
                    <a:pt x="697362" y="2040417"/>
                  </a:lnTo>
                  <a:lnTo>
                    <a:pt x="655162" y="2018765"/>
                  </a:lnTo>
                  <a:lnTo>
                    <a:pt x="614036" y="1996455"/>
                  </a:lnTo>
                  <a:lnTo>
                    <a:pt x="574008" y="1973500"/>
                  </a:lnTo>
                  <a:lnTo>
                    <a:pt x="535103" y="1949916"/>
                  </a:lnTo>
                  <a:lnTo>
                    <a:pt x="497346" y="1925716"/>
                  </a:lnTo>
                  <a:lnTo>
                    <a:pt x="460763" y="1900915"/>
                  </a:lnTo>
                  <a:lnTo>
                    <a:pt x="425378" y="1875528"/>
                  </a:lnTo>
                  <a:lnTo>
                    <a:pt x="391216" y="1849569"/>
                  </a:lnTo>
                  <a:lnTo>
                    <a:pt x="358304" y="1823051"/>
                  </a:lnTo>
                  <a:lnTo>
                    <a:pt x="326664" y="1795991"/>
                  </a:lnTo>
                  <a:lnTo>
                    <a:pt x="296324" y="1768401"/>
                  </a:lnTo>
                  <a:lnTo>
                    <a:pt x="267308" y="1740296"/>
                  </a:lnTo>
                  <a:lnTo>
                    <a:pt x="239640" y="1711692"/>
                  </a:lnTo>
                  <a:lnTo>
                    <a:pt x="213347" y="1682601"/>
                  </a:lnTo>
                  <a:lnTo>
                    <a:pt x="188453" y="1653039"/>
                  </a:lnTo>
                  <a:lnTo>
                    <a:pt x="164983" y="1623020"/>
                  </a:lnTo>
                  <a:lnTo>
                    <a:pt x="122416" y="1561668"/>
                  </a:lnTo>
                  <a:lnTo>
                    <a:pt x="85847" y="1498660"/>
                  </a:lnTo>
                  <a:lnTo>
                    <a:pt x="55477" y="1434111"/>
                  </a:lnTo>
                  <a:lnTo>
                    <a:pt x="31507" y="1368137"/>
                  </a:lnTo>
                  <a:lnTo>
                    <a:pt x="14137" y="1300852"/>
                  </a:lnTo>
                  <a:lnTo>
                    <a:pt x="3567" y="1232372"/>
                  </a:lnTo>
                  <a:lnTo>
                    <a:pt x="0" y="116281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53212" y="5708903"/>
            <a:ext cx="1922145" cy="311150"/>
          </a:xfrm>
          <a:prstGeom prst="rect">
            <a:avLst/>
          </a:prstGeom>
          <a:ln w="17525">
            <a:solidFill>
              <a:srgbClr val="777777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5"/>
              </a:spcBef>
            </a:pPr>
            <a:r>
              <a:rPr sz="1600" b="1" spc="-10" dirty="0">
                <a:latin typeface="Verdana"/>
                <a:cs typeface="Verdana"/>
              </a:rPr>
              <a:t>DNS</a:t>
            </a:r>
            <a:r>
              <a:rPr sz="1600" b="1" spc="-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Client1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1729" y="2028253"/>
            <a:ext cx="5491480" cy="3973829"/>
            <a:chOff x="121729" y="2028253"/>
            <a:chExt cx="5491480" cy="3973829"/>
          </a:xfrm>
        </p:grpSpPr>
        <p:sp>
          <p:nvSpPr>
            <p:cNvPr id="14" name="object 14"/>
            <p:cNvSpPr/>
            <p:nvPr/>
          </p:nvSpPr>
          <p:spPr>
            <a:xfrm>
              <a:off x="3566159" y="4962144"/>
              <a:ext cx="850391" cy="10393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62500" y="4218432"/>
              <a:ext cx="850391" cy="103784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6492" y="2033016"/>
              <a:ext cx="2845435" cy="596265"/>
            </a:xfrm>
            <a:custGeom>
              <a:avLst/>
              <a:gdLst/>
              <a:ahLst/>
              <a:cxnLst/>
              <a:rect l="l" t="t" r="r" b="b"/>
              <a:pathLst>
                <a:path w="2845435" h="596264">
                  <a:moveTo>
                    <a:pt x="0" y="24892"/>
                  </a:moveTo>
                  <a:lnTo>
                    <a:pt x="1950" y="15216"/>
                  </a:lnTo>
                  <a:lnTo>
                    <a:pt x="7270" y="7302"/>
                  </a:lnTo>
                  <a:lnTo>
                    <a:pt x="15162" y="1960"/>
                  </a:lnTo>
                  <a:lnTo>
                    <a:pt x="24828" y="0"/>
                  </a:lnTo>
                  <a:lnTo>
                    <a:pt x="2820416" y="0"/>
                  </a:lnTo>
                  <a:lnTo>
                    <a:pt x="2830091" y="1960"/>
                  </a:lnTo>
                  <a:lnTo>
                    <a:pt x="2838005" y="7302"/>
                  </a:lnTo>
                  <a:lnTo>
                    <a:pt x="2843347" y="15216"/>
                  </a:lnTo>
                  <a:lnTo>
                    <a:pt x="2845308" y="24892"/>
                  </a:lnTo>
                  <a:lnTo>
                    <a:pt x="2845308" y="570992"/>
                  </a:lnTo>
                  <a:lnTo>
                    <a:pt x="2843347" y="580667"/>
                  </a:lnTo>
                  <a:lnTo>
                    <a:pt x="2838005" y="588581"/>
                  </a:lnTo>
                  <a:lnTo>
                    <a:pt x="2830091" y="593923"/>
                  </a:lnTo>
                  <a:lnTo>
                    <a:pt x="2820416" y="595884"/>
                  </a:lnTo>
                  <a:lnTo>
                    <a:pt x="24828" y="595884"/>
                  </a:lnTo>
                  <a:lnTo>
                    <a:pt x="15162" y="593923"/>
                  </a:lnTo>
                  <a:lnTo>
                    <a:pt x="7270" y="588581"/>
                  </a:lnTo>
                  <a:lnTo>
                    <a:pt x="1950" y="580667"/>
                  </a:lnTo>
                  <a:lnTo>
                    <a:pt x="0" y="570992"/>
                  </a:lnTo>
                  <a:lnTo>
                    <a:pt x="0" y="24892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3156" y="2073655"/>
            <a:ext cx="2641600" cy="46418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1540"/>
              </a:lnSpc>
              <a:spcBef>
                <a:spcPts val="459"/>
              </a:spcBef>
            </a:pPr>
            <a:r>
              <a:rPr sz="1600" b="1" spc="-10" dirty="0">
                <a:latin typeface="Verdana"/>
                <a:cs typeface="Verdana"/>
              </a:rPr>
              <a:t>DNS Server Authorized  for</a:t>
            </a:r>
            <a:r>
              <a:rPr sz="1600" b="1" spc="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training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33929" y="1950466"/>
            <a:ext cx="777875" cy="1804670"/>
          </a:xfrm>
          <a:custGeom>
            <a:avLst/>
            <a:gdLst/>
            <a:ahLst/>
            <a:cxnLst/>
            <a:rect l="l" t="t" r="r" b="b"/>
            <a:pathLst>
              <a:path w="777875" h="1804670">
                <a:moveTo>
                  <a:pt x="543179" y="0"/>
                </a:moveTo>
                <a:lnTo>
                  <a:pt x="0" y="1559560"/>
                </a:lnTo>
                <a:lnTo>
                  <a:pt x="777367" y="1804289"/>
                </a:lnTo>
                <a:lnTo>
                  <a:pt x="543179" y="0"/>
                </a:lnTo>
                <a:close/>
              </a:path>
            </a:pathLst>
          </a:custGeom>
          <a:solidFill>
            <a:srgbClr val="8DACD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075051" y="1885950"/>
          <a:ext cx="5937249" cy="18591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4420"/>
                <a:gridCol w="1628775"/>
                <a:gridCol w="1625600"/>
                <a:gridCol w="1608454"/>
              </a:tblGrid>
              <a:tr h="3048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5" dirty="0">
                          <a:latin typeface="Verdana"/>
                          <a:cs typeface="Verdana"/>
                        </a:rPr>
                        <a:t>Forward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5" dirty="0">
                          <a:latin typeface="Verdana"/>
                          <a:cs typeface="Verdana"/>
                        </a:rPr>
                        <a:t>zone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40068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Verdana"/>
                          <a:cs typeface="Verdana"/>
                        </a:rPr>
                        <a:t>Training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DNS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Client1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192.168.2.45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DNS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Client2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192.168.2.46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DNS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Client3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192.168.2.47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E8F6E3"/>
                    </a:solidFill>
                  </a:tcPr>
                </a:tc>
              </a:tr>
              <a:tr h="304673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299720" marR="127635" indent="-1663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400" b="1" spc="-5" dirty="0">
                          <a:latin typeface="Verdana"/>
                          <a:cs typeface="Verdana"/>
                        </a:rPr>
                        <a:t>ev</a:t>
                      </a:r>
                      <a:r>
                        <a:rPr sz="1400" b="1" spc="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1400" b="1" spc="-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1400" b="1" spc="-1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1400" b="1" dirty="0">
                          <a:latin typeface="Verdana"/>
                          <a:cs typeface="Verdana"/>
                        </a:rPr>
                        <a:t>e  zone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5" dirty="0">
                          <a:latin typeface="Verdana"/>
                          <a:cs typeface="Verdana"/>
                        </a:rPr>
                        <a:t>1.168.192.in-</a:t>
                      </a:r>
                      <a:endParaRPr sz="1400">
                        <a:latin typeface="Verdana"/>
                        <a:cs typeface="Verdana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Verdana"/>
                          <a:cs typeface="Verdana"/>
                        </a:rPr>
                        <a:t>addr.arpa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192.168.2.45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DNS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Client1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192.168.2.46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DNS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Client2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</a:tr>
              <a:tr h="3352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400" spc="-5" dirty="0">
                          <a:latin typeface="Verdana"/>
                          <a:cs typeface="Verdana"/>
                        </a:rPr>
                        <a:t>192.168.2.47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400" dirty="0">
                          <a:latin typeface="Verdana"/>
                          <a:cs typeface="Verdana"/>
                        </a:rPr>
                        <a:t>DNS</a:t>
                      </a:r>
                      <a:r>
                        <a:rPr sz="14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400" dirty="0">
                          <a:latin typeface="Verdana"/>
                          <a:cs typeface="Verdana"/>
                        </a:rPr>
                        <a:t>Client3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60325" marB="0">
                    <a:lnL w="19050">
                      <a:solidFill>
                        <a:srgbClr val="808080"/>
                      </a:solidFill>
                      <a:prstDash val="solid"/>
                    </a:lnL>
                    <a:lnR w="19050">
                      <a:solidFill>
                        <a:srgbClr val="808080"/>
                      </a:solidFill>
                      <a:prstDash val="solid"/>
                    </a:lnR>
                    <a:lnT w="19050">
                      <a:solidFill>
                        <a:srgbClr val="808080"/>
                      </a:solidFill>
                      <a:prstDash val="solid"/>
                    </a:lnT>
                    <a:lnB w="19050">
                      <a:solidFill>
                        <a:srgbClr val="808080"/>
                      </a:solidFill>
                      <a:prstDash val="solid"/>
                    </a:lnB>
                    <a:solidFill>
                      <a:srgbClr val="F6D9D3"/>
                    </a:solidFill>
                  </a:tcPr>
                </a:tc>
              </a:tr>
            </a:tbl>
          </a:graphicData>
        </a:graphic>
      </p:graphicFrame>
      <p:grpSp>
        <p:nvGrpSpPr>
          <p:cNvPr id="20" name="object 20"/>
          <p:cNvGrpSpPr/>
          <p:nvPr/>
        </p:nvGrpSpPr>
        <p:grpSpPr>
          <a:xfrm>
            <a:off x="108204" y="2574035"/>
            <a:ext cx="3785870" cy="3152140"/>
            <a:chOff x="108204" y="2574035"/>
            <a:chExt cx="3785870" cy="3152140"/>
          </a:xfrm>
        </p:grpSpPr>
        <p:sp>
          <p:nvSpPr>
            <p:cNvPr id="21" name="object 21"/>
            <p:cNvSpPr/>
            <p:nvPr/>
          </p:nvSpPr>
          <p:spPr>
            <a:xfrm>
              <a:off x="1453895" y="2574035"/>
              <a:ext cx="1107948" cy="13014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54936" y="3322319"/>
              <a:ext cx="777239" cy="62941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1434" y="3278885"/>
              <a:ext cx="1852295" cy="1956435"/>
            </a:xfrm>
            <a:custGeom>
              <a:avLst/>
              <a:gdLst/>
              <a:ahLst/>
              <a:cxnLst/>
              <a:rect l="l" t="t" r="r" b="b"/>
              <a:pathLst>
                <a:path w="1852295" h="1956435">
                  <a:moveTo>
                    <a:pt x="448705" y="50910"/>
                  </a:moveTo>
                  <a:lnTo>
                    <a:pt x="397984" y="85343"/>
                  </a:lnTo>
                  <a:lnTo>
                    <a:pt x="343107" y="130810"/>
                  </a:lnTo>
                  <a:lnTo>
                    <a:pt x="291545" y="180721"/>
                  </a:lnTo>
                  <a:lnTo>
                    <a:pt x="243679" y="234568"/>
                  </a:lnTo>
                  <a:lnTo>
                    <a:pt x="199648" y="292226"/>
                  </a:lnTo>
                  <a:lnTo>
                    <a:pt x="159541" y="353313"/>
                  </a:lnTo>
                  <a:lnTo>
                    <a:pt x="123537" y="417449"/>
                  </a:lnTo>
                  <a:lnTo>
                    <a:pt x="91761" y="484758"/>
                  </a:lnTo>
                  <a:lnTo>
                    <a:pt x="64520" y="554482"/>
                  </a:lnTo>
                  <a:lnTo>
                    <a:pt x="41952" y="626618"/>
                  </a:lnTo>
                  <a:lnTo>
                    <a:pt x="32300" y="663575"/>
                  </a:lnTo>
                  <a:lnTo>
                    <a:pt x="24045" y="700913"/>
                  </a:lnTo>
                  <a:lnTo>
                    <a:pt x="16844" y="738886"/>
                  </a:lnTo>
                  <a:lnTo>
                    <a:pt x="11015" y="777113"/>
                  </a:lnTo>
                  <a:lnTo>
                    <a:pt x="6455" y="815847"/>
                  </a:lnTo>
                  <a:lnTo>
                    <a:pt x="3153" y="855090"/>
                  </a:lnTo>
                  <a:lnTo>
                    <a:pt x="1134" y="893826"/>
                  </a:lnTo>
                  <a:lnTo>
                    <a:pt x="9" y="932561"/>
                  </a:lnTo>
                  <a:lnTo>
                    <a:pt x="0" y="933957"/>
                  </a:lnTo>
                  <a:lnTo>
                    <a:pt x="283" y="959484"/>
                  </a:lnTo>
                  <a:lnTo>
                    <a:pt x="4715" y="1037844"/>
                  </a:lnTo>
                  <a:lnTo>
                    <a:pt x="10481" y="1088897"/>
                  </a:lnTo>
                  <a:lnTo>
                    <a:pt x="18495" y="1139189"/>
                  </a:lnTo>
                  <a:lnTo>
                    <a:pt x="28541" y="1188465"/>
                  </a:lnTo>
                  <a:lnTo>
                    <a:pt x="40656" y="1236980"/>
                  </a:lnTo>
                  <a:lnTo>
                    <a:pt x="54804" y="1284351"/>
                  </a:lnTo>
                  <a:lnTo>
                    <a:pt x="70908" y="1330706"/>
                  </a:lnTo>
                  <a:lnTo>
                    <a:pt x="88891" y="1376045"/>
                  </a:lnTo>
                  <a:lnTo>
                    <a:pt x="108805" y="1419987"/>
                  </a:lnTo>
                  <a:lnTo>
                    <a:pt x="130471" y="1462786"/>
                  </a:lnTo>
                  <a:lnTo>
                    <a:pt x="153826" y="1504314"/>
                  </a:lnTo>
                  <a:lnTo>
                    <a:pt x="178921" y="1544320"/>
                  </a:lnTo>
                  <a:lnTo>
                    <a:pt x="205617" y="1583055"/>
                  </a:lnTo>
                  <a:lnTo>
                    <a:pt x="233887" y="1620139"/>
                  </a:lnTo>
                  <a:lnTo>
                    <a:pt x="263719" y="1655699"/>
                  </a:lnTo>
                  <a:lnTo>
                    <a:pt x="295050" y="1689608"/>
                  </a:lnTo>
                  <a:lnTo>
                    <a:pt x="327715" y="1721739"/>
                  </a:lnTo>
                  <a:lnTo>
                    <a:pt x="361738" y="1752219"/>
                  </a:lnTo>
                  <a:lnTo>
                    <a:pt x="397095" y="1780794"/>
                  </a:lnTo>
                  <a:lnTo>
                    <a:pt x="433721" y="1807590"/>
                  </a:lnTo>
                  <a:lnTo>
                    <a:pt x="471567" y="1832228"/>
                  </a:lnTo>
                  <a:lnTo>
                    <a:pt x="510442" y="1854834"/>
                  </a:lnTo>
                  <a:lnTo>
                    <a:pt x="550549" y="1875408"/>
                  </a:lnTo>
                  <a:lnTo>
                    <a:pt x="591519" y="1893824"/>
                  </a:lnTo>
                  <a:lnTo>
                    <a:pt x="633175" y="1909826"/>
                  </a:lnTo>
                  <a:lnTo>
                    <a:pt x="676101" y="1923669"/>
                  </a:lnTo>
                  <a:lnTo>
                    <a:pt x="719916" y="1935226"/>
                  </a:lnTo>
                  <a:lnTo>
                    <a:pt x="764493" y="1944243"/>
                  </a:lnTo>
                  <a:lnTo>
                    <a:pt x="809832" y="1950846"/>
                  </a:lnTo>
                  <a:lnTo>
                    <a:pt x="855679" y="1954657"/>
                  </a:lnTo>
                  <a:lnTo>
                    <a:pt x="901780" y="1955927"/>
                  </a:lnTo>
                  <a:lnTo>
                    <a:pt x="925148" y="1955673"/>
                  </a:lnTo>
                  <a:lnTo>
                    <a:pt x="971503" y="1953006"/>
                  </a:lnTo>
                  <a:lnTo>
                    <a:pt x="1017096" y="1947671"/>
                  </a:lnTo>
                  <a:lnTo>
                    <a:pt x="1062054" y="1939797"/>
                  </a:lnTo>
                  <a:lnTo>
                    <a:pt x="1106250" y="1929511"/>
                  </a:lnTo>
                  <a:lnTo>
                    <a:pt x="1149557" y="1916811"/>
                  </a:lnTo>
                  <a:lnTo>
                    <a:pt x="1181204" y="1905634"/>
                  </a:lnTo>
                  <a:lnTo>
                    <a:pt x="901145" y="1905634"/>
                  </a:lnTo>
                  <a:lnTo>
                    <a:pt x="879555" y="1905508"/>
                  </a:lnTo>
                  <a:lnTo>
                    <a:pt x="836248" y="1902840"/>
                  </a:lnTo>
                  <a:lnTo>
                    <a:pt x="793449" y="1898014"/>
                  </a:lnTo>
                  <a:lnTo>
                    <a:pt x="751412" y="1890521"/>
                  </a:lnTo>
                  <a:lnTo>
                    <a:pt x="710010" y="1880996"/>
                  </a:lnTo>
                  <a:lnTo>
                    <a:pt x="669243" y="1869058"/>
                  </a:lnTo>
                  <a:lnTo>
                    <a:pt x="609680" y="1846833"/>
                  </a:lnTo>
                  <a:lnTo>
                    <a:pt x="571085" y="1829562"/>
                  </a:lnTo>
                  <a:lnTo>
                    <a:pt x="533467" y="1810131"/>
                  </a:lnTo>
                  <a:lnTo>
                    <a:pt x="496904" y="1788795"/>
                  </a:lnTo>
                  <a:lnTo>
                    <a:pt x="461217" y="1765427"/>
                  </a:lnTo>
                  <a:lnTo>
                    <a:pt x="426787" y="1740153"/>
                  </a:lnTo>
                  <a:lnTo>
                    <a:pt x="393374" y="1713102"/>
                  </a:lnTo>
                  <a:lnTo>
                    <a:pt x="361281" y="1684401"/>
                  </a:lnTo>
                  <a:lnTo>
                    <a:pt x="330331" y="1653794"/>
                  </a:lnTo>
                  <a:lnTo>
                    <a:pt x="300702" y="1621663"/>
                  </a:lnTo>
                  <a:lnTo>
                    <a:pt x="272431" y="1587881"/>
                  </a:lnTo>
                  <a:lnTo>
                    <a:pt x="245647" y="1552575"/>
                  </a:lnTo>
                  <a:lnTo>
                    <a:pt x="220336" y="1515871"/>
                  </a:lnTo>
                  <a:lnTo>
                    <a:pt x="196473" y="1477645"/>
                  </a:lnTo>
                  <a:lnTo>
                    <a:pt x="174299" y="1438147"/>
                  </a:lnTo>
                  <a:lnTo>
                    <a:pt x="153674" y="1397253"/>
                  </a:lnTo>
                  <a:lnTo>
                    <a:pt x="134725" y="1355344"/>
                  </a:lnTo>
                  <a:lnTo>
                    <a:pt x="117657" y="1312290"/>
                  </a:lnTo>
                  <a:lnTo>
                    <a:pt x="102328" y="1267968"/>
                  </a:lnTo>
                  <a:lnTo>
                    <a:pt x="88853" y="1222628"/>
                  </a:lnTo>
                  <a:lnTo>
                    <a:pt x="77347" y="1176401"/>
                  </a:lnTo>
                  <a:lnTo>
                    <a:pt x="67771" y="1129157"/>
                  </a:lnTo>
                  <a:lnTo>
                    <a:pt x="60164" y="1080896"/>
                  </a:lnTo>
                  <a:lnTo>
                    <a:pt x="54690" y="1032128"/>
                  </a:lnTo>
                  <a:lnTo>
                    <a:pt x="51363" y="982599"/>
                  </a:lnTo>
                  <a:lnTo>
                    <a:pt x="50270" y="932561"/>
                  </a:lnTo>
                  <a:lnTo>
                    <a:pt x="51413" y="895350"/>
                  </a:lnTo>
                  <a:lnTo>
                    <a:pt x="56570" y="820038"/>
                  </a:lnTo>
                  <a:lnTo>
                    <a:pt x="66564" y="746506"/>
                  </a:lnTo>
                  <a:lnTo>
                    <a:pt x="81398" y="674496"/>
                  </a:lnTo>
                  <a:lnTo>
                    <a:pt x="100880" y="604519"/>
                  </a:lnTo>
                  <a:lnTo>
                    <a:pt x="124794" y="536828"/>
                  </a:lnTo>
                  <a:lnTo>
                    <a:pt x="152988" y="471550"/>
                  </a:lnTo>
                  <a:lnTo>
                    <a:pt x="185297" y="408813"/>
                  </a:lnTo>
                  <a:lnTo>
                    <a:pt x="221568" y="349122"/>
                  </a:lnTo>
                  <a:lnTo>
                    <a:pt x="261624" y="292735"/>
                  </a:lnTo>
                  <a:lnTo>
                    <a:pt x="305299" y="239902"/>
                  </a:lnTo>
                  <a:lnTo>
                    <a:pt x="352505" y="190753"/>
                  </a:lnTo>
                  <a:lnTo>
                    <a:pt x="402937" y="145668"/>
                  </a:lnTo>
                  <a:lnTo>
                    <a:pt x="456505" y="104775"/>
                  </a:lnTo>
                  <a:lnTo>
                    <a:pt x="472694" y="95058"/>
                  </a:lnTo>
                  <a:lnTo>
                    <a:pt x="448705" y="50910"/>
                  </a:lnTo>
                  <a:close/>
                </a:path>
                <a:path w="1852295" h="1956435">
                  <a:moveTo>
                    <a:pt x="1802068" y="880106"/>
                  </a:moveTo>
                  <a:lnTo>
                    <a:pt x="1752087" y="885697"/>
                  </a:lnTo>
                  <a:lnTo>
                    <a:pt x="1752163" y="891286"/>
                  </a:lnTo>
                  <a:lnTo>
                    <a:pt x="1753061" y="933957"/>
                  </a:lnTo>
                  <a:lnTo>
                    <a:pt x="1752817" y="957833"/>
                  </a:lnTo>
                  <a:lnTo>
                    <a:pt x="1748489" y="1033652"/>
                  </a:lnTo>
                  <a:lnTo>
                    <a:pt x="1743155" y="1082547"/>
                  </a:lnTo>
                  <a:lnTo>
                    <a:pt x="1735535" y="1130553"/>
                  </a:lnTo>
                  <a:lnTo>
                    <a:pt x="1725883" y="1177544"/>
                  </a:lnTo>
                  <a:lnTo>
                    <a:pt x="1714326" y="1223899"/>
                  </a:lnTo>
                  <a:lnTo>
                    <a:pt x="1700991" y="1269238"/>
                  </a:lnTo>
                  <a:lnTo>
                    <a:pt x="1685624" y="1313433"/>
                  </a:lnTo>
                  <a:lnTo>
                    <a:pt x="1668479" y="1356487"/>
                  </a:lnTo>
                  <a:lnTo>
                    <a:pt x="1649429" y="1398524"/>
                  </a:lnTo>
                  <a:lnTo>
                    <a:pt x="1628855" y="1439290"/>
                  </a:lnTo>
                  <a:lnTo>
                    <a:pt x="1606630" y="1478661"/>
                  </a:lnTo>
                  <a:lnTo>
                    <a:pt x="1582754" y="1516888"/>
                  </a:lnTo>
                  <a:lnTo>
                    <a:pt x="1557354" y="1553590"/>
                  </a:lnTo>
                  <a:lnTo>
                    <a:pt x="1530430" y="1588896"/>
                  </a:lnTo>
                  <a:lnTo>
                    <a:pt x="1502236" y="1622552"/>
                  </a:lnTo>
                  <a:lnTo>
                    <a:pt x="1472518" y="1654683"/>
                  </a:lnTo>
                  <a:lnTo>
                    <a:pt x="1441530" y="1685163"/>
                  </a:lnTo>
                  <a:lnTo>
                    <a:pt x="1409272" y="1713991"/>
                  </a:lnTo>
                  <a:lnTo>
                    <a:pt x="1375998" y="1740915"/>
                  </a:lnTo>
                  <a:lnTo>
                    <a:pt x="1341327" y="1766189"/>
                  </a:lnTo>
                  <a:lnTo>
                    <a:pt x="1305767" y="1789430"/>
                  </a:lnTo>
                  <a:lnTo>
                    <a:pt x="1269064" y="1810765"/>
                  </a:lnTo>
                  <a:lnTo>
                    <a:pt x="1231345" y="1830196"/>
                  </a:lnTo>
                  <a:lnTo>
                    <a:pt x="1192737" y="1847341"/>
                  </a:lnTo>
                  <a:lnTo>
                    <a:pt x="1153240" y="1862582"/>
                  </a:lnTo>
                  <a:lnTo>
                    <a:pt x="1113235" y="1875408"/>
                  </a:lnTo>
                  <a:lnTo>
                    <a:pt x="1072087" y="1886203"/>
                  </a:lnTo>
                  <a:lnTo>
                    <a:pt x="1030304" y="1894713"/>
                  </a:lnTo>
                  <a:lnTo>
                    <a:pt x="987886" y="1900682"/>
                  </a:lnTo>
                  <a:lnTo>
                    <a:pt x="944706" y="1904491"/>
                  </a:lnTo>
                  <a:lnTo>
                    <a:pt x="901145" y="1905634"/>
                  </a:lnTo>
                  <a:lnTo>
                    <a:pt x="1181204" y="1905634"/>
                  </a:lnTo>
                  <a:lnTo>
                    <a:pt x="1254332" y="1874901"/>
                  </a:lnTo>
                  <a:lnTo>
                    <a:pt x="1294337" y="1854200"/>
                  </a:lnTo>
                  <a:lnTo>
                    <a:pt x="1333199" y="1831594"/>
                  </a:lnTo>
                  <a:lnTo>
                    <a:pt x="1370918" y="1806828"/>
                  </a:lnTo>
                  <a:lnTo>
                    <a:pt x="1407621" y="1780032"/>
                  </a:lnTo>
                  <a:lnTo>
                    <a:pt x="1442800" y="1751457"/>
                  </a:lnTo>
                  <a:lnTo>
                    <a:pt x="1476836" y="1720977"/>
                  </a:lnTo>
                  <a:lnTo>
                    <a:pt x="1509475" y="1688719"/>
                  </a:lnTo>
                  <a:lnTo>
                    <a:pt x="1540950" y="1654683"/>
                  </a:lnTo>
                  <a:lnTo>
                    <a:pt x="1570435" y="1619377"/>
                  </a:lnTo>
                  <a:lnTo>
                    <a:pt x="1598756" y="1582165"/>
                  </a:lnTo>
                  <a:lnTo>
                    <a:pt x="1625426" y="1543558"/>
                  </a:lnTo>
                  <a:lnTo>
                    <a:pt x="1650445" y="1503426"/>
                  </a:lnTo>
                  <a:lnTo>
                    <a:pt x="1673813" y="1462024"/>
                  </a:lnTo>
                  <a:lnTo>
                    <a:pt x="1695276" y="1419225"/>
                  </a:lnTo>
                  <a:lnTo>
                    <a:pt x="1715215" y="1375028"/>
                  </a:lnTo>
                  <a:lnTo>
                    <a:pt x="1733122" y="1329944"/>
                  </a:lnTo>
                  <a:lnTo>
                    <a:pt x="1749124" y="1283462"/>
                  </a:lnTo>
                  <a:lnTo>
                    <a:pt x="1763221" y="1236090"/>
                  </a:lnTo>
                  <a:lnTo>
                    <a:pt x="1775286" y="1187577"/>
                  </a:lnTo>
                  <a:lnTo>
                    <a:pt x="1785192" y="1138301"/>
                  </a:lnTo>
                  <a:lnTo>
                    <a:pt x="1793066" y="1088008"/>
                  </a:lnTo>
                  <a:lnTo>
                    <a:pt x="1798781" y="1037082"/>
                  </a:lnTo>
                  <a:lnTo>
                    <a:pt x="1802176" y="986027"/>
                  </a:lnTo>
                  <a:lnTo>
                    <a:pt x="1803347" y="932561"/>
                  </a:lnTo>
                  <a:lnTo>
                    <a:pt x="1802068" y="880106"/>
                  </a:lnTo>
                  <a:close/>
                </a:path>
                <a:path w="1852295" h="1956435">
                  <a:moveTo>
                    <a:pt x="1760427" y="732916"/>
                  </a:moveTo>
                  <a:lnTo>
                    <a:pt x="1702134" y="891286"/>
                  </a:lnTo>
                  <a:lnTo>
                    <a:pt x="1752045" y="885697"/>
                  </a:lnTo>
                  <a:lnTo>
                    <a:pt x="1749251" y="860678"/>
                  </a:lnTo>
                  <a:lnTo>
                    <a:pt x="1799289" y="855090"/>
                  </a:lnTo>
                  <a:lnTo>
                    <a:pt x="1839429" y="855090"/>
                  </a:lnTo>
                  <a:lnTo>
                    <a:pt x="1760427" y="732916"/>
                  </a:lnTo>
                  <a:close/>
                </a:path>
                <a:path w="1852295" h="1956435">
                  <a:moveTo>
                    <a:pt x="1799289" y="855090"/>
                  </a:moveTo>
                  <a:lnTo>
                    <a:pt x="1749251" y="860678"/>
                  </a:lnTo>
                  <a:lnTo>
                    <a:pt x="1752045" y="885702"/>
                  </a:lnTo>
                  <a:lnTo>
                    <a:pt x="1802068" y="880106"/>
                  </a:lnTo>
                  <a:lnTo>
                    <a:pt x="1799289" y="855090"/>
                  </a:lnTo>
                  <a:close/>
                </a:path>
                <a:path w="1852295" h="1956435">
                  <a:moveTo>
                    <a:pt x="1839429" y="855090"/>
                  </a:moveTo>
                  <a:lnTo>
                    <a:pt x="1799289" y="855090"/>
                  </a:lnTo>
                  <a:lnTo>
                    <a:pt x="1802068" y="880106"/>
                  </a:lnTo>
                  <a:lnTo>
                    <a:pt x="1851994" y="874521"/>
                  </a:lnTo>
                  <a:lnTo>
                    <a:pt x="1839429" y="855090"/>
                  </a:lnTo>
                  <a:close/>
                </a:path>
                <a:path w="1852295" h="1956435">
                  <a:moveTo>
                    <a:pt x="565821" y="38480"/>
                  </a:moveTo>
                  <a:lnTo>
                    <a:pt x="469281" y="38480"/>
                  </a:lnTo>
                  <a:lnTo>
                    <a:pt x="495228" y="81534"/>
                  </a:lnTo>
                  <a:lnTo>
                    <a:pt x="472694" y="95058"/>
                  </a:lnTo>
                  <a:lnTo>
                    <a:pt x="496193" y="138302"/>
                  </a:lnTo>
                  <a:lnTo>
                    <a:pt x="565821" y="38480"/>
                  </a:lnTo>
                  <a:close/>
                </a:path>
                <a:path w="1852295" h="1956435">
                  <a:moveTo>
                    <a:pt x="469281" y="38480"/>
                  </a:moveTo>
                  <a:lnTo>
                    <a:pt x="448705" y="50910"/>
                  </a:lnTo>
                  <a:lnTo>
                    <a:pt x="472694" y="95058"/>
                  </a:lnTo>
                  <a:lnTo>
                    <a:pt x="495228" y="81534"/>
                  </a:lnTo>
                  <a:lnTo>
                    <a:pt x="469281" y="38480"/>
                  </a:lnTo>
                  <a:close/>
                </a:path>
                <a:path w="1852295" h="1956435">
                  <a:moveTo>
                    <a:pt x="592662" y="0"/>
                  </a:moveTo>
                  <a:lnTo>
                    <a:pt x="424146" y="5714"/>
                  </a:lnTo>
                  <a:lnTo>
                    <a:pt x="448705" y="50910"/>
                  </a:lnTo>
                  <a:lnTo>
                    <a:pt x="469281" y="38480"/>
                  </a:lnTo>
                  <a:lnTo>
                    <a:pt x="565821" y="38480"/>
                  </a:lnTo>
                  <a:lnTo>
                    <a:pt x="592662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2776" y="3968495"/>
              <a:ext cx="2026920" cy="37642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2776" y="3968495"/>
              <a:ext cx="2026920" cy="376555"/>
            </a:xfrm>
            <a:custGeom>
              <a:avLst/>
              <a:gdLst/>
              <a:ahLst/>
              <a:cxnLst/>
              <a:rect l="l" t="t" r="r" b="b"/>
              <a:pathLst>
                <a:path w="2026920" h="376554">
                  <a:moveTo>
                    <a:pt x="0" y="62737"/>
                  </a:moveTo>
                  <a:lnTo>
                    <a:pt x="4930" y="38308"/>
                  </a:lnTo>
                  <a:lnTo>
                    <a:pt x="18376" y="18367"/>
                  </a:lnTo>
                  <a:lnTo>
                    <a:pt x="38319" y="4927"/>
                  </a:lnTo>
                  <a:lnTo>
                    <a:pt x="62737" y="0"/>
                  </a:lnTo>
                  <a:lnTo>
                    <a:pt x="1964182" y="0"/>
                  </a:lnTo>
                  <a:lnTo>
                    <a:pt x="1988611" y="4927"/>
                  </a:lnTo>
                  <a:lnTo>
                    <a:pt x="2008552" y="18367"/>
                  </a:lnTo>
                  <a:lnTo>
                    <a:pt x="2021992" y="38308"/>
                  </a:lnTo>
                  <a:lnTo>
                    <a:pt x="2026920" y="62737"/>
                  </a:lnTo>
                  <a:lnTo>
                    <a:pt x="2026920" y="313689"/>
                  </a:lnTo>
                  <a:lnTo>
                    <a:pt x="2021992" y="338119"/>
                  </a:lnTo>
                  <a:lnTo>
                    <a:pt x="2008552" y="358060"/>
                  </a:lnTo>
                  <a:lnTo>
                    <a:pt x="1988611" y="371500"/>
                  </a:lnTo>
                  <a:lnTo>
                    <a:pt x="1964182" y="376427"/>
                  </a:lnTo>
                  <a:lnTo>
                    <a:pt x="62737" y="376427"/>
                  </a:lnTo>
                  <a:lnTo>
                    <a:pt x="38319" y="371500"/>
                  </a:lnTo>
                  <a:lnTo>
                    <a:pt x="18376" y="358060"/>
                  </a:lnTo>
                  <a:lnTo>
                    <a:pt x="4930" y="338119"/>
                  </a:lnTo>
                  <a:lnTo>
                    <a:pt x="0" y="313689"/>
                  </a:lnTo>
                  <a:lnTo>
                    <a:pt x="0" y="62737"/>
                  </a:lnTo>
                  <a:close/>
                </a:path>
              </a:pathLst>
            </a:custGeom>
            <a:ln w="9143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4484" y="4687823"/>
              <a:ext cx="850391" cy="103784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58112" y="4550663"/>
              <a:ext cx="2231136" cy="37642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58112" y="4550663"/>
              <a:ext cx="2231390" cy="376555"/>
            </a:xfrm>
            <a:custGeom>
              <a:avLst/>
              <a:gdLst/>
              <a:ahLst/>
              <a:cxnLst/>
              <a:rect l="l" t="t" r="r" b="b"/>
              <a:pathLst>
                <a:path w="2231390" h="376554">
                  <a:moveTo>
                    <a:pt x="0" y="62737"/>
                  </a:moveTo>
                  <a:lnTo>
                    <a:pt x="4927" y="38308"/>
                  </a:lnTo>
                  <a:lnTo>
                    <a:pt x="18367" y="18367"/>
                  </a:lnTo>
                  <a:lnTo>
                    <a:pt x="38308" y="4927"/>
                  </a:lnTo>
                  <a:lnTo>
                    <a:pt x="62737" y="0"/>
                  </a:lnTo>
                  <a:lnTo>
                    <a:pt x="2168398" y="0"/>
                  </a:lnTo>
                  <a:lnTo>
                    <a:pt x="2192827" y="4927"/>
                  </a:lnTo>
                  <a:lnTo>
                    <a:pt x="2212768" y="18367"/>
                  </a:lnTo>
                  <a:lnTo>
                    <a:pt x="2226208" y="38308"/>
                  </a:lnTo>
                  <a:lnTo>
                    <a:pt x="2231136" y="62737"/>
                  </a:lnTo>
                  <a:lnTo>
                    <a:pt x="2231136" y="313690"/>
                  </a:lnTo>
                  <a:lnTo>
                    <a:pt x="2226208" y="338119"/>
                  </a:lnTo>
                  <a:lnTo>
                    <a:pt x="2212768" y="358060"/>
                  </a:lnTo>
                  <a:lnTo>
                    <a:pt x="2192827" y="371500"/>
                  </a:lnTo>
                  <a:lnTo>
                    <a:pt x="2168398" y="376428"/>
                  </a:lnTo>
                  <a:lnTo>
                    <a:pt x="62737" y="376428"/>
                  </a:lnTo>
                  <a:lnTo>
                    <a:pt x="38308" y="371500"/>
                  </a:lnTo>
                  <a:lnTo>
                    <a:pt x="18367" y="358060"/>
                  </a:lnTo>
                  <a:lnTo>
                    <a:pt x="4927" y="338119"/>
                  </a:lnTo>
                  <a:lnTo>
                    <a:pt x="0" y="313690"/>
                  </a:lnTo>
                  <a:lnTo>
                    <a:pt x="0" y="62737"/>
                  </a:lnTo>
                  <a:close/>
                </a:path>
              </a:pathLst>
            </a:custGeom>
            <a:ln w="914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09804" y="4003294"/>
            <a:ext cx="3528060" cy="851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DNS Client2 </a:t>
            </a:r>
            <a:r>
              <a:rPr sz="1600" b="1" spc="-5" dirty="0">
                <a:latin typeface="Verdana"/>
                <a:cs typeface="Verdana"/>
              </a:rPr>
              <a:t>=</a:t>
            </a:r>
            <a:r>
              <a:rPr sz="1600" b="1" spc="4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150">
              <a:latin typeface="Verdana"/>
              <a:cs typeface="Verdana"/>
            </a:endParaRPr>
          </a:p>
          <a:p>
            <a:pPr marL="1557655">
              <a:lnSpc>
                <a:spcPct val="100000"/>
              </a:lnSpc>
            </a:pPr>
            <a:r>
              <a:rPr sz="1600" b="1" spc="-5" dirty="0">
                <a:latin typeface="Verdana"/>
                <a:cs typeface="Verdana"/>
              </a:rPr>
              <a:t>192.168.2.46 =</a:t>
            </a:r>
            <a:r>
              <a:rPr sz="1600" b="1" spc="-9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023859" y="6262115"/>
            <a:ext cx="928369" cy="440690"/>
            <a:chOff x="8023859" y="6262115"/>
            <a:chExt cx="928369" cy="440690"/>
          </a:xfrm>
        </p:grpSpPr>
        <p:sp>
          <p:nvSpPr>
            <p:cNvPr id="31" name="object 31"/>
            <p:cNvSpPr/>
            <p:nvPr/>
          </p:nvSpPr>
          <p:spPr>
            <a:xfrm>
              <a:off x="8034527" y="6272783"/>
              <a:ext cx="917448" cy="4297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23859" y="6262115"/>
              <a:ext cx="914400" cy="42672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02167" y="6394703"/>
              <a:ext cx="188975" cy="17983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220455" y="6388607"/>
              <a:ext cx="176784" cy="16764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510015" y="6353555"/>
              <a:ext cx="304800" cy="24384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215883" y="6384035"/>
              <a:ext cx="185928" cy="17678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584691" y="6422135"/>
              <a:ext cx="132588" cy="13411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02979" y="6416039"/>
              <a:ext cx="120396" cy="12191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02979" y="6416039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20"/>
                  </a:moveTo>
                  <a:lnTo>
                    <a:pt x="120396" y="121920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22007" y="3098292"/>
            <a:ext cx="672465" cy="1257300"/>
          </a:xfrm>
          <a:custGeom>
            <a:avLst/>
            <a:gdLst/>
            <a:ahLst/>
            <a:cxnLst/>
            <a:rect l="l" t="t" r="r" b="b"/>
            <a:pathLst>
              <a:path w="672465" h="1257300">
                <a:moveTo>
                  <a:pt x="0" y="0"/>
                </a:moveTo>
                <a:lnTo>
                  <a:pt x="672084" y="1257300"/>
                </a:lnTo>
              </a:path>
            </a:pathLst>
          </a:custGeom>
          <a:ln w="5791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14700" y="2121407"/>
            <a:ext cx="3314700" cy="596265"/>
          </a:xfrm>
          <a:custGeom>
            <a:avLst/>
            <a:gdLst/>
            <a:ahLst/>
            <a:cxnLst/>
            <a:rect l="l" t="t" r="r" b="b"/>
            <a:pathLst>
              <a:path w="3314700" h="596264">
                <a:moveTo>
                  <a:pt x="0" y="0"/>
                </a:moveTo>
                <a:lnTo>
                  <a:pt x="3314700" y="595883"/>
                </a:lnTo>
              </a:path>
            </a:pathLst>
          </a:custGeom>
          <a:ln w="5791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71600" y="3035807"/>
            <a:ext cx="1409700" cy="2310765"/>
          </a:xfrm>
          <a:custGeom>
            <a:avLst/>
            <a:gdLst/>
            <a:ahLst/>
            <a:cxnLst/>
            <a:rect l="l" t="t" r="r" b="b"/>
            <a:pathLst>
              <a:path w="1409700" h="2310765">
                <a:moveTo>
                  <a:pt x="1409700" y="0"/>
                </a:moveTo>
                <a:lnTo>
                  <a:pt x="0" y="2310383"/>
                </a:lnTo>
              </a:path>
            </a:pathLst>
          </a:custGeom>
          <a:ln w="5791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07891" y="2945892"/>
            <a:ext cx="1485900" cy="2628900"/>
          </a:xfrm>
          <a:custGeom>
            <a:avLst/>
            <a:gdLst/>
            <a:ahLst/>
            <a:cxnLst/>
            <a:rect l="l" t="t" r="r" b="b"/>
            <a:pathLst>
              <a:path w="1485900" h="2628900">
                <a:moveTo>
                  <a:pt x="0" y="0"/>
                </a:moveTo>
                <a:lnTo>
                  <a:pt x="1485900" y="2628900"/>
                </a:lnTo>
              </a:path>
            </a:pathLst>
          </a:custGeom>
          <a:ln w="5791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87680" y="836675"/>
            <a:ext cx="8196580" cy="1143000"/>
            <a:chOff x="487680" y="836675"/>
            <a:chExt cx="8196580" cy="1143000"/>
          </a:xfrm>
        </p:grpSpPr>
        <p:sp>
          <p:nvSpPr>
            <p:cNvPr id="7" name="object 7"/>
            <p:cNvSpPr/>
            <p:nvPr/>
          </p:nvSpPr>
          <p:spPr>
            <a:xfrm>
              <a:off x="512064" y="861059"/>
              <a:ext cx="8171688" cy="11186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4256" y="938783"/>
              <a:ext cx="7862316" cy="10317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2252" y="841247"/>
              <a:ext cx="8159496" cy="11064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2252" y="841247"/>
              <a:ext cx="8159750" cy="1106805"/>
            </a:xfrm>
            <a:custGeom>
              <a:avLst/>
              <a:gdLst/>
              <a:ahLst/>
              <a:cxnLst/>
              <a:rect l="l" t="t" r="r" b="b"/>
              <a:pathLst>
                <a:path w="8159750" h="1106805">
                  <a:moveTo>
                    <a:pt x="0" y="184403"/>
                  </a:moveTo>
                  <a:lnTo>
                    <a:pt x="6587" y="135378"/>
                  </a:lnTo>
                  <a:lnTo>
                    <a:pt x="25177" y="91327"/>
                  </a:lnTo>
                  <a:lnTo>
                    <a:pt x="54011" y="54006"/>
                  </a:lnTo>
                  <a:lnTo>
                    <a:pt x="91332" y="25174"/>
                  </a:lnTo>
                  <a:lnTo>
                    <a:pt x="135382" y="6586"/>
                  </a:lnTo>
                  <a:lnTo>
                    <a:pt x="184404" y="0"/>
                  </a:lnTo>
                  <a:lnTo>
                    <a:pt x="7975092" y="0"/>
                  </a:lnTo>
                  <a:lnTo>
                    <a:pt x="8024117" y="6586"/>
                  </a:lnTo>
                  <a:lnTo>
                    <a:pt x="8068168" y="25174"/>
                  </a:lnTo>
                  <a:lnTo>
                    <a:pt x="8105489" y="54006"/>
                  </a:lnTo>
                  <a:lnTo>
                    <a:pt x="8134321" y="91327"/>
                  </a:lnTo>
                  <a:lnTo>
                    <a:pt x="8152909" y="135378"/>
                  </a:lnTo>
                  <a:lnTo>
                    <a:pt x="8159496" y="184403"/>
                  </a:lnTo>
                  <a:lnTo>
                    <a:pt x="8159496" y="922019"/>
                  </a:lnTo>
                  <a:lnTo>
                    <a:pt x="8152909" y="971045"/>
                  </a:lnTo>
                  <a:lnTo>
                    <a:pt x="8134321" y="1015096"/>
                  </a:lnTo>
                  <a:lnTo>
                    <a:pt x="8105489" y="1052417"/>
                  </a:lnTo>
                  <a:lnTo>
                    <a:pt x="8068168" y="1081249"/>
                  </a:lnTo>
                  <a:lnTo>
                    <a:pt x="8024117" y="1099837"/>
                  </a:lnTo>
                  <a:lnTo>
                    <a:pt x="7975092" y="1106424"/>
                  </a:lnTo>
                  <a:lnTo>
                    <a:pt x="184404" y="1106424"/>
                  </a:lnTo>
                  <a:lnTo>
                    <a:pt x="135382" y="1099837"/>
                  </a:lnTo>
                  <a:lnTo>
                    <a:pt x="91332" y="1081249"/>
                  </a:lnTo>
                  <a:lnTo>
                    <a:pt x="54011" y="1052417"/>
                  </a:lnTo>
                  <a:lnTo>
                    <a:pt x="25177" y="1015096"/>
                  </a:lnTo>
                  <a:lnTo>
                    <a:pt x="6587" y="971045"/>
                  </a:lnTo>
                  <a:lnTo>
                    <a:pt x="0" y="922019"/>
                  </a:lnTo>
                  <a:lnTo>
                    <a:pt x="0" y="18440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9539" y="980175"/>
            <a:ext cx="8694420" cy="510476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508000" marR="674370">
              <a:lnSpc>
                <a:spcPct val="100000"/>
              </a:lnSpc>
              <a:spcBef>
                <a:spcPts val="10"/>
              </a:spcBef>
            </a:pPr>
            <a:r>
              <a:rPr sz="1800" b="1" spc="-5" dirty="0">
                <a:latin typeface="Verdana"/>
                <a:cs typeface="Verdana"/>
              </a:rPr>
              <a:t>With </a:t>
            </a: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stub </a:t>
            </a:r>
            <a:r>
              <a:rPr sz="1800" b="1" dirty="0">
                <a:latin typeface="Verdana"/>
                <a:cs typeface="Verdana"/>
              </a:rPr>
              <a:t>zone </a:t>
            </a:r>
            <a:r>
              <a:rPr sz="1800" b="1" spc="-5" dirty="0">
                <a:latin typeface="Verdana"/>
                <a:cs typeface="Verdana"/>
              </a:rPr>
              <a:t>defined,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location </a:t>
            </a:r>
            <a:r>
              <a:rPr sz="1800" b="1" dirty="0">
                <a:latin typeface="Verdana"/>
                <a:cs typeface="Verdana"/>
              </a:rPr>
              <a:t>of </a:t>
            </a:r>
            <a:r>
              <a:rPr sz="1800" b="1" spc="-5" dirty="0">
                <a:latin typeface="Verdana"/>
                <a:cs typeface="Verdana"/>
              </a:rPr>
              <a:t>the  na.fabrikam.com </a:t>
            </a:r>
            <a:r>
              <a:rPr sz="1800" b="1" dirty="0">
                <a:latin typeface="Verdana"/>
                <a:cs typeface="Verdana"/>
              </a:rPr>
              <a:t>zone </a:t>
            </a:r>
            <a:r>
              <a:rPr sz="1800" b="1" spc="-5" dirty="0">
                <a:latin typeface="Verdana"/>
                <a:cs typeface="Verdana"/>
              </a:rPr>
              <a:t>is </a:t>
            </a:r>
            <a:r>
              <a:rPr sz="1800" b="1" dirty="0">
                <a:latin typeface="Verdana"/>
                <a:cs typeface="Verdana"/>
              </a:rPr>
              <a:t>known </a:t>
            </a:r>
            <a:r>
              <a:rPr sz="1800" b="1" spc="-5" dirty="0">
                <a:latin typeface="Verdana"/>
                <a:cs typeface="Verdana"/>
              </a:rPr>
              <a:t>without querying multiple  </a:t>
            </a:r>
            <a:r>
              <a:rPr sz="1800" b="1" dirty="0">
                <a:latin typeface="Verdana"/>
                <a:cs typeface="Verdana"/>
              </a:rPr>
              <a:t>DNS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Verdana"/>
              <a:cs typeface="Verdana"/>
            </a:endParaRPr>
          </a:p>
          <a:p>
            <a:pPr marL="1741805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DNS server</a:t>
            </a:r>
            <a:endParaRPr sz="1400">
              <a:latin typeface="Verdana"/>
              <a:cs typeface="Verdana"/>
            </a:endParaRPr>
          </a:p>
          <a:p>
            <a:pPr marR="767080" algn="r">
              <a:lnSpc>
                <a:spcPct val="100000"/>
              </a:lnSpc>
              <a:spcBef>
                <a:spcPts val="1520"/>
              </a:spcBef>
            </a:pPr>
            <a:r>
              <a:rPr sz="1400" b="1" spc="-5" dirty="0">
                <a:latin typeface="Verdana"/>
                <a:cs typeface="Verdana"/>
              </a:rPr>
              <a:t>DNS</a:t>
            </a:r>
            <a:r>
              <a:rPr sz="1400" b="1" spc="-7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  <a:p>
            <a:pPr marL="2631440" marR="5208270" indent="-47625" algn="ctr">
              <a:lnSpc>
                <a:spcPct val="100000"/>
              </a:lnSpc>
              <a:spcBef>
                <a:spcPts val="810"/>
              </a:spcBef>
            </a:pPr>
            <a:r>
              <a:rPr sz="1200" b="1" spc="-5" dirty="0">
                <a:latin typeface="Liberation Sans Narrow"/>
                <a:cs typeface="Liberation Sans Narrow"/>
              </a:rPr>
              <a:t>Contoso.com  (Root</a:t>
            </a:r>
            <a:r>
              <a:rPr sz="1200" b="1" spc="-95" dirty="0">
                <a:latin typeface="Liberation Sans Narrow"/>
                <a:cs typeface="Liberation Sans Narrow"/>
              </a:rPr>
              <a:t> </a:t>
            </a:r>
            <a:r>
              <a:rPr sz="1200" b="1" dirty="0">
                <a:latin typeface="Liberation Sans Narrow"/>
                <a:cs typeface="Liberation Sans Narrow"/>
              </a:rPr>
              <a:t>domain)</a:t>
            </a:r>
            <a:endParaRPr sz="12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Liberation Sans Narrow"/>
              <a:cs typeface="Liberation Sans Narrow"/>
            </a:endParaRPr>
          </a:p>
          <a:p>
            <a:pPr marL="775970">
              <a:lnSpc>
                <a:spcPct val="100000"/>
              </a:lnSpc>
              <a:spcBef>
                <a:spcPts val="5"/>
              </a:spcBef>
              <a:tabLst>
                <a:tab pos="4294505" algn="l"/>
                <a:tab pos="6017895" algn="l"/>
              </a:tabLst>
            </a:pPr>
            <a:r>
              <a:rPr sz="2100" b="1" spc="-7" baseline="-43650" dirty="0">
                <a:latin typeface="Verdana"/>
                <a:cs typeface="Verdana"/>
              </a:rPr>
              <a:t>DNS</a:t>
            </a:r>
            <a:r>
              <a:rPr sz="2100" b="1" spc="7" baseline="-43650" dirty="0">
                <a:latin typeface="Verdana"/>
                <a:cs typeface="Verdana"/>
              </a:rPr>
              <a:t> </a:t>
            </a:r>
            <a:r>
              <a:rPr sz="2100" b="1" spc="-7" baseline="-43650" dirty="0">
                <a:latin typeface="Verdana"/>
                <a:cs typeface="Verdana"/>
              </a:rPr>
              <a:t>server	</a:t>
            </a:r>
            <a:r>
              <a:rPr sz="2100" b="1" spc="-7" baseline="-31746" dirty="0">
                <a:latin typeface="Verdana"/>
                <a:cs typeface="Verdana"/>
              </a:rPr>
              <a:t>DNS</a:t>
            </a:r>
            <a:r>
              <a:rPr sz="2100" b="1" spc="15" baseline="-31746" dirty="0">
                <a:latin typeface="Verdana"/>
                <a:cs typeface="Verdana"/>
              </a:rPr>
              <a:t> </a:t>
            </a:r>
            <a:r>
              <a:rPr sz="2100" b="1" spc="-7" baseline="-31746" dirty="0">
                <a:latin typeface="Verdana"/>
                <a:cs typeface="Verdana"/>
              </a:rPr>
              <a:t>server	</a:t>
            </a:r>
            <a:r>
              <a:rPr sz="1200" b="1" dirty="0">
                <a:latin typeface="Liberation Sans Narrow"/>
                <a:cs typeface="Liberation Sans Narrow"/>
              </a:rPr>
              <a:t>fabrikam.com</a:t>
            </a:r>
            <a:endParaRPr sz="12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Liberation Sans Narrow"/>
              <a:cs typeface="Liberation Sans Narrow"/>
            </a:endParaRPr>
          </a:p>
          <a:p>
            <a:pPr algn="r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DNS</a:t>
            </a:r>
            <a:r>
              <a:rPr sz="1400" b="1" spc="-7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Verdana"/>
              <a:cs typeface="Verdana"/>
            </a:endParaRPr>
          </a:p>
          <a:p>
            <a:pPr marR="2533650" algn="ctr">
              <a:lnSpc>
                <a:spcPct val="100000"/>
              </a:lnSpc>
              <a:spcBef>
                <a:spcPts val="5"/>
              </a:spcBef>
              <a:tabLst>
                <a:tab pos="1831975" algn="l"/>
              </a:tabLst>
            </a:pPr>
            <a:r>
              <a:rPr sz="1200" b="1" spc="-5" dirty="0">
                <a:latin typeface="Liberation Sans Narrow"/>
                <a:cs typeface="Liberation Sans Narrow"/>
              </a:rPr>
              <a:t>na.contoso.com	</a:t>
            </a:r>
            <a:r>
              <a:rPr sz="1800" b="1" spc="-7" baseline="-4629" dirty="0">
                <a:latin typeface="Liberation Sans Narrow"/>
                <a:cs typeface="Liberation Sans Narrow"/>
              </a:rPr>
              <a:t>sa.contoso.com</a:t>
            </a:r>
            <a:endParaRPr sz="1800" baseline="-4629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tabLst>
                <a:tab pos="5069205" algn="l"/>
                <a:tab pos="6714490" algn="l"/>
              </a:tabLst>
            </a:pPr>
            <a:r>
              <a:rPr sz="2100" b="1" spc="-7" baseline="-51587" dirty="0">
                <a:latin typeface="Verdana"/>
                <a:cs typeface="Verdana"/>
              </a:rPr>
              <a:t>DNS</a:t>
            </a:r>
            <a:r>
              <a:rPr sz="2100" b="1" spc="7" baseline="-51587" dirty="0">
                <a:latin typeface="Verdana"/>
                <a:cs typeface="Verdana"/>
              </a:rPr>
              <a:t> </a:t>
            </a:r>
            <a:r>
              <a:rPr sz="2100" b="1" spc="-7" baseline="-51587" dirty="0">
                <a:latin typeface="Verdana"/>
                <a:cs typeface="Verdana"/>
              </a:rPr>
              <a:t>server	</a:t>
            </a:r>
            <a:r>
              <a:rPr sz="2100" b="1" spc="-7" baseline="-35714" dirty="0">
                <a:latin typeface="Verdana"/>
                <a:cs typeface="Verdana"/>
              </a:rPr>
              <a:t>DNS</a:t>
            </a:r>
            <a:r>
              <a:rPr sz="2100" b="1" spc="15" baseline="-35714" dirty="0">
                <a:latin typeface="Verdana"/>
                <a:cs typeface="Verdana"/>
              </a:rPr>
              <a:t> </a:t>
            </a:r>
            <a:r>
              <a:rPr sz="2100" b="1" spc="-7" baseline="-35714" dirty="0">
                <a:latin typeface="Verdana"/>
                <a:cs typeface="Verdana"/>
              </a:rPr>
              <a:t>server	</a:t>
            </a:r>
            <a:r>
              <a:rPr sz="1200" b="1" dirty="0">
                <a:latin typeface="Liberation Sans Narrow"/>
                <a:cs typeface="Liberation Sans Narrow"/>
              </a:rPr>
              <a:t>na.fabrikam.com</a:t>
            </a:r>
            <a:endParaRPr sz="12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</a:pPr>
            <a:endParaRPr sz="2700">
              <a:latin typeface="Liberation Sans Narrow"/>
              <a:cs typeface="Liberation Sans Narro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50">
              <a:latin typeface="Liberation Sans Narrow"/>
              <a:cs typeface="Liberation Sans Narrow"/>
            </a:endParaRPr>
          </a:p>
          <a:p>
            <a:pPr marR="2503805" algn="ctr">
              <a:lnSpc>
                <a:spcPct val="100000"/>
              </a:lnSpc>
              <a:tabLst>
                <a:tab pos="3390900" algn="l"/>
              </a:tabLst>
            </a:pPr>
            <a:r>
              <a:rPr sz="1800" b="1" spc="-7" baseline="9259" dirty="0">
                <a:latin typeface="Liberation Sans Narrow"/>
                <a:cs typeface="Liberation Sans Narrow"/>
              </a:rPr>
              <a:t>ny.na.contoso.com	</a:t>
            </a:r>
            <a:r>
              <a:rPr sz="1200" b="1" spc="-5" dirty="0">
                <a:latin typeface="Liberation Sans Narrow"/>
                <a:cs typeface="Liberation Sans Narrow"/>
              </a:rPr>
              <a:t>rio.sa.contoso.com</a:t>
            </a:r>
            <a:endParaRPr sz="1200">
              <a:latin typeface="Liberation Sans Narrow"/>
              <a:cs typeface="Liberation Sans Narro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92323" y="2004060"/>
            <a:ext cx="1343025" cy="1264920"/>
            <a:chOff x="2592323" y="2004060"/>
            <a:chExt cx="1343025" cy="1264920"/>
          </a:xfrm>
        </p:grpSpPr>
        <p:sp>
          <p:nvSpPr>
            <p:cNvPr id="13" name="object 13"/>
            <p:cNvSpPr/>
            <p:nvPr/>
          </p:nvSpPr>
          <p:spPr>
            <a:xfrm>
              <a:off x="2592323" y="2033016"/>
              <a:ext cx="1342644" cy="123596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31235" y="2004060"/>
              <a:ext cx="480060" cy="52120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627632" y="3429000"/>
            <a:ext cx="1343025" cy="1264920"/>
            <a:chOff x="1627632" y="3429000"/>
            <a:chExt cx="1343025" cy="1264920"/>
          </a:xfrm>
        </p:grpSpPr>
        <p:sp>
          <p:nvSpPr>
            <p:cNvPr id="16" name="object 16"/>
            <p:cNvSpPr/>
            <p:nvPr/>
          </p:nvSpPr>
          <p:spPr>
            <a:xfrm>
              <a:off x="1627632" y="3459480"/>
              <a:ext cx="1342644" cy="12344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65020" y="3429000"/>
              <a:ext cx="481583" cy="5227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864108" y="4893564"/>
            <a:ext cx="1342643" cy="12359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456432" y="3441191"/>
            <a:ext cx="1343025" cy="1266825"/>
            <a:chOff x="3456432" y="3441191"/>
            <a:chExt cx="1343025" cy="1266825"/>
          </a:xfrm>
        </p:grpSpPr>
        <p:sp>
          <p:nvSpPr>
            <p:cNvPr id="20" name="object 20"/>
            <p:cNvSpPr/>
            <p:nvPr/>
          </p:nvSpPr>
          <p:spPr>
            <a:xfrm>
              <a:off x="3456432" y="3471671"/>
              <a:ext cx="1342643" cy="123596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93820" y="3441191"/>
              <a:ext cx="481584" cy="5227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241291" y="4876800"/>
            <a:ext cx="1344295" cy="1264920"/>
            <a:chOff x="4241291" y="4876800"/>
            <a:chExt cx="1344295" cy="1264920"/>
          </a:xfrm>
        </p:grpSpPr>
        <p:sp>
          <p:nvSpPr>
            <p:cNvPr id="23" name="object 23"/>
            <p:cNvSpPr/>
            <p:nvPr/>
          </p:nvSpPr>
          <p:spPr>
            <a:xfrm>
              <a:off x="4241291" y="4907280"/>
              <a:ext cx="1344167" cy="12344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80203" y="4876800"/>
              <a:ext cx="480060" cy="5227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5957315" y="2438400"/>
            <a:ext cx="1344295" cy="1264920"/>
            <a:chOff x="5957315" y="2438400"/>
            <a:chExt cx="1344295" cy="1264920"/>
          </a:xfrm>
        </p:grpSpPr>
        <p:sp>
          <p:nvSpPr>
            <p:cNvPr id="26" name="object 26"/>
            <p:cNvSpPr/>
            <p:nvPr/>
          </p:nvSpPr>
          <p:spPr>
            <a:xfrm>
              <a:off x="5957315" y="2468880"/>
              <a:ext cx="1344167" cy="12344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96227" y="2438400"/>
              <a:ext cx="481583" cy="5227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743700" y="3874008"/>
            <a:ext cx="1343025" cy="1264920"/>
            <a:chOff x="6743700" y="3874008"/>
            <a:chExt cx="1343025" cy="1264920"/>
          </a:xfrm>
        </p:grpSpPr>
        <p:sp>
          <p:nvSpPr>
            <p:cNvPr id="29" name="object 29"/>
            <p:cNvSpPr/>
            <p:nvPr/>
          </p:nvSpPr>
          <p:spPr>
            <a:xfrm>
              <a:off x="6743700" y="3902964"/>
              <a:ext cx="1342644" cy="123596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82612" y="3874008"/>
              <a:ext cx="480059" cy="52120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88392" y="749808"/>
            <a:ext cx="8991600" cy="5777865"/>
            <a:chOff x="88392" y="749808"/>
            <a:chExt cx="8991600" cy="5777865"/>
          </a:xfrm>
        </p:grpSpPr>
        <p:sp>
          <p:nvSpPr>
            <p:cNvPr id="32" name="object 32"/>
            <p:cNvSpPr/>
            <p:nvPr/>
          </p:nvSpPr>
          <p:spPr>
            <a:xfrm>
              <a:off x="1410208" y="5047487"/>
              <a:ext cx="1936750" cy="1112520"/>
            </a:xfrm>
            <a:custGeom>
              <a:avLst/>
              <a:gdLst/>
              <a:ahLst/>
              <a:cxnLst/>
              <a:rect l="l" t="t" r="r" b="b"/>
              <a:pathLst>
                <a:path w="1936750" h="1112520">
                  <a:moveTo>
                    <a:pt x="1936622" y="0"/>
                  </a:moveTo>
                  <a:lnTo>
                    <a:pt x="0" y="52324"/>
                  </a:lnTo>
                  <a:lnTo>
                    <a:pt x="1306575" y="1111897"/>
                  </a:lnTo>
                  <a:lnTo>
                    <a:pt x="1936622" y="0"/>
                  </a:lnTo>
                  <a:close/>
                </a:path>
              </a:pathLst>
            </a:custGeom>
            <a:solidFill>
              <a:srgbClr val="8DACD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01495" y="4864608"/>
              <a:ext cx="481584" cy="52120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41447" y="4806696"/>
              <a:ext cx="1280160" cy="16794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05456" y="4011167"/>
              <a:ext cx="4681093" cy="22757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392" y="749808"/>
              <a:ext cx="8991600" cy="5777865"/>
            </a:xfrm>
            <a:custGeom>
              <a:avLst/>
              <a:gdLst/>
              <a:ahLst/>
              <a:cxnLst/>
              <a:rect l="l" t="t" r="r" b="b"/>
              <a:pathLst>
                <a:path w="8991600" h="5777865">
                  <a:moveTo>
                    <a:pt x="8991600" y="0"/>
                  </a:moveTo>
                  <a:lnTo>
                    <a:pt x="0" y="0"/>
                  </a:lnTo>
                  <a:lnTo>
                    <a:pt x="0" y="5777484"/>
                  </a:lnTo>
                  <a:lnTo>
                    <a:pt x="8991600" y="5777484"/>
                  </a:lnTo>
                  <a:lnTo>
                    <a:pt x="8991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4255" y="861060"/>
              <a:ext cx="8171688" cy="11186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6447" y="938784"/>
              <a:ext cx="7543800" cy="10317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4443" y="841248"/>
              <a:ext cx="8159496" cy="11064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4443" y="841248"/>
              <a:ext cx="8159750" cy="1106805"/>
            </a:xfrm>
            <a:custGeom>
              <a:avLst/>
              <a:gdLst/>
              <a:ahLst/>
              <a:cxnLst/>
              <a:rect l="l" t="t" r="r" b="b"/>
              <a:pathLst>
                <a:path w="8159750" h="1106805">
                  <a:moveTo>
                    <a:pt x="0" y="184403"/>
                  </a:moveTo>
                  <a:lnTo>
                    <a:pt x="6587" y="135378"/>
                  </a:lnTo>
                  <a:lnTo>
                    <a:pt x="25177" y="91327"/>
                  </a:lnTo>
                  <a:lnTo>
                    <a:pt x="54011" y="54006"/>
                  </a:lnTo>
                  <a:lnTo>
                    <a:pt x="91332" y="25174"/>
                  </a:lnTo>
                  <a:lnTo>
                    <a:pt x="135382" y="6586"/>
                  </a:lnTo>
                  <a:lnTo>
                    <a:pt x="184404" y="0"/>
                  </a:lnTo>
                  <a:lnTo>
                    <a:pt x="7975091" y="0"/>
                  </a:lnTo>
                  <a:lnTo>
                    <a:pt x="8024117" y="6586"/>
                  </a:lnTo>
                  <a:lnTo>
                    <a:pt x="8068168" y="25174"/>
                  </a:lnTo>
                  <a:lnTo>
                    <a:pt x="8105489" y="54006"/>
                  </a:lnTo>
                  <a:lnTo>
                    <a:pt x="8134321" y="91327"/>
                  </a:lnTo>
                  <a:lnTo>
                    <a:pt x="8152909" y="135378"/>
                  </a:lnTo>
                  <a:lnTo>
                    <a:pt x="8159496" y="184403"/>
                  </a:lnTo>
                  <a:lnTo>
                    <a:pt x="8159496" y="922019"/>
                  </a:lnTo>
                  <a:lnTo>
                    <a:pt x="8152909" y="971045"/>
                  </a:lnTo>
                  <a:lnTo>
                    <a:pt x="8134321" y="1015096"/>
                  </a:lnTo>
                  <a:lnTo>
                    <a:pt x="8105489" y="1052417"/>
                  </a:lnTo>
                  <a:lnTo>
                    <a:pt x="8068168" y="1081249"/>
                  </a:lnTo>
                  <a:lnTo>
                    <a:pt x="8024117" y="1099837"/>
                  </a:lnTo>
                  <a:lnTo>
                    <a:pt x="7975091" y="1106424"/>
                  </a:lnTo>
                  <a:lnTo>
                    <a:pt x="184404" y="1106424"/>
                  </a:lnTo>
                  <a:lnTo>
                    <a:pt x="135382" y="1099837"/>
                  </a:lnTo>
                  <a:lnTo>
                    <a:pt x="91332" y="1081249"/>
                  </a:lnTo>
                  <a:lnTo>
                    <a:pt x="54011" y="1052417"/>
                  </a:lnTo>
                  <a:lnTo>
                    <a:pt x="25177" y="1015096"/>
                  </a:lnTo>
                  <a:lnTo>
                    <a:pt x="6587" y="971045"/>
                  </a:lnTo>
                  <a:lnTo>
                    <a:pt x="0" y="922019"/>
                  </a:lnTo>
                  <a:lnTo>
                    <a:pt x="0" y="18440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83792" y="2121408"/>
              <a:ext cx="6224270" cy="3453765"/>
            </a:xfrm>
            <a:custGeom>
              <a:avLst/>
              <a:gdLst/>
              <a:ahLst/>
              <a:cxnLst/>
              <a:rect l="l" t="t" r="r" b="b"/>
              <a:pathLst>
                <a:path w="6224270" h="3453765">
                  <a:moveTo>
                    <a:pt x="5550408" y="976883"/>
                  </a:moveTo>
                  <a:lnTo>
                    <a:pt x="6224016" y="2234184"/>
                  </a:lnTo>
                </a:path>
                <a:path w="6224270" h="3453765">
                  <a:moveTo>
                    <a:pt x="1943100" y="0"/>
                  </a:moveTo>
                  <a:lnTo>
                    <a:pt x="5257800" y="595883"/>
                  </a:lnTo>
                </a:path>
                <a:path w="6224270" h="3453765">
                  <a:moveTo>
                    <a:pt x="1409700" y="914400"/>
                  </a:moveTo>
                  <a:lnTo>
                    <a:pt x="0" y="3224783"/>
                  </a:lnTo>
                </a:path>
                <a:path w="6224270" h="3453765">
                  <a:moveTo>
                    <a:pt x="2337816" y="824483"/>
                  </a:moveTo>
                  <a:lnTo>
                    <a:pt x="3823716" y="3453383"/>
                  </a:lnTo>
                </a:path>
              </a:pathLst>
            </a:custGeom>
            <a:ln w="57912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04515" y="2033016"/>
              <a:ext cx="1344168" cy="123596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43427" y="2004060"/>
              <a:ext cx="481584" cy="52120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39824" y="3459480"/>
              <a:ext cx="1342644" cy="12344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078736" y="3429000"/>
              <a:ext cx="480060" cy="5227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76300" y="4893563"/>
              <a:ext cx="1342644" cy="123596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68624" y="3471672"/>
              <a:ext cx="1342644" cy="123596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907536" y="3441191"/>
              <a:ext cx="480060" cy="5227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255007" y="4907279"/>
              <a:ext cx="1342643" cy="12344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92395" y="4876799"/>
              <a:ext cx="481584" cy="5227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812798" y="4426077"/>
            <a:ext cx="9855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Liberation Sans Narrow"/>
                <a:cs typeface="Liberation Sans Narrow"/>
              </a:rPr>
              <a:t>na.contoso.com</a:t>
            </a:r>
            <a:endParaRPr sz="1200">
              <a:latin typeface="Liberation Sans Narrow"/>
              <a:cs typeface="Liberation Sans Narro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645153" y="4438904"/>
            <a:ext cx="9791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Liberation Sans Narrow"/>
                <a:cs typeface="Liberation Sans Narrow"/>
              </a:rPr>
              <a:t>sa.contoso.com</a:t>
            </a:r>
            <a:endParaRPr sz="1200">
              <a:latin typeface="Liberation Sans Narrow"/>
              <a:cs typeface="Liberation Sans Narrow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50772" y="5861405"/>
            <a:ext cx="1157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Liberation Sans Narrow"/>
                <a:cs typeface="Liberation Sans Narrow"/>
              </a:rPr>
              <a:t>n</a:t>
            </a:r>
            <a:r>
              <a:rPr sz="1200" b="1" spc="-70" dirty="0">
                <a:latin typeface="Liberation Sans Narrow"/>
                <a:cs typeface="Liberation Sans Narrow"/>
              </a:rPr>
              <a:t>y</a:t>
            </a:r>
            <a:r>
              <a:rPr sz="1200" b="1" dirty="0">
                <a:latin typeface="Liberation Sans Narrow"/>
                <a:cs typeface="Liberation Sans Narrow"/>
              </a:rPr>
              <a:t>.na.</a:t>
            </a:r>
            <a:r>
              <a:rPr sz="1200" b="1" spc="5" dirty="0">
                <a:latin typeface="Liberation Sans Narrow"/>
                <a:cs typeface="Liberation Sans Narrow"/>
              </a:rPr>
              <a:t>c</a:t>
            </a:r>
            <a:r>
              <a:rPr sz="1200" b="1" dirty="0">
                <a:latin typeface="Liberation Sans Narrow"/>
                <a:cs typeface="Liberation Sans Narrow"/>
              </a:rPr>
              <a:t>on</a:t>
            </a:r>
            <a:r>
              <a:rPr sz="1200" b="1" spc="-10" dirty="0">
                <a:latin typeface="Liberation Sans Narrow"/>
                <a:cs typeface="Liberation Sans Narrow"/>
              </a:rPr>
              <a:t>t</a:t>
            </a:r>
            <a:r>
              <a:rPr sz="1200" b="1" dirty="0">
                <a:latin typeface="Liberation Sans Narrow"/>
                <a:cs typeface="Liberation Sans Narrow"/>
              </a:rPr>
              <a:t>oso.com</a:t>
            </a:r>
            <a:endParaRPr sz="1200">
              <a:latin typeface="Liberation Sans Narrow"/>
              <a:cs typeface="Liberation Sans Narro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342257" y="5887008"/>
            <a:ext cx="1174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Liberation Sans Narrow"/>
                <a:cs typeface="Liberation Sans Narrow"/>
              </a:rPr>
              <a:t>rio.sa.contoso.com</a:t>
            </a:r>
            <a:endParaRPr sz="1200">
              <a:latin typeface="Liberation Sans Narrow"/>
              <a:cs typeface="Liberation Sans Narro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05967" y="3549522"/>
            <a:ext cx="11474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DNS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29641" y="5010150"/>
            <a:ext cx="1147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DNS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424553" y="3511422"/>
            <a:ext cx="11474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Verdana"/>
                <a:cs typeface="Verdana"/>
              </a:rPr>
              <a:t>DNS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199379" y="4959477"/>
            <a:ext cx="1147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DNS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971032" y="2438400"/>
            <a:ext cx="2129155" cy="2700655"/>
            <a:chOff x="5971032" y="2438400"/>
            <a:chExt cx="2129155" cy="2700655"/>
          </a:xfrm>
        </p:grpSpPr>
        <p:sp>
          <p:nvSpPr>
            <p:cNvPr id="60" name="object 60"/>
            <p:cNvSpPr/>
            <p:nvPr/>
          </p:nvSpPr>
          <p:spPr>
            <a:xfrm>
              <a:off x="5971032" y="2468880"/>
              <a:ext cx="1342643" cy="12344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08420" y="2438400"/>
              <a:ext cx="481583" cy="52273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755892" y="3902963"/>
              <a:ext cx="1344168" cy="123596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194804" y="3874008"/>
              <a:ext cx="480059" cy="52120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6147561" y="3435222"/>
            <a:ext cx="840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Liberation Sans Narrow"/>
                <a:cs typeface="Liberation Sans Narrow"/>
              </a:rPr>
              <a:t>fabrikam.com</a:t>
            </a:r>
            <a:endParaRPr sz="1200">
              <a:latin typeface="Liberation Sans Narrow"/>
              <a:cs typeface="Liberation Sans Narrow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37743" y="968705"/>
            <a:ext cx="7436484" cy="2247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923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Without stub </a:t>
            </a:r>
            <a:r>
              <a:rPr sz="1800" b="1" dirty="0">
                <a:latin typeface="Verdana"/>
                <a:cs typeface="Verdana"/>
              </a:rPr>
              <a:t>zones, </a:t>
            </a:r>
            <a:r>
              <a:rPr sz="1800" b="1" spc="-5" dirty="0">
                <a:latin typeface="Verdana"/>
                <a:cs typeface="Verdana"/>
              </a:rPr>
              <a:t>the ny.na.contoso.com server must  query several servers to find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server </a:t>
            </a:r>
            <a:r>
              <a:rPr sz="1800" b="1" dirty="0">
                <a:latin typeface="Verdana"/>
                <a:cs typeface="Verdana"/>
              </a:rPr>
              <a:t>that </a:t>
            </a:r>
            <a:r>
              <a:rPr sz="1800" b="1" spc="-5" dirty="0">
                <a:latin typeface="Verdana"/>
                <a:cs typeface="Verdana"/>
              </a:rPr>
              <a:t>hosts </a:t>
            </a:r>
            <a:r>
              <a:rPr sz="1800" b="1" dirty="0">
                <a:latin typeface="Verdana"/>
                <a:cs typeface="Verdana"/>
              </a:rPr>
              <a:t>the  </a:t>
            </a:r>
            <a:r>
              <a:rPr sz="1800" b="1" spc="-5" dirty="0">
                <a:latin typeface="Verdana"/>
                <a:cs typeface="Verdana"/>
              </a:rPr>
              <a:t>na.fabrikam.com</a:t>
            </a:r>
            <a:r>
              <a:rPr sz="1800" b="1" dirty="0">
                <a:latin typeface="Verdana"/>
                <a:cs typeface="Verdana"/>
              </a:rPr>
              <a:t> zone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Verdana"/>
              <a:cs typeface="Verdana"/>
            </a:endParaRPr>
          </a:p>
          <a:p>
            <a:pPr marL="124587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DNS server</a:t>
            </a:r>
            <a:endParaRPr sz="14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520"/>
              </a:spcBef>
            </a:pPr>
            <a:r>
              <a:rPr sz="1400" b="1" spc="-5" dirty="0">
                <a:latin typeface="Verdana"/>
                <a:cs typeface="Verdana"/>
              </a:rPr>
              <a:t>DNS</a:t>
            </a:r>
            <a:r>
              <a:rPr sz="1400" b="1" spc="-7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  <a:p>
            <a:pPr marL="2136140" marR="4445635">
              <a:lnSpc>
                <a:spcPct val="100000"/>
              </a:lnSpc>
              <a:spcBef>
                <a:spcPts val="810"/>
              </a:spcBef>
            </a:pPr>
            <a:r>
              <a:rPr sz="1200" b="1" spc="-5" dirty="0">
                <a:latin typeface="Liberation Sans Narrow"/>
                <a:cs typeface="Liberation Sans Narrow"/>
              </a:rPr>
              <a:t>Contoso.com  (Root</a:t>
            </a:r>
            <a:r>
              <a:rPr sz="1200" b="1" spc="-90" dirty="0">
                <a:latin typeface="Liberation Sans Narrow"/>
                <a:cs typeface="Liberation Sans Narrow"/>
              </a:rPr>
              <a:t> </a:t>
            </a:r>
            <a:r>
              <a:rPr sz="1200" b="1" dirty="0">
                <a:latin typeface="Liberation Sans Narrow"/>
                <a:cs typeface="Liberation Sans Narrow"/>
              </a:rPr>
              <a:t>domain)</a:t>
            </a:r>
            <a:endParaRPr sz="1200">
              <a:latin typeface="Liberation Sans Narrow"/>
              <a:cs typeface="Liberation Sans Narrow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701788" y="3955796"/>
            <a:ext cx="1147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Verdana"/>
                <a:cs typeface="Verdana"/>
              </a:rPr>
              <a:t>DNS</a:t>
            </a:r>
            <a:r>
              <a:rPr sz="1400" b="1" spc="-5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server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844410" y="4870830"/>
            <a:ext cx="10236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Liberation Sans Narrow"/>
                <a:cs typeface="Liberation Sans Narrow"/>
              </a:rPr>
              <a:t>n</a:t>
            </a:r>
            <a:r>
              <a:rPr sz="1200" b="1" spc="5" dirty="0">
                <a:latin typeface="Liberation Sans Narrow"/>
                <a:cs typeface="Liberation Sans Narrow"/>
              </a:rPr>
              <a:t>a</a:t>
            </a:r>
            <a:r>
              <a:rPr sz="1200" b="1" dirty="0">
                <a:latin typeface="Liberation Sans Narrow"/>
                <a:cs typeface="Liberation Sans Narrow"/>
              </a:rPr>
              <a:t>.fabri</a:t>
            </a:r>
            <a:r>
              <a:rPr sz="1200" b="1" spc="5" dirty="0">
                <a:latin typeface="Liberation Sans Narrow"/>
                <a:cs typeface="Liberation Sans Narrow"/>
              </a:rPr>
              <a:t>ka</a:t>
            </a:r>
            <a:r>
              <a:rPr sz="1200" b="1" dirty="0">
                <a:latin typeface="Liberation Sans Narrow"/>
                <a:cs typeface="Liberation Sans Narrow"/>
              </a:rPr>
              <a:t>m.</a:t>
            </a:r>
            <a:r>
              <a:rPr sz="1200" b="1" spc="5" dirty="0">
                <a:latin typeface="Liberation Sans Narrow"/>
                <a:cs typeface="Liberation Sans Narrow"/>
              </a:rPr>
              <a:t>c</a:t>
            </a:r>
            <a:r>
              <a:rPr sz="1200" b="1" dirty="0">
                <a:latin typeface="Liberation Sans Narrow"/>
                <a:cs typeface="Liberation Sans Narrow"/>
              </a:rPr>
              <a:t>om</a:t>
            </a:r>
            <a:endParaRPr sz="1200">
              <a:latin typeface="Liberation Sans Narrow"/>
              <a:cs typeface="Liberation Sans Narrow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315211" y="2390775"/>
            <a:ext cx="7646034" cy="4314825"/>
            <a:chOff x="1315211" y="2390775"/>
            <a:chExt cx="7646034" cy="4314825"/>
          </a:xfrm>
        </p:grpSpPr>
        <p:sp>
          <p:nvSpPr>
            <p:cNvPr id="69" name="object 69"/>
            <p:cNvSpPr/>
            <p:nvPr/>
          </p:nvSpPr>
          <p:spPr>
            <a:xfrm>
              <a:off x="1541399" y="2390774"/>
              <a:ext cx="5637530" cy="2724785"/>
            </a:xfrm>
            <a:custGeom>
              <a:avLst/>
              <a:gdLst/>
              <a:ahLst/>
              <a:cxnLst/>
              <a:rect l="l" t="t" r="r" b="b"/>
              <a:pathLst>
                <a:path w="5637530" h="2724785">
                  <a:moveTo>
                    <a:pt x="1582166" y="2540"/>
                  </a:moveTo>
                  <a:lnTo>
                    <a:pt x="1454404" y="0"/>
                  </a:lnTo>
                  <a:lnTo>
                    <a:pt x="1470774" y="34455"/>
                  </a:lnTo>
                  <a:lnTo>
                    <a:pt x="1465580" y="36957"/>
                  </a:lnTo>
                  <a:lnTo>
                    <a:pt x="1412367" y="64516"/>
                  </a:lnTo>
                  <a:lnTo>
                    <a:pt x="1359789" y="93218"/>
                  </a:lnTo>
                  <a:lnTo>
                    <a:pt x="1308100" y="123063"/>
                  </a:lnTo>
                  <a:lnTo>
                    <a:pt x="1257046" y="153924"/>
                  </a:lnTo>
                  <a:lnTo>
                    <a:pt x="1206754" y="186055"/>
                  </a:lnTo>
                  <a:lnTo>
                    <a:pt x="1157351" y="219075"/>
                  </a:lnTo>
                  <a:lnTo>
                    <a:pt x="1108710" y="253238"/>
                  </a:lnTo>
                  <a:lnTo>
                    <a:pt x="1060831" y="288417"/>
                  </a:lnTo>
                  <a:lnTo>
                    <a:pt x="1013841" y="324612"/>
                  </a:lnTo>
                  <a:lnTo>
                    <a:pt x="967740" y="361823"/>
                  </a:lnTo>
                  <a:lnTo>
                    <a:pt x="922401" y="399923"/>
                  </a:lnTo>
                  <a:lnTo>
                    <a:pt x="878078" y="439039"/>
                  </a:lnTo>
                  <a:lnTo>
                    <a:pt x="834517" y="479171"/>
                  </a:lnTo>
                  <a:lnTo>
                    <a:pt x="791972" y="520319"/>
                  </a:lnTo>
                  <a:lnTo>
                    <a:pt x="750316" y="562356"/>
                  </a:lnTo>
                  <a:lnTo>
                    <a:pt x="709676" y="605155"/>
                  </a:lnTo>
                  <a:lnTo>
                    <a:pt x="669798" y="648970"/>
                  </a:lnTo>
                  <a:lnTo>
                    <a:pt x="631063" y="693674"/>
                  </a:lnTo>
                  <a:lnTo>
                    <a:pt x="593217" y="739267"/>
                  </a:lnTo>
                  <a:lnTo>
                    <a:pt x="556514" y="785622"/>
                  </a:lnTo>
                  <a:lnTo>
                    <a:pt x="520700" y="832866"/>
                  </a:lnTo>
                  <a:lnTo>
                    <a:pt x="486029" y="880872"/>
                  </a:lnTo>
                  <a:lnTo>
                    <a:pt x="452374" y="929767"/>
                  </a:lnTo>
                  <a:lnTo>
                    <a:pt x="419735" y="979424"/>
                  </a:lnTo>
                  <a:lnTo>
                    <a:pt x="388239" y="1029843"/>
                  </a:lnTo>
                  <a:lnTo>
                    <a:pt x="357886" y="1081024"/>
                  </a:lnTo>
                  <a:lnTo>
                    <a:pt x="328549" y="1132967"/>
                  </a:lnTo>
                  <a:lnTo>
                    <a:pt x="300355" y="1185672"/>
                  </a:lnTo>
                  <a:lnTo>
                    <a:pt x="273304" y="1239012"/>
                  </a:lnTo>
                  <a:lnTo>
                    <a:pt x="247523" y="1292987"/>
                  </a:lnTo>
                  <a:lnTo>
                    <a:pt x="229870" y="1331722"/>
                  </a:lnTo>
                  <a:lnTo>
                    <a:pt x="212725" y="1370711"/>
                  </a:lnTo>
                  <a:lnTo>
                    <a:pt x="196469" y="1409954"/>
                  </a:lnTo>
                  <a:lnTo>
                    <a:pt x="180721" y="1449451"/>
                  </a:lnTo>
                  <a:lnTo>
                    <a:pt x="165608" y="1489075"/>
                  </a:lnTo>
                  <a:lnTo>
                    <a:pt x="151130" y="1529080"/>
                  </a:lnTo>
                  <a:lnTo>
                    <a:pt x="137414" y="1569085"/>
                  </a:lnTo>
                  <a:lnTo>
                    <a:pt x="124333" y="1609471"/>
                  </a:lnTo>
                  <a:lnTo>
                    <a:pt x="111887" y="1649857"/>
                  </a:lnTo>
                  <a:lnTo>
                    <a:pt x="99949" y="1690497"/>
                  </a:lnTo>
                  <a:lnTo>
                    <a:pt x="88773" y="1731264"/>
                  </a:lnTo>
                  <a:lnTo>
                    <a:pt x="78232" y="1772285"/>
                  </a:lnTo>
                  <a:lnTo>
                    <a:pt x="68453" y="1813433"/>
                  </a:lnTo>
                  <a:lnTo>
                    <a:pt x="59182" y="1854708"/>
                  </a:lnTo>
                  <a:lnTo>
                    <a:pt x="50673" y="1896110"/>
                  </a:lnTo>
                  <a:lnTo>
                    <a:pt x="42799" y="1937766"/>
                  </a:lnTo>
                  <a:lnTo>
                    <a:pt x="35560" y="1979422"/>
                  </a:lnTo>
                  <a:lnTo>
                    <a:pt x="28956" y="2021205"/>
                  </a:lnTo>
                  <a:lnTo>
                    <a:pt x="23114" y="2062988"/>
                  </a:lnTo>
                  <a:lnTo>
                    <a:pt x="17907" y="2105025"/>
                  </a:lnTo>
                  <a:lnTo>
                    <a:pt x="13208" y="2147189"/>
                  </a:lnTo>
                  <a:lnTo>
                    <a:pt x="9398" y="2189226"/>
                  </a:lnTo>
                  <a:lnTo>
                    <a:pt x="6223" y="2231644"/>
                  </a:lnTo>
                  <a:lnTo>
                    <a:pt x="3556" y="2273935"/>
                  </a:lnTo>
                  <a:lnTo>
                    <a:pt x="1739" y="2317369"/>
                  </a:lnTo>
                  <a:lnTo>
                    <a:pt x="495" y="2359152"/>
                  </a:lnTo>
                  <a:lnTo>
                    <a:pt x="0" y="2401062"/>
                  </a:lnTo>
                  <a:lnTo>
                    <a:pt x="127" y="2443734"/>
                  </a:lnTo>
                  <a:lnTo>
                    <a:pt x="1016" y="2486279"/>
                  </a:lnTo>
                  <a:lnTo>
                    <a:pt x="2413" y="2528824"/>
                  </a:lnTo>
                  <a:lnTo>
                    <a:pt x="4699" y="2571369"/>
                  </a:lnTo>
                  <a:lnTo>
                    <a:pt x="7493" y="2613660"/>
                  </a:lnTo>
                  <a:lnTo>
                    <a:pt x="45466" y="2611120"/>
                  </a:lnTo>
                  <a:lnTo>
                    <a:pt x="42672" y="2568829"/>
                  </a:lnTo>
                  <a:lnTo>
                    <a:pt x="40513" y="2526792"/>
                  </a:lnTo>
                  <a:lnTo>
                    <a:pt x="39116" y="2485009"/>
                  </a:lnTo>
                  <a:lnTo>
                    <a:pt x="38227" y="2442972"/>
                  </a:lnTo>
                  <a:lnTo>
                    <a:pt x="38100" y="2401062"/>
                  </a:lnTo>
                  <a:lnTo>
                    <a:pt x="38608" y="2358771"/>
                  </a:lnTo>
                  <a:lnTo>
                    <a:pt x="39916" y="2316353"/>
                  </a:lnTo>
                  <a:lnTo>
                    <a:pt x="41656" y="2275586"/>
                  </a:lnTo>
                  <a:lnTo>
                    <a:pt x="44196" y="2233930"/>
                  </a:lnTo>
                  <a:lnTo>
                    <a:pt x="47371" y="2192274"/>
                  </a:lnTo>
                  <a:lnTo>
                    <a:pt x="51181" y="2150618"/>
                  </a:lnTo>
                  <a:lnTo>
                    <a:pt x="55753" y="2109216"/>
                  </a:lnTo>
                  <a:lnTo>
                    <a:pt x="60960" y="2067814"/>
                  </a:lnTo>
                  <a:lnTo>
                    <a:pt x="66675" y="2026539"/>
                  </a:lnTo>
                  <a:lnTo>
                    <a:pt x="73152" y="1985264"/>
                  </a:lnTo>
                  <a:lnTo>
                    <a:pt x="80264" y="1944243"/>
                  </a:lnTo>
                  <a:lnTo>
                    <a:pt x="88138" y="1903222"/>
                  </a:lnTo>
                  <a:lnTo>
                    <a:pt x="96520" y="1862455"/>
                  </a:lnTo>
                  <a:lnTo>
                    <a:pt x="105537" y="1821688"/>
                  </a:lnTo>
                  <a:lnTo>
                    <a:pt x="115303" y="1781302"/>
                  </a:lnTo>
                  <a:lnTo>
                    <a:pt x="125730" y="1740789"/>
                  </a:lnTo>
                  <a:lnTo>
                    <a:pt x="136652" y="1700530"/>
                  </a:lnTo>
                  <a:lnTo>
                    <a:pt x="148463" y="1660525"/>
                  </a:lnTo>
                  <a:lnTo>
                    <a:pt x="160782" y="1620647"/>
                  </a:lnTo>
                  <a:lnTo>
                    <a:pt x="173736" y="1581023"/>
                  </a:lnTo>
                  <a:lnTo>
                    <a:pt x="187198" y="1541399"/>
                  </a:lnTo>
                  <a:lnTo>
                    <a:pt x="201422" y="1502156"/>
                  </a:lnTo>
                  <a:lnTo>
                    <a:pt x="216281" y="1463040"/>
                  </a:lnTo>
                  <a:lnTo>
                    <a:pt x="231902" y="1424051"/>
                  </a:lnTo>
                  <a:lnTo>
                    <a:pt x="247904" y="1385443"/>
                  </a:lnTo>
                  <a:lnTo>
                    <a:pt x="264795" y="1347089"/>
                  </a:lnTo>
                  <a:lnTo>
                    <a:pt x="282194" y="1308862"/>
                  </a:lnTo>
                  <a:lnTo>
                    <a:pt x="307721" y="1255395"/>
                  </a:lnTo>
                  <a:lnTo>
                    <a:pt x="334264" y="1202817"/>
                  </a:lnTo>
                  <a:lnTo>
                    <a:pt x="362077" y="1151001"/>
                  </a:lnTo>
                  <a:lnTo>
                    <a:pt x="391033" y="1099820"/>
                  </a:lnTo>
                  <a:lnTo>
                    <a:pt x="421005" y="1049274"/>
                  </a:lnTo>
                  <a:lnTo>
                    <a:pt x="451993" y="999617"/>
                  </a:lnTo>
                  <a:lnTo>
                    <a:pt x="484251" y="950722"/>
                  </a:lnTo>
                  <a:lnTo>
                    <a:pt x="517398" y="902589"/>
                  </a:lnTo>
                  <a:lnTo>
                    <a:pt x="551688" y="855218"/>
                  </a:lnTo>
                  <a:lnTo>
                    <a:pt x="586867" y="808609"/>
                  </a:lnTo>
                  <a:lnTo>
                    <a:pt x="623189" y="762889"/>
                  </a:lnTo>
                  <a:lnTo>
                    <a:pt x="660400" y="717931"/>
                  </a:lnTo>
                  <a:lnTo>
                    <a:pt x="698627" y="673989"/>
                  </a:lnTo>
                  <a:lnTo>
                    <a:pt x="737870" y="630809"/>
                  </a:lnTo>
                  <a:lnTo>
                    <a:pt x="778002" y="588518"/>
                  </a:lnTo>
                  <a:lnTo>
                    <a:pt x="819023" y="547116"/>
                  </a:lnTo>
                  <a:lnTo>
                    <a:pt x="860933" y="506603"/>
                  </a:lnTo>
                  <a:lnTo>
                    <a:pt x="903859" y="467106"/>
                  </a:lnTo>
                  <a:lnTo>
                    <a:pt x="947674" y="428498"/>
                  </a:lnTo>
                  <a:lnTo>
                    <a:pt x="992251" y="390906"/>
                  </a:lnTo>
                  <a:lnTo>
                    <a:pt x="1037717" y="354203"/>
                  </a:lnTo>
                  <a:lnTo>
                    <a:pt x="1084072" y="318516"/>
                  </a:lnTo>
                  <a:lnTo>
                    <a:pt x="1131189" y="283972"/>
                  </a:lnTo>
                  <a:lnTo>
                    <a:pt x="1179195" y="250317"/>
                  </a:lnTo>
                  <a:lnTo>
                    <a:pt x="1227963" y="217678"/>
                  </a:lnTo>
                  <a:lnTo>
                    <a:pt x="1277493" y="186055"/>
                  </a:lnTo>
                  <a:lnTo>
                    <a:pt x="1327785" y="155702"/>
                  </a:lnTo>
                  <a:lnTo>
                    <a:pt x="1378712" y="126238"/>
                  </a:lnTo>
                  <a:lnTo>
                    <a:pt x="1430528" y="97917"/>
                  </a:lnTo>
                  <a:lnTo>
                    <a:pt x="1483106" y="70739"/>
                  </a:lnTo>
                  <a:lnTo>
                    <a:pt x="1487106" y="68821"/>
                  </a:lnTo>
                  <a:lnTo>
                    <a:pt x="1503426" y="103124"/>
                  </a:lnTo>
                  <a:lnTo>
                    <a:pt x="1563662" y="26162"/>
                  </a:lnTo>
                  <a:lnTo>
                    <a:pt x="1582166" y="2540"/>
                  </a:lnTo>
                  <a:close/>
                </a:path>
                <a:path w="5637530" h="2724785">
                  <a:moveTo>
                    <a:pt x="5637149" y="1722628"/>
                  </a:moveTo>
                  <a:lnTo>
                    <a:pt x="5532501" y="1649222"/>
                  </a:lnTo>
                  <a:lnTo>
                    <a:pt x="5526875" y="1686839"/>
                  </a:lnTo>
                  <a:lnTo>
                    <a:pt x="5520690" y="1685925"/>
                  </a:lnTo>
                  <a:lnTo>
                    <a:pt x="5395468" y="1670558"/>
                  </a:lnTo>
                  <a:lnTo>
                    <a:pt x="5316486" y="1662430"/>
                  </a:lnTo>
                  <a:lnTo>
                    <a:pt x="5264658" y="1657096"/>
                  </a:lnTo>
                  <a:lnTo>
                    <a:pt x="5128641" y="1646174"/>
                  </a:lnTo>
                  <a:lnTo>
                    <a:pt x="4987671" y="1637284"/>
                  </a:lnTo>
                  <a:lnTo>
                    <a:pt x="4842002" y="1630680"/>
                  </a:lnTo>
                  <a:lnTo>
                    <a:pt x="4692015" y="1626362"/>
                  </a:lnTo>
                  <a:lnTo>
                    <a:pt x="4538218" y="1624330"/>
                  </a:lnTo>
                  <a:lnTo>
                    <a:pt x="4380865" y="1624457"/>
                  </a:lnTo>
                  <a:lnTo>
                    <a:pt x="4220210" y="1626870"/>
                  </a:lnTo>
                  <a:lnTo>
                    <a:pt x="4056634" y="1631569"/>
                  </a:lnTo>
                  <a:lnTo>
                    <a:pt x="3890391" y="1638427"/>
                  </a:lnTo>
                  <a:lnTo>
                    <a:pt x="3722116" y="1647571"/>
                  </a:lnTo>
                  <a:lnTo>
                    <a:pt x="3551809" y="1658874"/>
                  </a:lnTo>
                  <a:lnTo>
                    <a:pt x="3379978" y="1672590"/>
                  </a:lnTo>
                  <a:lnTo>
                    <a:pt x="3207004" y="1688465"/>
                  </a:lnTo>
                  <a:lnTo>
                    <a:pt x="3046095" y="1705229"/>
                  </a:lnTo>
                  <a:lnTo>
                    <a:pt x="2887472" y="1723517"/>
                  </a:lnTo>
                  <a:lnTo>
                    <a:pt x="2731135" y="1743456"/>
                  </a:lnTo>
                  <a:lnTo>
                    <a:pt x="2577592" y="1764665"/>
                  </a:lnTo>
                  <a:lnTo>
                    <a:pt x="2426843" y="1787525"/>
                  </a:lnTo>
                  <a:lnTo>
                    <a:pt x="2278888" y="1811528"/>
                  </a:lnTo>
                  <a:lnTo>
                    <a:pt x="2134235" y="1836928"/>
                  </a:lnTo>
                  <a:lnTo>
                    <a:pt x="1992884" y="1863598"/>
                  </a:lnTo>
                  <a:lnTo>
                    <a:pt x="1855089" y="1891284"/>
                  </a:lnTo>
                  <a:lnTo>
                    <a:pt x="1721104" y="1920113"/>
                  </a:lnTo>
                  <a:lnTo>
                    <a:pt x="1591056" y="1950085"/>
                  </a:lnTo>
                  <a:lnTo>
                    <a:pt x="1465072" y="1980946"/>
                  </a:lnTo>
                  <a:lnTo>
                    <a:pt x="1343406" y="2012823"/>
                  </a:lnTo>
                  <a:lnTo>
                    <a:pt x="1226185" y="2045462"/>
                  </a:lnTo>
                  <a:lnTo>
                    <a:pt x="1113663" y="2078863"/>
                  </a:lnTo>
                  <a:lnTo>
                    <a:pt x="1005967" y="2113026"/>
                  </a:lnTo>
                  <a:lnTo>
                    <a:pt x="903351" y="2147951"/>
                  </a:lnTo>
                  <a:lnTo>
                    <a:pt x="805942" y="2183511"/>
                  </a:lnTo>
                  <a:lnTo>
                    <a:pt x="713867" y="2219452"/>
                  </a:lnTo>
                  <a:lnTo>
                    <a:pt x="627634" y="2256155"/>
                  </a:lnTo>
                  <a:lnTo>
                    <a:pt x="547116" y="2293112"/>
                  </a:lnTo>
                  <a:lnTo>
                    <a:pt x="509016" y="2311654"/>
                  </a:lnTo>
                  <a:lnTo>
                    <a:pt x="472440" y="2330450"/>
                  </a:lnTo>
                  <a:lnTo>
                    <a:pt x="437388" y="2349373"/>
                  </a:lnTo>
                  <a:lnTo>
                    <a:pt x="403860" y="2368296"/>
                  </a:lnTo>
                  <a:lnTo>
                    <a:pt x="341757" y="2406396"/>
                  </a:lnTo>
                  <a:lnTo>
                    <a:pt x="285877" y="2444877"/>
                  </a:lnTo>
                  <a:lnTo>
                    <a:pt x="236728" y="2483612"/>
                  </a:lnTo>
                  <a:lnTo>
                    <a:pt x="194310" y="2522855"/>
                  </a:lnTo>
                  <a:lnTo>
                    <a:pt x="159131" y="2562352"/>
                  </a:lnTo>
                  <a:lnTo>
                    <a:pt x="151930" y="2572016"/>
                  </a:lnTo>
                  <a:lnTo>
                    <a:pt x="153670" y="2567051"/>
                  </a:lnTo>
                  <a:lnTo>
                    <a:pt x="173355" y="2523998"/>
                  </a:lnTo>
                  <a:lnTo>
                    <a:pt x="199644" y="2478786"/>
                  </a:lnTo>
                  <a:lnTo>
                    <a:pt x="232156" y="2431415"/>
                  </a:lnTo>
                  <a:lnTo>
                    <a:pt x="271018" y="2382393"/>
                  </a:lnTo>
                  <a:lnTo>
                    <a:pt x="316103" y="2331212"/>
                  </a:lnTo>
                  <a:lnTo>
                    <a:pt x="367030" y="2278761"/>
                  </a:lnTo>
                  <a:lnTo>
                    <a:pt x="423799" y="2225040"/>
                  </a:lnTo>
                  <a:lnTo>
                    <a:pt x="486283" y="2169922"/>
                  </a:lnTo>
                  <a:lnTo>
                    <a:pt x="554101" y="2113661"/>
                  </a:lnTo>
                  <a:lnTo>
                    <a:pt x="627380" y="2056384"/>
                  </a:lnTo>
                  <a:lnTo>
                    <a:pt x="705612" y="1998345"/>
                  </a:lnTo>
                  <a:lnTo>
                    <a:pt x="789051" y="1939290"/>
                  </a:lnTo>
                  <a:lnTo>
                    <a:pt x="877316" y="1879600"/>
                  </a:lnTo>
                  <a:lnTo>
                    <a:pt x="970153" y="1819402"/>
                  </a:lnTo>
                  <a:lnTo>
                    <a:pt x="1067562" y="1758823"/>
                  </a:lnTo>
                  <a:lnTo>
                    <a:pt x="1169289" y="1697736"/>
                  </a:lnTo>
                  <a:lnTo>
                    <a:pt x="1275334" y="1636649"/>
                  </a:lnTo>
                  <a:lnTo>
                    <a:pt x="1385316" y="1575181"/>
                  </a:lnTo>
                  <a:lnTo>
                    <a:pt x="1499235" y="1513967"/>
                  </a:lnTo>
                  <a:lnTo>
                    <a:pt x="1616964" y="1452626"/>
                  </a:lnTo>
                  <a:lnTo>
                    <a:pt x="1738122" y="1391539"/>
                  </a:lnTo>
                  <a:lnTo>
                    <a:pt x="1862836" y="1330833"/>
                  </a:lnTo>
                  <a:lnTo>
                    <a:pt x="1990725" y="1270381"/>
                  </a:lnTo>
                  <a:lnTo>
                    <a:pt x="2121662" y="1210691"/>
                  </a:lnTo>
                  <a:lnTo>
                    <a:pt x="2255774" y="1151521"/>
                  </a:lnTo>
                  <a:lnTo>
                    <a:pt x="2392426" y="1093089"/>
                  </a:lnTo>
                  <a:lnTo>
                    <a:pt x="2531745" y="1035558"/>
                  </a:lnTo>
                  <a:lnTo>
                    <a:pt x="2673731" y="978916"/>
                  </a:lnTo>
                  <a:lnTo>
                    <a:pt x="2826893" y="920115"/>
                  </a:lnTo>
                  <a:lnTo>
                    <a:pt x="2979420" y="863727"/>
                  </a:lnTo>
                  <a:lnTo>
                    <a:pt x="3131312" y="809879"/>
                  </a:lnTo>
                  <a:lnTo>
                    <a:pt x="3282061" y="758571"/>
                  </a:lnTo>
                  <a:lnTo>
                    <a:pt x="3431413" y="710057"/>
                  </a:lnTo>
                  <a:lnTo>
                    <a:pt x="3578987" y="664464"/>
                  </a:lnTo>
                  <a:lnTo>
                    <a:pt x="3724529" y="621665"/>
                  </a:lnTo>
                  <a:lnTo>
                    <a:pt x="3867658" y="581914"/>
                  </a:lnTo>
                  <a:lnTo>
                    <a:pt x="4008120" y="545084"/>
                  </a:lnTo>
                  <a:lnTo>
                    <a:pt x="4145661" y="511429"/>
                  </a:lnTo>
                  <a:lnTo>
                    <a:pt x="4279773" y="481076"/>
                  </a:lnTo>
                  <a:lnTo>
                    <a:pt x="4410456" y="454025"/>
                  </a:lnTo>
                  <a:lnTo>
                    <a:pt x="4537075" y="430276"/>
                  </a:lnTo>
                  <a:lnTo>
                    <a:pt x="4659376" y="410083"/>
                  </a:lnTo>
                  <a:lnTo>
                    <a:pt x="4776597" y="393954"/>
                  </a:lnTo>
                  <a:lnTo>
                    <a:pt x="4780915" y="431419"/>
                  </a:lnTo>
                  <a:lnTo>
                    <a:pt x="4887849" y="361569"/>
                  </a:lnTo>
                  <a:lnTo>
                    <a:pt x="4865865" y="353568"/>
                  </a:lnTo>
                  <a:lnTo>
                    <a:pt x="4767834" y="317881"/>
                  </a:lnTo>
                  <a:lnTo>
                    <a:pt x="4772228" y="356120"/>
                  </a:lnTo>
                  <a:lnTo>
                    <a:pt x="4653280" y="372491"/>
                  </a:lnTo>
                  <a:lnTo>
                    <a:pt x="4530090" y="392811"/>
                  </a:lnTo>
                  <a:lnTo>
                    <a:pt x="4402709" y="416687"/>
                  </a:lnTo>
                  <a:lnTo>
                    <a:pt x="4271391" y="443992"/>
                  </a:lnTo>
                  <a:lnTo>
                    <a:pt x="4136644" y="474472"/>
                  </a:lnTo>
                  <a:lnTo>
                    <a:pt x="3998468" y="508254"/>
                  </a:lnTo>
                  <a:lnTo>
                    <a:pt x="3857498" y="545084"/>
                  </a:lnTo>
                  <a:lnTo>
                    <a:pt x="3713734" y="585089"/>
                  </a:lnTo>
                  <a:lnTo>
                    <a:pt x="3567684" y="628015"/>
                  </a:lnTo>
                  <a:lnTo>
                    <a:pt x="3419602" y="673862"/>
                  </a:lnTo>
                  <a:lnTo>
                    <a:pt x="3269869" y="722503"/>
                  </a:lnTo>
                  <a:lnTo>
                    <a:pt x="3118612" y="773938"/>
                  </a:lnTo>
                  <a:lnTo>
                    <a:pt x="2966339" y="827913"/>
                  </a:lnTo>
                  <a:lnTo>
                    <a:pt x="2813177" y="884555"/>
                  </a:lnTo>
                  <a:lnTo>
                    <a:pt x="2659634" y="943610"/>
                  </a:lnTo>
                  <a:lnTo>
                    <a:pt x="2517267" y="1000379"/>
                  </a:lnTo>
                  <a:lnTo>
                    <a:pt x="2377567" y="1058037"/>
                  </a:lnTo>
                  <a:lnTo>
                    <a:pt x="2240280" y="1116584"/>
                  </a:lnTo>
                  <a:lnTo>
                    <a:pt x="2105914" y="1176032"/>
                  </a:lnTo>
                  <a:lnTo>
                    <a:pt x="1974469" y="1235964"/>
                  </a:lnTo>
                  <a:lnTo>
                    <a:pt x="1846072" y="1296543"/>
                  </a:lnTo>
                  <a:lnTo>
                    <a:pt x="1720977" y="1357503"/>
                  </a:lnTo>
                  <a:lnTo>
                    <a:pt x="1599311" y="1418844"/>
                  </a:lnTo>
                  <a:lnTo>
                    <a:pt x="1481201" y="1480312"/>
                  </a:lnTo>
                  <a:lnTo>
                    <a:pt x="1366774" y="1541907"/>
                  </a:lnTo>
                  <a:lnTo>
                    <a:pt x="1256284" y="1603629"/>
                  </a:lnTo>
                  <a:lnTo>
                    <a:pt x="1149731" y="1665097"/>
                  </a:lnTo>
                  <a:lnTo>
                    <a:pt x="1047369" y="1726438"/>
                  </a:lnTo>
                  <a:lnTo>
                    <a:pt x="949452" y="1787525"/>
                  </a:lnTo>
                  <a:lnTo>
                    <a:pt x="855980" y="1848104"/>
                  </a:lnTo>
                  <a:lnTo>
                    <a:pt x="767080" y="1908175"/>
                  </a:lnTo>
                  <a:lnTo>
                    <a:pt x="683006" y="1967738"/>
                  </a:lnTo>
                  <a:lnTo>
                    <a:pt x="603885" y="2026412"/>
                  </a:lnTo>
                  <a:lnTo>
                    <a:pt x="529844" y="2084324"/>
                  </a:lnTo>
                  <a:lnTo>
                    <a:pt x="461010" y="2141347"/>
                  </a:lnTo>
                  <a:lnTo>
                    <a:pt x="397637" y="2197354"/>
                  </a:lnTo>
                  <a:lnTo>
                    <a:pt x="339725" y="2252218"/>
                  </a:lnTo>
                  <a:lnTo>
                    <a:pt x="287655" y="2305939"/>
                  </a:lnTo>
                  <a:lnTo>
                    <a:pt x="241427" y="2358263"/>
                  </a:lnTo>
                  <a:lnTo>
                    <a:pt x="201168" y="2409317"/>
                  </a:lnTo>
                  <a:lnTo>
                    <a:pt x="167005" y="2459101"/>
                  </a:lnTo>
                  <a:lnTo>
                    <a:pt x="139065" y="2507361"/>
                  </a:lnTo>
                  <a:lnTo>
                    <a:pt x="117856" y="2554351"/>
                  </a:lnTo>
                  <a:lnTo>
                    <a:pt x="103365" y="2599817"/>
                  </a:lnTo>
                  <a:lnTo>
                    <a:pt x="96012" y="2643886"/>
                  </a:lnTo>
                  <a:lnTo>
                    <a:pt x="95250" y="2665222"/>
                  </a:lnTo>
                  <a:lnTo>
                    <a:pt x="96253" y="2686431"/>
                  </a:lnTo>
                  <a:lnTo>
                    <a:pt x="97282" y="2693301"/>
                  </a:lnTo>
                  <a:lnTo>
                    <a:pt x="95631" y="2704592"/>
                  </a:lnTo>
                  <a:lnTo>
                    <a:pt x="94996" y="2723134"/>
                  </a:lnTo>
                  <a:lnTo>
                    <a:pt x="103543" y="2723451"/>
                  </a:lnTo>
                  <a:lnTo>
                    <a:pt x="103886" y="2724785"/>
                  </a:lnTo>
                  <a:lnTo>
                    <a:pt x="108483" y="2723629"/>
                  </a:lnTo>
                  <a:lnTo>
                    <a:pt x="133096" y="2724531"/>
                  </a:lnTo>
                  <a:lnTo>
                    <a:pt x="133337" y="2717406"/>
                  </a:lnTo>
                  <a:lnTo>
                    <a:pt x="140843" y="2715514"/>
                  </a:lnTo>
                  <a:lnTo>
                    <a:pt x="136398" y="2697607"/>
                  </a:lnTo>
                  <a:lnTo>
                    <a:pt x="135724" y="2692971"/>
                  </a:lnTo>
                  <a:lnTo>
                    <a:pt x="146685" y="2655443"/>
                  </a:lnTo>
                  <a:lnTo>
                    <a:pt x="164465" y="2620772"/>
                  </a:lnTo>
                  <a:lnTo>
                    <a:pt x="189611" y="2585212"/>
                  </a:lnTo>
                  <a:lnTo>
                    <a:pt x="222123" y="2548890"/>
                  </a:lnTo>
                  <a:lnTo>
                    <a:pt x="262001" y="2512187"/>
                  </a:lnTo>
                  <a:lnTo>
                    <a:pt x="308991" y="2475230"/>
                  </a:lnTo>
                  <a:lnTo>
                    <a:pt x="362839" y="2438146"/>
                  </a:lnTo>
                  <a:lnTo>
                    <a:pt x="423291" y="2401062"/>
                  </a:lnTo>
                  <a:lnTo>
                    <a:pt x="490474" y="2363978"/>
                  </a:lnTo>
                  <a:lnTo>
                    <a:pt x="526415" y="2345690"/>
                  </a:lnTo>
                  <a:lnTo>
                    <a:pt x="563753" y="2327275"/>
                  </a:lnTo>
                  <a:lnTo>
                    <a:pt x="643509" y="2290699"/>
                  </a:lnTo>
                  <a:lnTo>
                    <a:pt x="728853" y="2254631"/>
                  </a:lnTo>
                  <a:lnTo>
                    <a:pt x="819785" y="2218944"/>
                  </a:lnTo>
                  <a:lnTo>
                    <a:pt x="916432" y="2183765"/>
                  </a:lnTo>
                  <a:lnTo>
                    <a:pt x="1018159" y="2149221"/>
                  </a:lnTo>
                  <a:lnTo>
                    <a:pt x="1125220" y="2115185"/>
                  </a:lnTo>
                  <a:lnTo>
                    <a:pt x="1236980" y="2081911"/>
                  </a:lnTo>
                  <a:lnTo>
                    <a:pt x="1353566" y="2049399"/>
                  </a:lnTo>
                  <a:lnTo>
                    <a:pt x="1474597" y="2017776"/>
                  </a:lnTo>
                  <a:lnTo>
                    <a:pt x="1600073" y="1987042"/>
                  </a:lnTo>
                  <a:lnTo>
                    <a:pt x="1729613" y="1957324"/>
                  </a:lnTo>
                  <a:lnTo>
                    <a:pt x="1863090" y="1928622"/>
                  </a:lnTo>
                  <a:lnTo>
                    <a:pt x="2000377" y="1900936"/>
                  </a:lnTo>
                  <a:lnTo>
                    <a:pt x="2141220" y="1874393"/>
                  </a:lnTo>
                  <a:lnTo>
                    <a:pt x="2285492" y="1849120"/>
                  </a:lnTo>
                  <a:lnTo>
                    <a:pt x="2432939" y="1825117"/>
                  </a:lnTo>
                  <a:lnTo>
                    <a:pt x="2583307" y="1802384"/>
                  </a:lnTo>
                  <a:lnTo>
                    <a:pt x="2736469" y="1781175"/>
                  </a:lnTo>
                  <a:lnTo>
                    <a:pt x="2892298" y="1761363"/>
                  </a:lnTo>
                  <a:lnTo>
                    <a:pt x="3050540" y="1743075"/>
                  </a:lnTo>
                  <a:lnTo>
                    <a:pt x="3210941" y="1726438"/>
                  </a:lnTo>
                  <a:lnTo>
                    <a:pt x="3383534" y="1710563"/>
                  </a:lnTo>
                  <a:lnTo>
                    <a:pt x="3554857" y="1696974"/>
                  </a:lnTo>
                  <a:lnTo>
                    <a:pt x="3724656" y="1685544"/>
                  </a:lnTo>
                  <a:lnTo>
                    <a:pt x="3892550" y="1676527"/>
                  </a:lnTo>
                  <a:lnTo>
                    <a:pt x="4058158" y="1669669"/>
                  </a:lnTo>
                  <a:lnTo>
                    <a:pt x="4221353" y="1664970"/>
                  </a:lnTo>
                  <a:lnTo>
                    <a:pt x="4381373" y="1662557"/>
                  </a:lnTo>
                  <a:lnTo>
                    <a:pt x="4546104" y="1662544"/>
                  </a:lnTo>
                  <a:lnTo>
                    <a:pt x="4691507" y="1664462"/>
                  </a:lnTo>
                  <a:lnTo>
                    <a:pt x="4840859" y="1668780"/>
                  </a:lnTo>
                  <a:lnTo>
                    <a:pt x="4985893" y="1675384"/>
                  </a:lnTo>
                  <a:lnTo>
                    <a:pt x="5126228" y="1684147"/>
                  </a:lnTo>
                  <a:lnTo>
                    <a:pt x="5261610" y="1695069"/>
                  </a:lnTo>
                  <a:lnTo>
                    <a:pt x="5391658" y="1708404"/>
                  </a:lnTo>
                  <a:lnTo>
                    <a:pt x="5515991" y="1723771"/>
                  </a:lnTo>
                  <a:lnTo>
                    <a:pt x="5521236" y="1724545"/>
                  </a:lnTo>
                  <a:lnTo>
                    <a:pt x="5515610" y="1762252"/>
                  </a:lnTo>
                  <a:lnTo>
                    <a:pt x="5622734" y="1727327"/>
                  </a:lnTo>
                  <a:lnTo>
                    <a:pt x="5637149" y="1722628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315211" y="4864607"/>
              <a:ext cx="480060" cy="52120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043671" y="6275832"/>
              <a:ext cx="917448" cy="42976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033004" y="6265164"/>
              <a:ext cx="914400" cy="42672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211311" y="6397752"/>
              <a:ext cx="188975" cy="17983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229600" y="6391655"/>
              <a:ext cx="176783" cy="16764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225028" y="6387084"/>
              <a:ext cx="185927" cy="17678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520683" y="6356603"/>
              <a:ext cx="304800" cy="24383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593835" y="6425184"/>
              <a:ext cx="134111" cy="134111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612123" y="6419088"/>
              <a:ext cx="121920" cy="121920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612123" y="6419088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0" y="121920"/>
                  </a:moveTo>
                  <a:lnTo>
                    <a:pt x="121920" y="121920"/>
                  </a:lnTo>
                  <a:lnTo>
                    <a:pt x="121920" y="0"/>
                  </a:lnTo>
                  <a:lnTo>
                    <a:pt x="0" y="0"/>
                  </a:lnTo>
                  <a:lnTo>
                    <a:pt x="0" y="121920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473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Are Stub</a:t>
            </a:r>
            <a:r>
              <a:rPr spc="-80" dirty="0"/>
              <a:t> </a:t>
            </a:r>
            <a:r>
              <a:rPr spc="-5" dirty="0"/>
              <a:t>Zones?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319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DNS </a:t>
            </a:r>
            <a:r>
              <a:rPr spc="-5" dirty="0"/>
              <a:t>Zone</a:t>
            </a:r>
            <a:r>
              <a:rPr spc="-40" dirty="0"/>
              <a:t> </a:t>
            </a:r>
            <a:r>
              <a:rPr spc="-5" dirty="0"/>
              <a:t>Delegation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7155" y="1443227"/>
            <a:ext cx="7333615" cy="4634865"/>
            <a:chOff x="867155" y="1443227"/>
            <a:chExt cx="7333615" cy="4634865"/>
          </a:xfrm>
        </p:grpSpPr>
        <p:sp>
          <p:nvSpPr>
            <p:cNvPr id="4" name="object 4"/>
            <p:cNvSpPr/>
            <p:nvPr/>
          </p:nvSpPr>
          <p:spPr>
            <a:xfrm>
              <a:off x="901069" y="1477136"/>
              <a:ext cx="7299574" cy="46005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7155" y="1443227"/>
              <a:ext cx="7306056" cy="46070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47822" y="3420617"/>
              <a:ext cx="2909570" cy="745490"/>
            </a:xfrm>
            <a:custGeom>
              <a:avLst/>
              <a:gdLst/>
              <a:ahLst/>
              <a:cxnLst/>
              <a:rect l="l" t="t" r="r" b="b"/>
              <a:pathLst>
                <a:path w="2909570" h="745489">
                  <a:moveTo>
                    <a:pt x="707136" y="0"/>
                  </a:moveTo>
                  <a:lnTo>
                    <a:pt x="0" y="745236"/>
                  </a:lnTo>
                </a:path>
                <a:path w="2909570" h="745489">
                  <a:moveTo>
                    <a:pt x="2118360" y="7620"/>
                  </a:moveTo>
                  <a:lnTo>
                    <a:pt x="2909316" y="688848"/>
                  </a:lnTo>
                </a:path>
              </a:pathLst>
            </a:custGeom>
            <a:ln w="32004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26869" y="4168901"/>
              <a:ext cx="2590800" cy="1330960"/>
            </a:xfrm>
            <a:custGeom>
              <a:avLst/>
              <a:gdLst/>
              <a:ahLst/>
              <a:cxnLst/>
              <a:rect l="l" t="t" r="r" b="b"/>
              <a:pathLst>
                <a:path w="2590800" h="1330960">
                  <a:moveTo>
                    <a:pt x="1295400" y="0"/>
                  </a:moveTo>
                  <a:lnTo>
                    <a:pt x="1232639" y="767"/>
                  </a:lnTo>
                  <a:lnTo>
                    <a:pt x="1170650" y="3045"/>
                  </a:lnTo>
                  <a:lnTo>
                    <a:pt x="1109499" y="6799"/>
                  </a:lnTo>
                  <a:lnTo>
                    <a:pt x="1049254" y="11994"/>
                  </a:lnTo>
                  <a:lnTo>
                    <a:pt x="989983" y="18596"/>
                  </a:lnTo>
                  <a:lnTo>
                    <a:pt x="931755" y="26569"/>
                  </a:lnTo>
                  <a:lnTo>
                    <a:pt x="874636" y="35879"/>
                  </a:lnTo>
                  <a:lnTo>
                    <a:pt x="818695" y="46491"/>
                  </a:lnTo>
                  <a:lnTo>
                    <a:pt x="764000" y="58370"/>
                  </a:lnTo>
                  <a:lnTo>
                    <a:pt x="710618" y="71481"/>
                  </a:lnTo>
                  <a:lnTo>
                    <a:pt x="658618" y="85789"/>
                  </a:lnTo>
                  <a:lnTo>
                    <a:pt x="608067" y="101260"/>
                  </a:lnTo>
                  <a:lnTo>
                    <a:pt x="559034" y="117859"/>
                  </a:lnTo>
                  <a:lnTo>
                    <a:pt x="511585" y="135550"/>
                  </a:lnTo>
                  <a:lnTo>
                    <a:pt x="465789" y="154300"/>
                  </a:lnTo>
                  <a:lnTo>
                    <a:pt x="421714" y="174072"/>
                  </a:lnTo>
                  <a:lnTo>
                    <a:pt x="379428" y="194833"/>
                  </a:lnTo>
                  <a:lnTo>
                    <a:pt x="338998" y="216548"/>
                  </a:lnTo>
                  <a:lnTo>
                    <a:pt x="300493" y="239181"/>
                  </a:lnTo>
                  <a:lnTo>
                    <a:pt x="263980" y="262698"/>
                  </a:lnTo>
                  <a:lnTo>
                    <a:pt x="229527" y="287064"/>
                  </a:lnTo>
                  <a:lnTo>
                    <a:pt x="197202" y="312244"/>
                  </a:lnTo>
                  <a:lnTo>
                    <a:pt x="167073" y="338203"/>
                  </a:lnTo>
                  <a:lnTo>
                    <a:pt x="139208" y="364907"/>
                  </a:lnTo>
                  <a:lnTo>
                    <a:pt x="90541" y="420409"/>
                  </a:lnTo>
                  <a:lnTo>
                    <a:pt x="51744" y="478470"/>
                  </a:lnTo>
                  <a:lnTo>
                    <a:pt x="23359" y="538812"/>
                  </a:lnTo>
                  <a:lnTo>
                    <a:pt x="5930" y="601157"/>
                  </a:lnTo>
                  <a:lnTo>
                    <a:pt x="0" y="665226"/>
                  </a:lnTo>
                  <a:lnTo>
                    <a:pt x="1493" y="697458"/>
                  </a:lnTo>
                  <a:lnTo>
                    <a:pt x="13241" y="760699"/>
                  </a:lnTo>
                  <a:lnTo>
                    <a:pt x="36216" y="822077"/>
                  </a:lnTo>
                  <a:lnTo>
                    <a:pt x="69875" y="881314"/>
                  </a:lnTo>
                  <a:lnTo>
                    <a:pt x="113675" y="938131"/>
                  </a:lnTo>
                  <a:lnTo>
                    <a:pt x="167073" y="992248"/>
                  </a:lnTo>
                  <a:lnTo>
                    <a:pt x="197202" y="1018207"/>
                  </a:lnTo>
                  <a:lnTo>
                    <a:pt x="229527" y="1043387"/>
                  </a:lnTo>
                  <a:lnTo>
                    <a:pt x="263980" y="1067753"/>
                  </a:lnTo>
                  <a:lnTo>
                    <a:pt x="300493" y="1091270"/>
                  </a:lnTo>
                  <a:lnTo>
                    <a:pt x="338998" y="1113903"/>
                  </a:lnTo>
                  <a:lnTo>
                    <a:pt x="379428" y="1135618"/>
                  </a:lnTo>
                  <a:lnTo>
                    <a:pt x="421714" y="1156379"/>
                  </a:lnTo>
                  <a:lnTo>
                    <a:pt x="465789" y="1176151"/>
                  </a:lnTo>
                  <a:lnTo>
                    <a:pt x="511585" y="1194901"/>
                  </a:lnTo>
                  <a:lnTo>
                    <a:pt x="559034" y="1212592"/>
                  </a:lnTo>
                  <a:lnTo>
                    <a:pt x="608067" y="1229191"/>
                  </a:lnTo>
                  <a:lnTo>
                    <a:pt x="658618" y="1244662"/>
                  </a:lnTo>
                  <a:lnTo>
                    <a:pt x="710618" y="1258970"/>
                  </a:lnTo>
                  <a:lnTo>
                    <a:pt x="764000" y="1272081"/>
                  </a:lnTo>
                  <a:lnTo>
                    <a:pt x="818695" y="1283960"/>
                  </a:lnTo>
                  <a:lnTo>
                    <a:pt x="874636" y="1294572"/>
                  </a:lnTo>
                  <a:lnTo>
                    <a:pt x="931755" y="1303882"/>
                  </a:lnTo>
                  <a:lnTo>
                    <a:pt x="989983" y="1311855"/>
                  </a:lnTo>
                  <a:lnTo>
                    <a:pt x="1049254" y="1318457"/>
                  </a:lnTo>
                  <a:lnTo>
                    <a:pt x="1109499" y="1323652"/>
                  </a:lnTo>
                  <a:lnTo>
                    <a:pt x="1170650" y="1327406"/>
                  </a:lnTo>
                  <a:lnTo>
                    <a:pt x="1232639" y="1329684"/>
                  </a:lnTo>
                  <a:lnTo>
                    <a:pt x="1295400" y="1330452"/>
                  </a:lnTo>
                  <a:lnTo>
                    <a:pt x="1358160" y="1329684"/>
                  </a:lnTo>
                  <a:lnTo>
                    <a:pt x="1420149" y="1327406"/>
                  </a:lnTo>
                  <a:lnTo>
                    <a:pt x="1481300" y="1323652"/>
                  </a:lnTo>
                  <a:lnTo>
                    <a:pt x="1541545" y="1318457"/>
                  </a:lnTo>
                  <a:lnTo>
                    <a:pt x="1600816" y="1311855"/>
                  </a:lnTo>
                  <a:lnTo>
                    <a:pt x="1659044" y="1303882"/>
                  </a:lnTo>
                  <a:lnTo>
                    <a:pt x="1716163" y="1294572"/>
                  </a:lnTo>
                  <a:lnTo>
                    <a:pt x="1772104" y="1283960"/>
                  </a:lnTo>
                  <a:lnTo>
                    <a:pt x="1826799" y="1272081"/>
                  </a:lnTo>
                  <a:lnTo>
                    <a:pt x="1880181" y="1258970"/>
                  </a:lnTo>
                  <a:lnTo>
                    <a:pt x="1932181" y="1244662"/>
                  </a:lnTo>
                  <a:lnTo>
                    <a:pt x="1982732" y="1229191"/>
                  </a:lnTo>
                  <a:lnTo>
                    <a:pt x="2031765" y="1212592"/>
                  </a:lnTo>
                  <a:lnTo>
                    <a:pt x="2079214" y="1194901"/>
                  </a:lnTo>
                  <a:lnTo>
                    <a:pt x="2125010" y="1176151"/>
                  </a:lnTo>
                  <a:lnTo>
                    <a:pt x="2169085" y="1156379"/>
                  </a:lnTo>
                  <a:lnTo>
                    <a:pt x="2211371" y="1135618"/>
                  </a:lnTo>
                  <a:lnTo>
                    <a:pt x="2251801" y="1113903"/>
                  </a:lnTo>
                  <a:lnTo>
                    <a:pt x="2290306" y="1091270"/>
                  </a:lnTo>
                  <a:lnTo>
                    <a:pt x="2326819" y="1067753"/>
                  </a:lnTo>
                  <a:lnTo>
                    <a:pt x="2361272" y="1043387"/>
                  </a:lnTo>
                  <a:lnTo>
                    <a:pt x="2393597" y="1018207"/>
                  </a:lnTo>
                  <a:lnTo>
                    <a:pt x="2423726" y="992248"/>
                  </a:lnTo>
                  <a:lnTo>
                    <a:pt x="2451591" y="965544"/>
                  </a:lnTo>
                  <a:lnTo>
                    <a:pt x="2500258" y="910042"/>
                  </a:lnTo>
                  <a:lnTo>
                    <a:pt x="2539055" y="851981"/>
                  </a:lnTo>
                  <a:lnTo>
                    <a:pt x="2567440" y="791639"/>
                  </a:lnTo>
                  <a:lnTo>
                    <a:pt x="2584869" y="729294"/>
                  </a:lnTo>
                  <a:lnTo>
                    <a:pt x="2590800" y="665226"/>
                  </a:lnTo>
                  <a:lnTo>
                    <a:pt x="2589306" y="632993"/>
                  </a:lnTo>
                  <a:lnTo>
                    <a:pt x="2577558" y="569752"/>
                  </a:lnTo>
                  <a:lnTo>
                    <a:pt x="2554583" y="508374"/>
                  </a:lnTo>
                  <a:lnTo>
                    <a:pt x="2520924" y="449137"/>
                  </a:lnTo>
                  <a:lnTo>
                    <a:pt x="2477124" y="392320"/>
                  </a:lnTo>
                  <a:lnTo>
                    <a:pt x="2423726" y="338203"/>
                  </a:lnTo>
                  <a:lnTo>
                    <a:pt x="2393597" y="312244"/>
                  </a:lnTo>
                  <a:lnTo>
                    <a:pt x="2361272" y="287064"/>
                  </a:lnTo>
                  <a:lnTo>
                    <a:pt x="2326819" y="262698"/>
                  </a:lnTo>
                  <a:lnTo>
                    <a:pt x="2290306" y="239181"/>
                  </a:lnTo>
                  <a:lnTo>
                    <a:pt x="2251801" y="216548"/>
                  </a:lnTo>
                  <a:lnTo>
                    <a:pt x="2211371" y="194833"/>
                  </a:lnTo>
                  <a:lnTo>
                    <a:pt x="2169085" y="174072"/>
                  </a:lnTo>
                  <a:lnTo>
                    <a:pt x="2125010" y="154300"/>
                  </a:lnTo>
                  <a:lnTo>
                    <a:pt x="2079214" y="135550"/>
                  </a:lnTo>
                  <a:lnTo>
                    <a:pt x="2031765" y="117859"/>
                  </a:lnTo>
                  <a:lnTo>
                    <a:pt x="1982732" y="101260"/>
                  </a:lnTo>
                  <a:lnTo>
                    <a:pt x="1932181" y="85789"/>
                  </a:lnTo>
                  <a:lnTo>
                    <a:pt x="1880181" y="71481"/>
                  </a:lnTo>
                  <a:lnTo>
                    <a:pt x="1826799" y="58370"/>
                  </a:lnTo>
                  <a:lnTo>
                    <a:pt x="1772104" y="46491"/>
                  </a:lnTo>
                  <a:lnTo>
                    <a:pt x="1716163" y="35879"/>
                  </a:lnTo>
                  <a:lnTo>
                    <a:pt x="1659044" y="26569"/>
                  </a:lnTo>
                  <a:lnTo>
                    <a:pt x="1600816" y="18596"/>
                  </a:lnTo>
                  <a:lnTo>
                    <a:pt x="1541545" y="11994"/>
                  </a:lnTo>
                  <a:lnTo>
                    <a:pt x="1481300" y="6799"/>
                  </a:lnTo>
                  <a:lnTo>
                    <a:pt x="1420149" y="3045"/>
                  </a:lnTo>
                  <a:lnTo>
                    <a:pt x="1358160" y="767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26869" y="4168901"/>
              <a:ext cx="2590800" cy="1330960"/>
            </a:xfrm>
            <a:custGeom>
              <a:avLst/>
              <a:gdLst/>
              <a:ahLst/>
              <a:cxnLst/>
              <a:rect l="l" t="t" r="r" b="b"/>
              <a:pathLst>
                <a:path w="2590800" h="1330960">
                  <a:moveTo>
                    <a:pt x="0" y="665226"/>
                  </a:moveTo>
                  <a:lnTo>
                    <a:pt x="5930" y="601157"/>
                  </a:lnTo>
                  <a:lnTo>
                    <a:pt x="23359" y="538812"/>
                  </a:lnTo>
                  <a:lnTo>
                    <a:pt x="51744" y="478470"/>
                  </a:lnTo>
                  <a:lnTo>
                    <a:pt x="90541" y="420409"/>
                  </a:lnTo>
                  <a:lnTo>
                    <a:pt x="139208" y="364907"/>
                  </a:lnTo>
                  <a:lnTo>
                    <a:pt x="167073" y="338203"/>
                  </a:lnTo>
                  <a:lnTo>
                    <a:pt x="197202" y="312244"/>
                  </a:lnTo>
                  <a:lnTo>
                    <a:pt x="229527" y="287064"/>
                  </a:lnTo>
                  <a:lnTo>
                    <a:pt x="263980" y="262698"/>
                  </a:lnTo>
                  <a:lnTo>
                    <a:pt x="300493" y="239181"/>
                  </a:lnTo>
                  <a:lnTo>
                    <a:pt x="338998" y="216548"/>
                  </a:lnTo>
                  <a:lnTo>
                    <a:pt x="379428" y="194833"/>
                  </a:lnTo>
                  <a:lnTo>
                    <a:pt x="421714" y="174072"/>
                  </a:lnTo>
                  <a:lnTo>
                    <a:pt x="465789" y="154300"/>
                  </a:lnTo>
                  <a:lnTo>
                    <a:pt x="511585" y="135550"/>
                  </a:lnTo>
                  <a:lnTo>
                    <a:pt x="559034" y="117859"/>
                  </a:lnTo>
                  <a:lnTo>
                    <a:pt x="608067" y="101260"/>
                  </a:lnTo>
                  <a:lnTo>
                    <a:pt x="658618" y="85789"/>
                  </a:lnTo>
                  <a:lnTo>
                    <a:pt x="710618" y="71481"/>
                  </a:lnTo>
                  <a:lnTo>
                    <a:pt x="764000" y="58370"/>
                  </a:lnTo>
                  <a:lnTo>
                    <a:pt x="818695" y="46491"/>
                  </a:lnTo>
                  <a:lnTo>
                    <a:pt x="874636" y="35879"/>
                  </a:lnTo>
                  <a:lnTo>
                    <a:pt x="931755" y="26569"/>
                  </a:lnTo>
                  <a:lnTo>
                    <a:pt x="989983" y="18596"/>
                  </a:lnTo>
                  <a:lnTo>
                    <a:pt x="1049254" y="11994"/>
                  </a:lnTo>
                  <a:lnTo>
                    <a:pt x="1109499" y="6799"/>
                  </a:lnTo>
                  <a:lnTo>
                    <a:pt x="1170650" y="3045"/>
                  </a:lnTo>
                  <a:lnTo>
                    <a:pt x="1232639" y="767"/>
                  </a:lnTo>
                  <a:lnTo>
                    <a:pt x="1295400" y="0"/>
                  </a:lnTo>
                  <a:lnTo>
                    <a:pt x="1358160" y="767"/>
                  </a:lnTo>
                  <a:lnTo>
                    <a:pt x="1420149" y="3045"/>
                  </a:lnTo>
                  <a:lnTo>
                    <a:pt x="1481300" y="6799"/>
                  </a:lnTo>
                  <a:lnTo>
                    <a:pt x="1541545" y="11994"/>
                  </a:lnTo>
                  <a:lnTo>
                    <a:pt x="1600816" y="18596"/>
                  </a:lnTo>
                  <a:lnTo>
                    <a:pt x="1659044" y="26569"/>
                  </a:lnTo>
                  <a:lnTo>
                    <a:pt x="1716163" y="35879"/>
                  </a:lnTo>
                  <a:lnTo>
                    <a:pt x="1772104" y="46491"/>
                  </a:lnTo>
                  <a:lnTo>
                    <a:pt x="1826799" y="58370"/>
                  </a:lnTo>
                  <a:lnTo>
                    <a:pt x="1880181" y="71481"/>
                  </a:lnTo>
                  <a:lnTo>
                    <a:pt x="1932181" y="85789"/>
                  </a:lnTo>
                  <a:lnTo>
                    <a:pt x="1982732" y="101260"/>
                  </a:lnTo>
                  <a:lnTo>
                    <a:pt x="2031765" y="117859"/>
                  </a:lnTo>
                  <a:lnTo>
                    <a:pt x="2079214" y="135550"/>
                  </a:lnTo>
                  <a:lnTo>
                    <a:pt x="2125010" y="154300"/>
                  </a:lnTo>
                  <a:lnTo>
                    <a:pt x="2169085" y="174072"/>
                  </a:lnTo>
                  <a:lnTo>
                    <a:pt x="2211371" y="194833"/>
                  </a:lnTo>
                  <a:lnTo>
                    <a:pt x="2251801" y="216548"/>
                  </a:lnTo>
                  <a:lnTo>
                    <a:pt x="2290306" y="239181"/>
                  </a:lnTo>
                  <a:lnTo>
                    <a:pt x="2326819" y="262698"/>
                  </a:lnTo>
                  <a:lnTo>
                    <a:pt x="2361272" y="287064"/>
                  </a:lnTo>
                  <a:lnTo>
                    <a:pt x="2393597" y="312244"/>
                  </a:lnTo>
                  <a:lnTo>
                    <a:pt x="2423726" y="338203"/>
                  </a:lnTo>
                  <a:lnTo>
                    <a:pt x="2451591" y="364907"/>
                  </a:lnTo>
                  <a:lnTo>
                    <a:pt x="2500258" y="420409"/>
                  </a:lnTo>
                  <a:lnTo>
                    <a:pt x="2539055" y="478470"/>
                  </a:lnTo>
                  <a:lnTo>
                    <a:pt x="2567440" y="538812"/>
                  </a:lnTo>
                  <a:lnTo>
                    <a:pt x="2584869" y="601157"/>
                  </a:lnTo>
                  <a:lnTo>
                    <a:pt x="2590800" y="665226"/>
                  </a:lnTo>
                  <a:lnTo>
                    <a:pt x="2589306" y="697458"/>
                  </a:lnTo>
                  <a:lnTo>
                    <a:pt x="2577558" y="760699"/>
                  </a:lnTo>
                  <a:lnTo>
                    <a:pt x="2554583" y="822077"/>
                  </a:lnTo>
                  <a:lnTo>
                    <a:pt x="2520924" y="881314"/>
                  </a:lnTo>
                  <a:lnTo>
                    <a:pt x="2477124" y="938131"/>
                  </a:lnTo>
                  <a:lnTo>
                    <a:pt x="2423726" y="992248"/>
                  </a:lnTo>
                  <a:lnTo>
                    <a:pt x="2393597" y="1018207"/>
                  </a:lnTo>
                  <a:lnTo>
                    <a:pt x="2361272" y="1043387"/>
                  </a:lnTo>
                  <a:lnTo>
                    <a:pt x="2326819" y="1067753"/>
                  </a:lnTo>
                  <a:lnTo>
                    <a:pt x="2290306" y="1091270"/>
                  </a:lnTo>
                  <a:lnTo>
                    <a:pt x="2251801" y="1113903"/>
                  </a:lnTo>
                  <a:lnTo>
                    <a:pt x="2211371" y="1135618"/>
                  </a:lnTo>
                  <a:lnTo>
                    <a:pt x="2169085" y="1156379"/>
                  </a:lnTo>
                  <a:lnTo>
                    <a:pt x="2125010" y="1176151"/>
                  </a:lnTo>
                  <a:lnTo>
                    <a:pt x="2079214" y="1194901"/>
                  </a:lnTo>
                  <a:lnTo>
                    <a:pt x="2031765" y="1212592"/>
                  </a:lnTo>
                  <a:lnTo>
                    <a:pt x="1982732" y="1229191"/>
                  </a:lnTo>
                  <a:lnTo>
                    <a:pt x="1932181" y="1244662"/>
                  </a:lnTo>
                  <a:lnTo>
                    <a:pt x="1880181" y="1258970"/>
                  </a:lnTo>
                  <a:lnTo>
                    <a:pt x="1826799" y="1272081"/>
                  </a:lnTo>
                  <a:lnTo>
                    <a:pt x="1772104" y="1283960"/>
                  </a:lnTo>
                  <a:lnTo>
                    <a:pt x="1716163" y="1294572"/>
                  </a:lnTo>
                  <a:lnTo>
                    <a:pt x="1659044" y="1303882"/>
                  </a:lnTo>
                  <a:lnTo>
                    <a:pt x="1600816" y="1311855"/>
                  </a:lnTo>
                  <a:lnTo>
                    <a:pt x="1541545" y="1318457"/>
                  </a:lnTo>
                  <a:lnTo>
                    <a:pt x="1481300" y="1323652"/>
                  </a:lnTo>
                  <a:lnTo>
                    <a:pt x="1420149" y="1327406"/>
                  </a:lnTo>
                  <a:lnTo>
                    <a:pt x="1358160" y="1329684"/>
                  </a:lnTo>
                  <a:lnTo>
                    <a:pt x="1295400" y="1330452"/>
                  </a:lnTo>
                  <a:lnTo>
                    <a:pt x="1232639" y="1329684"/>
                  </a:lnTo>
                  <a:lnTo>
                    <a:pt x="1170650" y="1327406"/>
                  </a:lnTo>
                  <a:lnTo>
                    <a:pt x="1109499" y="1323652"/>
                  </a:lnTo>
                  <a:lnTo>
                    <a:pt x="1049254" y="1318457"/>
                  </a:lnTo>
                  <a:lnTo>
                    <a:pt x="989983" y="1311855"/>
                  </a:lnTo>
                  <a:lnTo>
                    <a:pt x="931755" y="1303882"/>
                  </a:lnTo>
                  <a:lnTo>
                    <a:pt x="874636" y="1294572"/>
                  </a:lnTo>
                  <a:lnTo>
                    <a:pt x="818695" y="1283960"/>
                  </a:lnTo>
                  <a:lnTo>
                    <a:pt x="764000" y="1272081"/>
                  </a:lnTo>
                  <a:lnTo>
                    <a:pt x="710618" y="1258970"/>
                  </a:lnTo>
                  <a:lnTo>
                    <a:pt x="658618" y="1244662"/>
                  </a:lnTo>
                  <a:lnTo>
                    <a:pt x="608067" y="1229191"/>
                  </a:lnTo>
                  <a:lnTo>
                    <a:pt x="559034" y="1212592"/>
                  </a:lnTo>
                  <a:lnTo>
                    <a:pt x="511585" y="1194901"/>
                  </a:lnTo>
                  <a:lnTo>
                    <a:pt x="465789" y="1176151"/>
                  </a:lnTo>
                  <a:lnTo>
                    <a:pt x="421714" y="1156379"/>
                  </a:lnTo>
                  <a:lnTo>
                    <a:pt x="379428" y="1135618"/>
                  </a:lnTo>
                  <a:lnTo>
                    <a:pt x="338998" y="1113903"/>
                  </a:lnTo>
                  <a:lnTo>
                    <a:pt x="300493" y="1091270"/>
                  </a:lnTo>
                  <a:lnTo>
                    <a:pt x="263980" y="1067753"/>
                  </a:lnTo>
                  <a:lnTo>
                    <a:pt x="229527" y="1043387"/>
                  </a:lnTo>
                  <a:lnTo>
                    <a:pt x="197202" y="1018207"/>
                  </a:lnTo>
                  <a:lnTo>
                    <a:pt x="167073" y="992248"/>
                  </a:lnTo>
                  <a:lnTo>
                    <a:pt x="139208" y="965544"/>
                  </a:lnTo>
                  <a:lnTo>
                    <a:pt x="90541" y="910042"/>
                  </a:lnTo>
                  <a:lnTo>
                    <a:pt x="51744" y="851981"/>
                  </a:lnTo>
                  <a:lnTo>
                    <a:pt x="23359" y="791639"/>
                  </a:lnTo>
                  <a:lnTo>
                    <a:pt x="5930" y="729294"/>
                  </a:lnTo>
                  <a:lnTo>
                    <a:pt x="0" y="665226"/>
                  </a:lnTo>
                  <a:close/>
                </a:path>
              </a:pathLst>
            </a:custGeom>
            <a:ln w="28956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38350" y="4698872"/>
            <a:ext cx="2480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Training.contoso.com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06523" y="3439667"/>
            <a:ext cx="5659120" cy="1998345"/>
            <a:chOff x="1906523" y="3439667"/>
            <a:chExt cx="5659120" cy="1998345"/>
          </a:xfrm>
        </p:grpSpPr>
        <p:sp>
          <p:nvSpPr>
            <p:cNvPr id="11" name="object 11"/>
            <p:cNvSpPr/>
            <p:nvPr/>
          </p:nvSpPr>
          <p:spPr>
            <a:xfrm>
              <a:off x="1906523" y="3439667"/>
              <a:ext cx="1040891" cy="12237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59857" y="4092701"/>
              <a:ext cx="2590800" cy="1330960"/>
            </a:xfrm>
            <a:custGeom>
              <a:avLst/>
              <a:gdLst/>
              <a:ahLst/>
              <a:cxnLst/>
              <a:rect l="l" t="t" r="r" b="b"/>
              <a:pathLst>
                <a:path w="2590800" h="1330960">
                  <a:moveTo>
                    <a:pt x="1295400" y="0"/>
                  </a:moveTo>
                  <a:lnTo>
                    <a:pt x="1232639" y="767"/>
                  </a:lnTo>
                  <a:lnTo>
                    <a:pt x="1170650" y="3045"/>
                  </a:lnTo>
                  <a:lnTo>
                    <a:pt x="1109499" y="6799"/>
                  </a:lnTo>
                  <a:lnTo>
                    <a:pt x="1049254" y="11994"/>
                  </a:lnTo>
                  <a:lnTo>
                    <a:pt x="989983" y="18596"/>
                  </a:lnTo>
                  <a:lnTo>
                    <a:pt x="931755" y="26569"/>
                  </a:lnTo>
                  <a:lnTo>
                    <a:pt x="874636" y="35879"/>
                  </a:lnTo>
                  <a:lnTo>
                    <a:pt x="818695" y="46491"/>
                  </a:lnTo>
                  <a:lnTo>
                    <a:pt x="764000" y="58370"/>
                  </a:lnTo>
                  <a:lnTo>
                    <a:pt x="710618" y="71481"/>
                  </a:lnTo>
                  <a:lnTo>
                    <a:pt x="658618" y="85789"/>
                  </a:lnTo>
                  <a:lnTo>
                    <a:pt x="608067" y="101260"/>
                  </a:lnTo>
                  <a:lnTo>
                    <a:pt x="559034" y="117859"/>
                  </a:lnTo>
                  <a:lnTo>
                    <a:pt x="511585" y="135550"/>
                  </a:lnTo>
                  <a:lnTo>
                    <a:pt x="465789" y="154300"/>
                  </a:lnTo>
                  <a:lnTo>
                    <a:pt x="421714" y="174072"/>
                  </a:lnTo>
                  <a:lnTo>
                    <a:pt x="379428" y="194833"/>
                  </a:lnTo>
                  <a:lnTo>
                    <a:pt x="338998" y="216548"/>
                  </a:lnTo>
                  <a:lnTo>
                    <a:pt x="300493" y="239181"/>
                  </a:lnTo>
                  <a:lnTo>
                    <a:pt x="263980" y="262698"/>
                  </a:lnTo>
                  <a:lnTo>
                    <a:pt x="229527" y="287064"/>
                  </a:lnTo>
                  <a:lnTo>
                    <a:pt x="197202" y="312244"/>
                  </a:lnTo>
                  <a:lnTo>
                    <a:pt x="167073" y="338203"/>
                  </a:lnTo>
                  <a:lnTo>
                    <a:pt x="139208" y="364907"/>
                  </a:lnTo>
                  <a:lnTo>
                    <a:pt x="90541" y="420409"/>
                  </a:lnTo>
                  <a:lnTo>
                    <a:pt x="51744" y="478470"/>
                  </a:lnTo>
                  <a:lnTo>
                    <a:pt x="23359" y="538812"/>
                  </a:lnTo>
                  <a:lnTo>
                    <a:pt x="5930" y="601157"/>
                  </a:lnTo>
                  <a:lnTo>
                    <a:pt x="0" y="665226"/>
                  </a:lnTo>
                  <a:lnTo>
                    <a:pt x="1493" y="697458"/>
                  </a:lnTo>
                  <a:lnTo>
                    <a:pt x="13241" y="760699"/>
                  </a:lnTo>
                  <a:lnTo>
                    <a:pt x="36216" y="822077"/>
                  </a:lnTo>
                  <a:lnTo>
                    <a:pt x="69875" y="881314"/>
                  </a:lnTo>
                  <a:lnTo>
                    <a:pt x="113675" y="938131"/>
                  </a:lnTo>
                  <a:lnTo>
                    <a:pt x="167073" y="992248"/>
                  </a:lnTo>
                  <a:lnTo>
                    <a:pt x="197202" y="1018207"/>
                  </a:lnTo>
                  <a:lnTo>
                    <a:pt x="229527" y="1043387"/>
                  </a:lnTo>
                  <a:lnTo>
                    <a:pt x="263980" y="1067753"/>
                  </a:lnTo>
                  <a:lnTo>
                    <a:pt x="300493" y="1091270"/>
                  </a:lnTo>
                  <a:lnTo>
                    <a:pt x="338998" y="1113903"/>
                  </a:lnTo>
                  <a:lnTo>
                    <a:pt x="379428" y="1135618"/>
                  </a:lnTo>
                  <a:lnTo>
                    <a:pt x="421714" y="1156379"/>
                  </a:lnTo>
                  <a:lnTo>
                    <a:pt x="465789" y="1176151"/>
                  </a:lnTo>
                  <a:lnTo>
                    <a:pt x="511585" y="1194901"/>
                  </a:lnTo>
                  <a:lnTo>
                    <a:pt x="559034" y="1212592"/>
                  </a:lnTo>
                  <a:lnTo>
                    <a:pt x="608067" y="1229191"/>
                  </a:lnTo>
                  <a:lnTo>
                    <a:pt x="658618" y="1244662"/>
                  </a:lnTo>
                  <a:lnTo>
                    <a:pt x="710618" y="1258970"/>
                  </a:lnTo>
                  <a:lnTo>
                    <a:pt x="764000" y="1272081"/>
                  </a:lnTo>
                  <a:lnTo>
                    <a:pt x="818695" y="1283960"/>
                  </a:lnTo>
                  <a:lnTo>
                    <a:pt x="874636" y="1294572"/>
                  </a:lnTo>
                  <a:lnTo>
                    <a:pt x="931755" y="1303882"/>
                  </a:lnTo>
                  <a:lnTo>
                    <a:pt x="989983" y="1311855"/>
                  </a:lnTo>
                  <a:lnTo>
                    <a:pt x="1049254" y="1318457"/>
                  </a:lnTo>
                  <a:lnTo>
                    <a:pt x="1109499" y="1323652"/>
                  </a:lnTo>
                  <a:lnTo>
                    <a:pt x="1170650" y="1327406"/>
                  </a:lnTo>
                  <a:lnTo>
                    <a:pt x="1232639" y="1329684"/>
                  </a:lnTo>
                  <a:lnTo>
                    <a:pt x="1295400" y="1330452"/>
                  </a:lnTo>
                  <a:lnTo>
                    <a:pt x="1358160" y="1329684"/>
                  </a:lnTo>
                  <a:lnTo>
                    <a:pt x="1420149" y="1327406"/>
                  </a:lnTo>
                  <a:lnTo>
                    <a:pt x="1481300" y="1323652"/>
                  </a:lnTo>
                  <a:lnTo>
                    <a:pt x="1541545" y="1318457"/>
                  </a:lnTo>
                  <a:lnTo>
                    <a:pt x="1600816" y="1311855"/>
                  </a:lnTo>
                  <a:lnTo>
                    <a:pt x="1659044" y="1303882"/>
                  </a:lnTo>
                  <a:lnTo>
                    <a:pt x="1716163" y="1294572"/>
                  </a:lnTo>
                  <a:lnTo>
                    <a:pt x="1772104" y="1283960"/>
                  </a:lnTo>
                  <a:lnTo>
                    <a:pt x="1826799" y="1272081"/>
                  </a:lnTo>
                  <a:lnTo>
                    <a:pt x="1880181" y="1258970"/>
                  </a:lnTo>
                  <a:lnTo>
                    <a:pt x="1932181" y="1244662"/>
                  </a:lnTo>
                  <a:lnTo>
                    <a:pt x="1982732" y="1229191"/>
                  </a:lnTo>
                  <a:lnTo>
                    <a:pt x="2031765" y="1212592"/>
                  </a:lnTo>
                  <a:lnTo>
                    <a:pt x="2079214" y="1194901"/>
                  </a:lnTo>
                  <a:lnTo>
                    <a:pt x="2125010" y="1176151"/>
                  </a:lnTo>
                  <a:lnTo>
                    <a:pt x="2169085" y="1156379"/>
                  </a:lnTo>
                  <a:lnTo>
                    <a:pt x="2211371" y="1135618"/>
                  </a:lnTo>
                  <a:lnTo>
                    <a:pt x="2251801" y="1113903"/>
                  </a:lnTo>
                  <a:lnTo>
                    <a:pt x="2290306" y="1091270"/>
                  </a:lnTo>
                  <a:lnTo>
                    <a:pt x="2326819" y="1067753"/>
                  </a:lnTo>
                  <a:lnTo>
                    <a:pt x="2361272" y="1043387"/>
                  </a:lnTo>
                  <a:lnTo>
                    <a:pt x="2393597" y="1018207"/>
                  </a:lnTo>
                  <a:lnTo>
                    <a:pt x="2423726" y="992248"/>
                  </a:lnTo>
                  <a:lnTo>
                    <a:pt x="2451591" y="965544"/>
                  </a:lnTo>
                  <a:lnTo>
                    <a:pt x="2500258" y="910042"/>
                  </a:lnTo>
                  <a:lnTo>
                    <a:pt x="2539055" y="851981"/>
                  </a:lnTo>
                  <a:lnTo>
                    <a:pt x="2567440" y="791639"/>
                  </a:lnTo>
                  <a:lnTo>
                    <a:pt x="2584869" y="729294"/>
                  </a:lnTo>
                  <a:lnTo>
                    <a:pt x="2590799" y="665226"/>
                  </a:lnTo>
                  <a:lnTo>
                    <a:pt x="2589306" y="632993"/>
                  </a:lnTo>
                  <a:lnTo>
                    <a:pt x="2577558" y="569752"/>
                  </a:lnTo>
                  <a:lnTo>
                    <a:pt x="2554583" y="508374"/>
                  </a:lnTo>
                  <a:lnTo>
                    <a:pt x="2520924" y="449137"/>
                  </a:lnTo>
                  <a:lnTo>
                    <a:pt x="2477124" y="392320"/>
                  </a:lnTo>
                  <a:lnTo>
                    <a:pt x="2423726" y="338203"/>
                  </a:lnTo>
                  <a:lnTo>
                    <a:pt x="2393597" y="312244"/>
                  </a:lnTo>
                  <a:lnTo>
                    <a:pt x="2361272" y="287064"/>
                  </a:lnTo>
                  <a:lnTo>
                    <a:pt x="2326819" y="262698"/>
                  </a:lnTo>
                  <a:lnTo>
                    <a:pt x="2290306" y="239181"/>
                  </a:lnTo>
                  <a:lnTo>
                    <a:pt x="2251801" y="216548"/>
                  </a:lnTo>
                  <a:lnTo>
                    <a:pt x="2211371" y="194833"/>
                  </a:lnTo>
                  <a:lnTo>
                    <a:pt x="2169085" y="174072"/>
                  </a:lnTo>
                  <a:lnTo>
                    <a:pt x="2125010" y="154300"/>
                  </a:lnTo>
                  <a:lnTo>
                    <a:pt x="2079214" y="135550"/>
                  </a:lnTo>
                  <a:lnTo>
                    <a:pt x="2031765" y="117859"/>
                  </a:lnTo>
                  <a:lnTo>
                    <a:pt x="1982732" y="101260"/>
                  </a:lnTo>
                  <a:lnTo>
                    <a:pt x="1932181" y="85789"/>
                  </a:lnTo>
                  <a:lnTo>
                    <a:pt x="1880181" y="71481"/>
                  </a:lnTo>
                  <a:lnTo>
                    <a:pt x="1826799" y="58370"/>
                  </a:lnTo>
                  <a:lnTo>
                    <a:pt x="1772104" y="46491"/>
                  </a:lnTo>
                  <a:lnTo>
                    <a:pt x="1716163" y="35879"/>
                  </a:lnTo>
                  <a:lnTo>
                    <a:pt x="1659044" y="26569"/>
                  </a:lnTo>
                  <a:lnTo>
                    <a:pt x="1600816" y="18596"/>
                  </a:lnTo>
                  <a:lnTo>
                    <a:pt x="1541545" y="11994"/>
                  </a:lnTo>
                  <a:lnTo>
                    <a:pt x="1481300" y="6799"/>
                  </a:lnTo>
                  <a:lnTo>
                    <a:pt x="1420149" y="3045"/>
                  </a:lnTo>
                  <a:lnTo>
                    <a:pt x="1358160" y="767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9857" y="4092701"/>
              <a:ext cx="2590800" cy="1330960"/>
            </a:xfrm>
            <a:custGeom>
              <a:avLst/>
              <a:gdLst/>
              <a:ahLst/>
              <a:cxnLst/>
              <a:rect l="l" t="t" r="r" b="b"/>
              <a:pathLst>
                <a:path w="2590800" h="1330960">
                  <a:moveTo>
                    <a:pt x="0" y="665226"/>
                  </a:moveTo>
                  <a:lnTo>
                    <a:pt x="5930" y="601157"/>
                  </a:lnTo>
                  <a:lnTo>
                    <a:pt x="23359" y="538812"/>
                  </a:lnTo>
                  <a:lnTo>
                    <a:pt x="51744" y="478470"/>
                  </a:lnTo>
                  <a:lnTo>
                    <a:pt x="90541" y="420409"/>
                  </a:lnTo>
                  <a:lnTo>
                    <a:pt x="139208" y="364907"/>
                  </a:lnTo>
                  <a:lnTo>
                    <a:pt x="167073" y="338203"/>
                  </a:lnTo>
                  <a:lnTo>
                    <a:pt x="197202" y="312244"/>
                  </a:lnTo>
                  <a:lnTo>
                    <a:pt x="229527" y="287064"/>
                  </a:lnTo>
                  <a:lnTo>
                    <a:pt x="263980" y="262698"/>
                  </a:lnTo>
                  <a:lnTo>
                    <a:pt x="300493" y="239181"/>
                  </a:lnTo>
                  <a:lnTo>
                    <a:pt x="338998" y="216548"/>
                  </a:lnTo>
                  <a:lnTo>
                    <a:pt x="379428" y="194833"/>
                  </a:lnTo>
                  <a:lnTo>
                    <a:pt x="421714" y="174072"/>
                  </a:lnTo>
                  <a:lnTo>
                    <a:pt x="465789" y="154300"/>
                  </a:lnTo>
                  <a:lnTo>
                    <a:pt x="511585" y="135550"/>
                  </a:lnTo>
                  <a:lnTo>
                    <a:pt x="559034" y="117859"/>
                  </a:lnTo>
                  <a:lnTo>
                    <a:pt x="608067" y="101260"/>
                  </a:lnTo>
                  <a:lnTo>
                    <a:pt x="658618" y="85789"/>
                  </a:lnTo>
                  <a:lnTo>
                    <a:pt x="710618" y="71481"/>
                  </a:lnTo>
                  <a:lnTo>
                    <a:pt x="764000" y="58370"/>
                  </a:lnTo>
                  <a:lnTo>
                    <a:pt x="818695" y="46491"/>
                  </a:lnTo>
                  <a:lnTo>
                    <a:pt x="874636" y="35879"/>
                  </a:lnTo>
                  <a:lnTo>
                    <a:pt x="931755" y="26569"/>
                  </a:lnTo>
                  <a:lnTo>
                    <a:pt x="989983" y="18596"/>
                  </a:lnTo>
                  <a:lnTo>
                    <a:pt x="1049254" y="11994"/>
                  </a:lnTo>
                  <a:lnTo>
                    <a:pt x="1109499" y="6799"/>
                  </a:lnTo>
                  <a:lnTo>
                    <a:pt x="1170650" y="3045"/>
                  </a:lnTo>
                  <a:lnTo>
                    <a:pt x="1232639" y="767"/>
                  </a:lnTo>
                  <a:lnTo>
                    <a:pt x="1295400" y="0"/>
                  </a:lnTo>
                  <a:lnTo>
                    <a:pt x="1358160" y="767"/>
                  </a:lnTo>
                  <a:lnTo>
                    <a:pt x="1420149" y="3045"/>
                  </a:lnTo>
                  <a:lnTo>
                    <a:pt x="1481300" y="6799"/>
                  </a:lnTo>
                  <a:lnTo>
                    <a:pt x="1541545" y="11994"/>
                  </a:lnTo>
                  <a:lnTo>
                    <a:pt x="1600816" y="18596"/>
                  </a:lnTo>
                  <a:lnTo>
                    <a:pt x="1659044" y="26569"/>
                  </a:lnTo>
                  <a:lnTo>
                    <a:pt x="1716163" y="35879"/>
                  </a:lnTo>
                  <a:lnTo>
                    <a:pt x="1772104" y="46491"/>
                  </a:lnTo>
                  <a:lnTo>
                    <a:pt x="1826799" y="58370"/>
                  </a:lnTo>
                  <a:lnTo>
                    <a:pt x="1880181" y="71481"/>
                  </a:lnTo>
                  <a:lnTo>
                    <a:pt x="1932181" y="85789"/>
                  </a:lnTo>
                  <a:lnTo>
                    <a:pt x="1982732" y="101260"/>
                  </a:lnTo>
                  <a:lnTo>
                    <a:pt x="2031765" y="117859"/>
                  </a:lnTo>
                  <a:lnTo>
                    <a:pt x="2079214" y="135550"/>
                  </a:lnTo>
                  <a:lnTo>
                    <a:pt x="2125010" y="154300"/>
                  </a:lnTo>
                  <a:lnTo>
                    <a:pt x="2169085" y="174072"/>
                  </a:lnTo>
                  <a:lnTo>
                    <a:pt x="2211371" y="194833"/>
                  </a:lnTo>
                  <a:lnTo>
                    <a:pt x="2251801" y="216548"/>
                  </a:lnTo>
                  <a:lnTo>
                    <a:pt x="2290306" y="239181"/>
                  </a:lnTo>
                  <a:lnTo>
                    <a:pt x="2326819" y="262698"/>
                  </a:lnTo>
                  <a:lnTo>
                    <a:pt x="2361272" y="287064"/>
                  </a:lnTo>
                  <a:lnTo>
                    <a:pt x="2393597" y="312244"/>
                  </a:lnTo>
                  <a:lnTo>
                    <a:pt x="2423726" y="338203"/>
                  </a:lnTo>
                  <a:lnTo>
                    <a:pt x="2451591" y="364907"/>
                  </a:lnTo>
                  <a:lnTo>
                    <a:pt x="2500258" y="420409"/>
                  </a:lnTo>
                  <a:lnTo>
                    <a:pt x="2539055" y="478470"/>
                  </a:lnTo>
                  <a:lnTo>
                    <a:pt x="2567440" y="538812"/>
                  </a:lnTo>
                  <a:lnTo>
                    <a:pt x="2584869" y="601157"/>
                  </a:lnTo>
                  <a:lnTo>
                    <a:pt x="2590799" y="665226"/>
                  </a:lnTo>
                  <a:lnTo>
                    <a:pt x="2589306" y="697458"/>
                  </a:lnTo>
                  <a:lnTo>
                    <a:pt x="2577558" y="760699"/>
                  </a:lnTo>
                  <a:lnTo>
                    <a:pt x="2554583" y="822077"/>
                  </a:lnTo>
                  <a:lnTo>
                    <a:pt x="2520924" y="881314"/>
                  </a:lnTo>
                  <a:lnTo>
                    <a:pt x="2477124" y="938131"/>
                  </a:lnTo>
                  <a:lnTo>
                    <a:pt x="2423726" y="992248"/>
                  </a:lnTo>
                  <a:lnTo>
                    <a:pt x="2393597" y="1018207"/>
                  </a:lnTo>
                  <a:lnTo>
                    <a:pt x="2361272" y="1043387"/>
                  </a:lnTo>
                  <a:lnTo>
                    <a:pt x="2326819" y="1067753"/>
                  </a:lnTo>
                  <a:lnTo>
                    <a:pt x="2290306" y="1091270"/>
                  </a:lnTo>
                  <a:lnTo>
                    <a:pt x="2251801" y="1113903"/>
                  </a:lnTo>
                  <a:lnTo>
                    <a:pt x="2211371" y="1135618"/>
                  </a:lnTo>
                  <a:lnTo>
                    <a:pt x="2169085" y="1156379"/>
                  </a:lnTo>
                  <a:lnTo>
                    <a:pt x="2125010" y="1176151"/>
                  </a:lnTo>
                  <a:lnTo>
                    <a:pt x="2079214" y="1194901"/>
                  </a:lnTo>
                  <a:lnTo>
                    <a:pt x="2031765" y="1212592"/>
                  </a:lnTo>
                  <a:lnTo>
                    <a:pt x="1982732" y="1229191"/>
                  </a:lnTo>
                  <a:lnTo>
                    <a:pt x="1932181" y="1244662"/>
                  </a:lnTo>
                  <a:lnTo>
                    <a:pt x="1880181" y="1258970"/>
                  </a:lnTo>
                  <a:lnTo>
                    <a:pt x="1826799" y="1272081"/>
                  </a:lnTo>
                  <a:lnTo>
                    <a:pt x="1772104" y="1283960"/>
                  </a:lnTo>
                  <a:lnTo>
                    <a:pt x="1716163" y="1294572"/>
                  </a:lnTo>
                  <a:lnTo>
                    <a:pt x="1659044" y="1303882"/>
                  </a:lnTo>
                  <a:lnTo>
                    <a:pt x="1600816" y="1311855"/>
                  </a:lnTo>
                  <a:lnTo>
                    <a:pt x="1541545" y="1318457"/>
                  </a:lnTo>
                  <a:lnTo>
                    <a:pt x="1481300" y="1323652"/>
                  </a:lnTo>
                  <a:lnTo>
                    <a:pt x="1420149" y="1327406"/>
                  </a:lnTo>
                  <a:lnTo>
                    <a:pt x="1358160" y="1329684"/>
                  </a:lnTo>
                  <a:lnTo>
                    <a:pt x="1295400" y="1330452"/>
                  </a:lnTo>
                  <a:lnTo>
                    <a:pt x="1232639" y="1329684"/>
                  </a:lnTo>
                  <a:lnTo>
                    <a:pt x="1170650" y="1327406"/>
                  </a:lnTo>
                  <a:lnTo>
                    <a:pt x="1109499" y="1323652"/>
                  </a:lnTo>
                  <a:lnTo>
                    <a:pt x="1049254" y="1318457"/>
                  </a:lnTo>
                  <a:lnTo>
                    <a:pt x="989983" y="1311855"/>
                  </a:lnTo>
                  <a:lnTo>
                    <a:pt x="931755" y="1303882"/>
                  </a:lnTo>
                  <a:lnTo>
                    <a:pt x="874636" y="1294572"/>
                  </a:lnTo>
                  <a:lnTo>
                    <a:pt x="818695" y="1283960"/>
                  </a:lnTo>
                  <a:lnTo>
                    <a:pt x="764000" y="1272081"/>
                  </a:lnTo>
                  <a:lnTo>
                    <a:pt x="710618" y="1258970"/>
                  </a:lnTo>
                  <a:lnTo>
                    <a:pt x="658618" y="1244662"/>
                  </a:lnTo>
                  <a:lnTo>
                    <a:pt x="608067" y="1229191"/>
                  </a:lnTo>
                  <a:lnTo>
                    <a:pt x="559034" y="1212592"/>
                  </a:lnTo>
                  <a:lnTo>
                    <a:pt x="511585" y="1194901"/>
                  </a:lnTo>
                  <a:lnTo>
                    <a:pt x="465789" y="1176151"/>
                  </a:lnTo>
                  <a:lnTo>
                    <a:pt x="421714" y="1156379"/>
                  </a:lnTo>
                  <a:lnTo>
                    <a:pt x="379428" y="1135618"/>
                  </a:lnTo>
                  <a:lnTo>
                    <a:pt x="338998" y="1113903"/>
                  </a:lnTo>
                  <a:lnTo>
                    <a:pt x="300493" y="1091270"/>
                  </a:lnTo>
                  <a:lnTo>
                    <a:pt x="263980" y="1067753"/>
                  </a:lnTo>
                  <a:lnTo>
                    <a:pt x="229527" y="1043387"/>
                  </a:lnTo>
                  <a:lnTo>
                    <a:pt x="197202" y="1018207"/>
                  </a:lnTo>
                  <a:lnTo>
                    <a:pt x="167073" y="992248"/>
                  </a:lnTo>
                  <a:lnTo>
                    <a:pt x="139208" y="965544"/>
                  </a:lnTo>
                  <a:lnTo>
                    <a:pt x="90541" y="910042"/>
                  </a:lnTo>
                  <a:lnTo>
                    <a:pt x="51744" y="851981"/>
                  </a:lnTo>
                  <a:lnTo>
                    <a:pt x="23359" y="791639"/>
                  </a:lnTo>
                  <a:lnTo>
                    <a:pt x="5930" y="729294"/>
                  </a:lnTo>
                  <a:lnTo>
                    <a:pt x="0" y="665226"/>
                  </a:lnTo>
                  <a:close/>
                </a:path>
              </a:pathLst>
            </a:custGeom>
            <a:ln w="28956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72861" y="4622672"/>
            <a:ext cx="2138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Sales.contoso.com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38373" y="2180717"/>
            <a:ext cx="3987165" cy="2397760"/>
            <a:chOff x="3238373" y="2180717"/>
            <a:chExt cx="3987165" cy="2397760"/>
          </a:xfrm>
        </p:grpSpPr>
        <p:sp>
          <p:nvSpPr>
            <p:cNvPr id="16" name="object 16"/>
            <p:cNvSpPr/>
            <p:nvPr/>
          </p:nvSpPr>
          <p:spPr>
            <a:xfrm>
              <a:off x="6182868" y="3354324"/>
              <a:ext cx="1042415" cy="122377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52978" y="2195322"/>
              <a:ext cx="2590800" cy="1330960"/>
            </a:xfrm>
            <a:custGeom>
              <a:avLst/>
              <a:gdLst/>
              <a:ahLst/>
              <a:cxnLst/>
              <a:rect l="l" t="t" r="r" b="b"/>
              <a:pathLst>
                <a:path w="2590800" h="1330960">
                  <a:moveTo>
                    <a:pt x="1295400" y="0"/>
                  </a:moveTo>
                  <a:lnTo>
                    <a:pt x="1232639" y="767"/>
                  </a:lnTo>
                  <a:lnTo>
                    <a:pt x="1170650" y="3045"/>
                  </a:lnTo>
                  <a:lnTo>
                    <a:pt x="1109499" y="6799"/>
                  </a:lnTo>
                  <a:lnTo>
                    <a:pt x="1049254" y="11994"/>
                  </a:lnTo>
                  <a:lnTo>
                    <a:pt x="989983" y="18596"/>
                  </a:lnTo>
                  <a:lnTo>
                    <a:pt x="931755" y="26569"/>
                  </a:lnTo>
                  <a:lnTo>
                    <a:pt x="874636" y="35879"/>
                  </a:lnTo>
                  <a:lnTo>
                    <a:pt x="818695" y="46491"/>
                  </a:lnTo>
                  <a:lnTo>
                    <a:pt x="764000" y="58370"/>
                  </a:lnTo>
                  <a:lnTo>
                    <a:pt x="710618" y="71481"/>
                  </a:lnTo>
                  <a:lnTo>
                    <a:pt x="658618" y="85789"/>
                  </a:lnTo>
                  <a:lnTo>
                    <a:pt x="608067" y="101260"/>
                  </a:lnTo>
                  <a:lnTo>
                    <a:pt x="559034" y="117859"/>
                  </a:lnTo>
                  <a:lnTo>
                    <a:pt x="511585" y="135550"/>
                  </a:lnTo>
                  <a:lnTo>
                    <a:pt x="465789" y="154300"/>
                  </a:lnTo>
                  <a:lnTo>
                    <a:pt x="421714" y="174072"/>
                  </a:lnTo>
                  <a:lnTo>
                    <a:pt x="379428" y="194833"/>
                  </a:lnTo>
                  <a:lnTo>
                    <a:pt x="338998" y="216548"/>
                  </a:lnTo>
                  <a:lnTo>
                    <a:pt x="300493" y="239181"/>
                  </a:lnTo>
                  <a:lnTo>
                    <a:pt x="263980" y="262698"/>
                  </a:lnTo>
                  <a:lnTo>
                    <a:pt x="229527" y="287064"/>
                  </a:lnTo>
                  <a:lnTo>
                    <a:pt x="197202" y="312244"/>
                  </a:lnTo>
                  <a:lnTo>
                    <a:pt x="167073" y="338203"/>
                  </a:lnTo>
                  <a:lnTo>
                    <a:pt x="139208" y="364907"/>
                  </a:lnTo>
                  <a:lnTo>
                    <a:pt x="90541" y="420409"/>
                  </a:lnTo>
                  <a:lnTo>
                    <a:pt x="51744" y="478470"/>
                  </a:lnTo>
                  <a:lnTo>
                    <a:pt x="23359" y="538812"/>
                  </a:lnTo>
                  <a:lnTo>
                    <a:pt x="5930" y="601157"/>
                  </a:lnTo>
                  <a:lnTo>
                    <a:pt x="0" y="665226"/>
                  </a:lnTo>
                  <a:lnTo>
                    <a:pt x="1493" y="697458"/>
                  </a:lnTo>
                  <a:lnTo>
                    <a:pt x="13241" y="760699"/>
                  </a:lnTo>
                  <a:lnTo>
                    <a:pt x="36216" y="822077"/>
                  </a:lnTo>
                  <a:lnTo>
                    <a:pt x="69875" y="881314"/>
                  </a:lnTo>
                  <a:lnTo>
                    <a:pt x="113675" y="938131"/>
                  </a:lnTo>
                  <a:lnTo>
                    <a:pt x="167073" y="992248"/>
                  </a:lnTo>
                  <a:lnTo>
                    <a:pt x="197202" y="1018207"/>
                  </a:lnTo>
                  <a:lnTo>
                    <a:pt x="229527" y="1043387"/>
                  </a:lnTo>
                  <a:lnTo>
                    <a:pt x="263980" y="1067753"/>
                  </a:lnTo>
                  <a:lnTo>
                    <a:pt x="300493" y="1091270"/>
                  </a:lnTo>
                  <a:lnTo>
                    <a:pt x="338998" y="1113903"/>
                  </a:lnTo>
                  <a:lnTo>
                    <a:pt x="379428" y="1135618"/>
                  </a:lnTo>
                  <a:lnTo>
                    <a:pt x="421714" y="1156379"/>
                  </a:lnTo>
                  <a:lnTo>
                    <a:pt x="465789" y="1176151"/>
                  </a:lnTo>
                  <a:lnTo>
                    <a:pt x="511585" y="1194901"/>
                  </a:lnTo>
                  <a:lnTo>
                    <a:pt x="559034" y="1212592"/>
                  </a:lnTo>
                  <a:lnTo>
                    <a:pt x="608067" y="1229191"/>
                  </a:lnTo>
                  <a:lnTo>
                    <a:pt x="658618" y="1244662"/>
                  </a:lnTo>
                  <a:lnTo>
                    <a:pt x="710618" y="1258970"/>
                  </a:lnTo>
                  <a:lnTo>
                    <a:pt x="764000" y="1272081"/>
                  </a:lnTo>
                  <a:lnTo>
                    <a:pt x="818695" y="1283960"/>
                  </a:lnTo>
                  <a:lnTo>
                    <a:pt x="874636" y="1294572"/>
                  </a:lnTo>
                  <a:lnTo>
                    <a:pt x="931755" y="1303882"/>
                  </a:lnTo>
                  <a:lnTo>
                    <a:pt x="989983" y="1311855"/>
                  </a:lnTo>
                  <a:lnTo>
                    <a:pt x="1049254" y="1318457"/>
                  </a:lnTo>
                  <a:lnTo>
                    <a:pt x="1109499" y="1323652"/>
                  </a:lnTo>
                  <a:lnTo>
                    <a:pt x="1170650" y="1327406"/>
                  </a:lnTo>
                  <a:lnTo>
                    <a:pt x="1232639" y="1329684"/>
                  </a:lnTo>
                  <a:lnTo>
                    <a:pt x="1295400" y="1330452"/>
                  </a:lnTo>
                  <a:lnTo>
                    <a:pt x="1358160" y="1329684"/>
                  </a:lnTo>
                  <a:lnTo>
                    <a:pt x="1420149" y="1327406"/>
                  </a:lnTo>
                  <a:lnTo>
                    <a:pt x="1481300" y="1323652"/>
                  </a:lnTo>
                  <a:lnTo>
                    <a:pt x="1541545" y="1318457"/>
                  </a:lnTo>
                  <a:lnTo>
                    <a:pt x="1600816" y="1311855"/>
                  </a:lnTo>
                  <a:lnTo>
                    <a:pt x="1659044" y="1303882"/>
                  </a:lnTo>
                  <a:lnTo>
                    <a:pt x="1716163" y="1294572"/>
                  </a:lnTo>
                  <a:lnTo>
                    <a:pt x="1772104" y="1283960"/>
                  </a:lnTo>
                  <a:lnTo>
                    <a:pt x="1826799" y="1272081"/>
                  </a:lnTo>
                  <a:lnTo>
                    <a:pt x="1880181" y="1258970"/>
                  </a:lnTo>
                  <a:lnTo>
                    <a:pt x="1932181" y="1244662"/>
                  </a:lnTo>
                  <a:lnTo>
                    <a:pt x="1982732" y="1229191"/>
                  </a:lnTo>
                  <a:lnTo>
                    <a:pt x="2031765" y="1212592"/>
                  </a:lnTo>
                  <a:lnTo>
                    <a:pt x="2079214" y="1194901"/>
                  </a:lnTo>
                  <a:lnTo>
                    <a:pt x="2125010" y="1176151"/>
                  </a:lnTo>
                  <a:lnTo>
                    <a:pt x="2169085" y="1156379"/>
                  </a:lnTo>
                  <a:lnTo>
                    <a:pt x="2211371" y="1135618"/>
                  </a:lnTo>
                  <a:lnTo>
                    <a:pt x="2251801" y="1113903"/>
                  </a:lnTo>
                  <a:lnTo>
                    <a:pt x="2290306" y="1091270"/>
                  </a:lnTo>
                  <a:lnTo>
                    <a:pt x="2326819" y="1067753"/>
                  </a:lnTo>
                  <a:lnTo>
                    <a:pt x="2361272" y="1043387"/>
                  </a:lnTo>
                  <a:lnTo>
                    <a:pt x="2393597" y="1018207"/>
                  </a:lnTo>
                  <a:lnTo>
                    <a:pt x="2423726" y="992248"/>
                  </a:lnTo>
                  <a:lnTo>
                    <a:pt x="2451591" y="965544"/>
                  </a:lnTo>
                  <a:lnTo>
                    <a:pt x="2500258" y="910042"/>
                  </a:lnTo>
                  <a:lnTo>
                    <a:pt x="2539055" y="851981"/>
                  </a:lnTo>
                  <a:lnTo>
                    <a:pt x="2567440" y="791639"/>
                  </a:lnTo>
                  <a:lnTo>
                    <a:pt x="2584869" y="729294"/>
                  </a:lnTo>
                  <a:lnTo>
                    <a:pt x="2590800" y="665226"/>
                  </a:lnTo>
                  <a:lnTo>
                    <a:pt x="2589306" y="632993"/>
                  </a:lnTo>
                  <a:lnTo>
                    <a:pt x="2577558" y="569752"/>
                  </a:lnTo>
                  <a:lnTo>
                    <a:pt x="2554583" y="508374"/>
                  </a:lnTo>
                  <a:lnTo>
                    <a:pt x="2520924" y="449137"/>
                  </a:lnTo>
                  <a:lnTo>
                    <a:pt x="2477124" y="392320"/>
                  </a:lnTo>
                  <a:lnTo>
                    <a:pt x="2423726" y="338203"/>
                  </a:lnTo>
                  <a:lnTo>
                    <a:pt x="2393597" y="312244"/>
                  </a:lnTo>
                  <a:lnTo>
                    <a:pt x="2361272" y="287064"/>
                  </a:lnTo>
                  <a:lnTo>
                    <a:pt x="2326819" y="262698"/>
                  </a:lnTo>
                  <a:lnTo>
                    <a:pt x="2290306" y="239181"/>
                  </a:lnTo>
                  <a:lnTo>
                    <a:pt x="2251801" y="216548"/>
                  </a:lnTo>
                  <a:lnTo>
                    <a:pt x="2211371" y="194833"/>
                  </a:lnTo>
                  <a:lnTo>
                    <a:pt x="2169085" y="174072"/>
                  </a:lnTo>
                  <a:lnTo>
                    <a:pt x="2125010" y="154300"/>
                  </a:lnTo>
                  <a:lnTo>
                    <a:pt x="2079214" y="135550"/>
                  </a:lnTo>
                  <a:lnTo>
                    <a:pt x="2031765" y="117859"/>
                  </a:lnTo>
                  <a:lnTo>
                    <a:pt x="1982732" y="101260"/>
                  </a:lnTo>
                  <a:lnTo>
                    <a:pt x="1932181" y="85789"/>
                  </a:lnTo>
                  <a:lnTo>
                    <a:pt x="1880181" y="71481"/>
                  </a:lnTo>
                  <a:lnTo>
                    <a:pt x="1826799" y="58370"/>
                  </a:lnTo>
                  <a:lnTo>
                    <a:pt x="1772104" y="46491"/>
                  </a:lnTo>
                  <a:lnTo>
                    <a:pt x="1716163" y="35879"/>
                  </a:lnTo>
                  <a:lnTo>
                    <a:pt x="1659044" y="26569"/>
                  </a:lnTo>
                  <a:lnTo>
                    <a:pt x="1600816" y="18596"/>
                  </a:lnTo>
                  <a:lnTo>
                    <a:pt x="1541545" y="11994"/>
                  </a:lnTo>
                  <a:lnTo>
                    <a:pt x="1481300" y="6799"/>
                  </a:lnTo>
                  <a:lnTo>
                    <a:pt x="1420149" y="3045"/>
                  </a:lnTo>
                  <a:lnTo>
                    <a:pt x="1358160" y="767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FFFFF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52978" y="2195322"/>
              <a:ext cx="2590800" cy="1330960"/>
            </a:xfrm>
            <a:custGeom>
              <a:avLst/>
              <a:gdLst/>
              <a:ahLst/>
              <a:cxnLst/>
              <a:rect l="l" t="t" r="r" b="b"/>
              <a:pathLst>
                <a:path w="2590800" h="1330960">
                  <a:moveTo>
                    <a:pt x="0" y="665226"/>
                  </a:moveTo>
                  <a:lnTo>
                    <a:pt x="5930" y="601157"/>
                  </a:lnTo>
                  <a:lnTo>
                    <a:pt x="23359" y="538812"/>
                  </a:lnTo>
                  <a:lnTo>
                    <a:pt x="51744" y="478470"/>
                  </a:lnTo>
                  <a:lnTo>
                    <a:pt x="90541" y="420409"/>
                  </a:lnTo>
                  <a:lnTo>
                    <a:pt x="139208" y="364907"/>
                  </a:lnTo>
                  <a:lnTo>
                    <a:pt x="167073" y="338203"/>
                  </a:lnTo>
                  <a:lnTo>
                    <a:pt x="197202" y="312244"/>
                  </a:lnTo>
                  <a:lnTo>
                    <a:pt x="229527" y="287064"/>
                  </a:lnTo>
                  <a:lnTo>
                    <a:pt x="263980" y="262698"/>
                  </a:lnTo>
                  <a:lnTo>
                    <a:pt x="300493" y="239181"/>
                  </a:lnTo>
                  <a:lnTo>
                    <a:pt x="338998" y="216548"/>
                  </a:lnTo>
                  <a:lnTo>
                    <a:pt x="379428" y="194833"/>
                  </a:lnTo>
                  <a:lnTo>
                    <a:pt x="421714" y="174072"/>
                  </a:lnTo>
                  <a:lnTo>
                    <a:pt x="465789" y="154300"/>
                  </a:lnTo>
                  <a:lnTo>
                    <a:pt x="511585" y="135550"/>
                  </a:lnTo>
                  <a:lnTo>
                    <a:pt x="559034" y="117859"/>
                  </a:lnTo>
                  <a:lnTo>
                    <a:pt x="608067" y="101260"/>
                  </a:lnTo>
                  <a:lnTo>
                    <a:pt x="658618" y="85789"/>
                  </a:lnTo>
                  <a:lnTo>
                    <a:pt x="710618" y="71481"/>
                  </a:lnTo>
                  <a:lnTo>
                    <a:pt x="764000" y="58370"/>
                  </a:lnTo>
                  <a:lnTo>
                    <a:pt x="818695" y="46491"/>
                  </a:lnTo>
                  <a:lnTo>
                    <a:pt x="874636" y="35879"/>
                  </a:lnTo>
                  <a:lnTo>
                    <a:pt x="931755" y="26569"/>
                  </a:lnTo>
                  <a:lnTo>
                    <a:pt x="989983" y="18596"/>
                  </a:lnTo>
                  <a:lnTo>
                    <a:pt x="1049254" y="11994"/>
                  </a:lnTo>
                  <a:lnTo>
                    <a:pt x="1109499" y="6799"/>
                  </a:lnTo>
                  <a:lnTo>
                    <a:pt x="1170650" y="3045"/>
                  </a:lnTo>
                  <a:lnTo>
                    <a:pt x="1232639" y="767"/>
                  </a:lnTo>
                  <a:lnTo>
                    <a:pt x="1295400" y="0"/>
                  </a:lnTo>
                  <a:lnTo>
                    <a:pt x="1358160" y="767"/>
                  </a:lnTo>
                  <a:lnTo>
                    <a:pt x="1420149" y="3045"/>
                  </a:lnTo>
                  <a:lnTo>
                    <a:pt x="1481300" y="6799"/>
                  </a:lnTo>
                  <a:lnTo>
                    <a:pt x="1541545" y="11994"/>
                  </a:lnTo>
                  <a:lnTo>
                    <a:pt x="1600816" y="18596"/>
                  </a:lnTo>
                  <a:lnTo>
                    <a:pt x="1659044" y="26569"/>
                  </a:lnTo>
                  <a:lnTo>
                    <a:pt x="1716163" y="35879"/>
                  </a:lnTo>
                  <a:lnTo>
                    <a:pt x="1772104" y="46491"/>
                  </a:lnTo>
                  <a:lnTo>
                    <a:pt x="1826799" y="58370"/>
                  </a:lnTo>
                  <a:lnTo>
                    <a:pt x="1880181" y="71481"/>
                  </a:lnTo>
                  <a:lnTo>
                    <a:pt x="1932181" y="85789"/>
                  </a:lnTo>
                  <a:lnTo>
                    <a:pt x="1982732" y="101260"/>
                  </a:lnTo>
                  <a:lnTo>
                    <a:pt x="2031765" y="117859"/>
                  </a:lnTo>
                  <a:lnTo>
                    <a:pt x="2079214" y="135550"/>
                  </a:lnTo>
                  <a:lnTo>
                    <a:pt x="2125010" y="154300"/>
                  </a:lnTo>
                  <a:lnTo>
                    <a:pt x="2169085" y="174072"/>
                  </a:lnTo>
                  <a:lnTo>
                    <a:pt x="2211371" y="194833"/>
                  </a:lnTo>
                  <a:lnTo>
                    <a:pt x="2251801" y="216548"/>
                  </a:lnTo>
                  <a:lnTo>
                    <a:pt x="2290306" y="239181"/>
                  </a:lnTo>
                  <a:lnTo>
                    <a:pt x="2326819" y="262698"/>
                  </a:lnTo>
                  <a:lnTo>
                    <a:pt x="2361272" y="287064"/>
                  </a:lnTo>
                  <a:lnTo>
                    <a:pt x="2393597" y="312244"/>
                  </a:lnTo>
                  <a:lnTo>
                    <a:pt x="2423726" y="338203"/>
                  </a:lnTo>
                  <a:lnTo>
                    <a:pt x="2451591" y="364907"/>
                  </a:lnTo>
                  <a:lnTo>
                    <a:pt x="2500258" y="420409"/>
                  </a:lnTo>
                  <a:lnTo>
                    <a:pt x="2539055" y="478470"/>
                  </a:lnTo>
                  <a:lnTo>
                    <a:pt x="2567440" y="538812"/>
                  </a:lnTo>
                  <a:lnTo>
                    <a:pt x="2584869" y="601157"/>
                  </a:lnTo>
                  <a:lnTo>
                    <a:pt x="2590800" y="665226"/>
                  </a:lnTo>
                  <a:lnTo>
                    <a:pt x="2589306" y="697458"/>
                  </a:lnTo>
                  <a:lnTo>
                    <a:pt x="2577558" y="760699"/>
                  </a:lnTo>
                  <a:lnTo>
                    <a:pt x="2554583" y="822077"/>
                  </a:lnTo>
                  <a:lnTo>
                    <a:pt x="2520924" y="881314"/>
                  </a:lnTo>
                  <a:lnTo>
                    <a:pt x="2477124" y="938131"/>
                  </a:lnTo>
                  <a:lnTo>
                    <a:pt x="2423726" y="992248"/>
                  </a:lnTo>
                  <a:lnTo>
                    <a:pt x="2393597" y="1018207"/>
                  </a:lnTo>
                  <a:lnTo>
                    <a:pt x="2361272" y="1043387"/>
                  </a:lnTo>
                  <a:lnTo>
                    <a:pt x="2326819" y="1067753"/>
                  </a:lnTo>
                  <a:lnTo>
                    <a:pt x="2290306" y="1091270"/>
                  </a:lnTo>
                  <a:lnTo>
                    <a:pt x="2251801" y="1113903"/>
                  </a:lnTo>
                  <a:lnTo>
                    <a:pt x="2211371" y="1135618"/>
                  </a:lnTo>
                  <a:lnTo>
                    <a:pt x="2169085" y="1156379"/>
                  </a:lnTo>
                  <a:lnTo>
                    <a:pt x="2125010" y="1176151"/>
                  </a:lnTo>
                  <a:lnTo>
                    <a:pt x="2079214" y="1194901"/>
                  </a:lnTo>
                  <a:lnTo>
                    <a:pt x="2031765" y="1212592"/>
                  </a:lnTo>
                  <a:lnTo>
                    <a:pt x="1982732" y="1229191"/>
                  </a:lnTo>
                  <a:lnTo>
                    <a:pt x="1932181" y="1244662"/>
                  </a:lnTo>
                  <a:lnTo>
                    <a:pt x="1880181" y="1258970"/>
                  </a:lnTo>
                  <a:lnTo>
                    <a:pt x="1826799" y="1272081"/>
                  </a:lnTo>
                  <a:lnTo>
                    <a:pt x="1772104" y="1283960"/>
                  </a:lnTo>
                  <a:lnTo>
                    <a:pt x="1716163" y="1294572"/>
                  </a:lnTo>
                  <a:lnTo>
                    <a:pt x="1659044" y="1303882"/>
                  </a:lnTo>
                  <a:lnTo>
                    <a:pt x="1600816" y="1311855"/>
                  </a:lnTo>
                  <a:lnTo>
                    <a:pt x="1541545" y="1318457"/>
                  </a:lnTo>
                  <a:lnTo>
                    <a:pt x="1481300" y="1323652"/>
                  </a:lnTo>
                  <a:lnTo>
                    <a:pt x="1420149" y="1327406"/>
                  </a:lnTo>
                  <a:lnTo>
                    <a:pt x="1358160" y="1329684"/>
                  </a:lnTo>
                  <a:lnTo>
                    <a:pt x="1295400" y="1330452"/>
                  </a:lnTo>
                  <a:lnTo>
                    <a:pt x="1232639" y="1329684"/>
                  </a:lnTo>
                  <a:lnTo>
                    <a:pt x="1170650" y="1327406"/>
                  </a:lnTo>
                  <a:lnTo>
                    <a:pt x="1109499" y="1323652"/>
                  </a:lnTo>
                  <a:lnTo>
                    <a:pt x="1049254" y="1318457"/>
                  </a:lnTo>
                  <a:lnTo>
                    <a:pt x="989983" y="1311855"/>
                  </a:lnTo>
                  <a:lnTo>
                    <a:pt x="931755" y="1303882"/>
                  </a:lnTo>
                  <a:lnTo>
                    <a:pt x="874636" y="1294572"/>
                  </a:lnTo>
                  <a:lnTo>
                    <a:pt x="818695" y="1283960"/>
                  </a:lnTo>
                  <a:lnTo>
                    <a:pt x="764000" y="1272081"/>
                  </a:lnTo>
                  <a:lnTo>
                    <a:pt x="710618" y="1258970"/>
                  </a:lnTo>
                  <a:lnTo>
                    <a:pt x="658618" y="1244662"/>
                  </a:lnTo>
                  <a:lnTo>
                    <a:pt x="608067" y="1229191"/>
                  </a:lnTo>
                  <a:lnTo>
                    <a:pt x="559034" y="1212592"/>
                  </a:lnTo>
                  <a:lnTo>
                    <a:pt x="511585" y="1194901"/>
                  </a:lnTo>
                  <a:lnTo>
                    <a:pt x="465789" y="1176151"/>
                  </a:lnTo>
                  <a:lnTo>
                    <a:pt x="421714" y="1156379"/>
                  </a:lnTo>
                  <a:lnTo>
                    <a:pt x="379428" y="1135618"/>
                  </a:lnTo>
                  <a:lnTo>
                    <a:pt x="338998" y="1113903"/>
                  </a:lnTo>
                  <a:lnTo>
                    <a:pt x="300493" y="1091270"/>
                  </a:lnTo>
                  <a:lnTo>
                    <a:pt x="263980" y="1067753"/>
                  </a:lnTo>
                  <a:lnTo>
                    <a:pt x="229527" y="1043387"/>
                  </a:lnTo>
                  <a:lnTo>
                    <a:pt x="197202" y="1018207"/>
                  </a:lnTo>
                  <a:lnTo>
                    <a:pt x="167073" y="992248"/>
                  </a:lnTo>
                  <a:lnTo>
                    <a:pt x="139208" y="965544"/>
                  </a:lnTo>
                  <a:lnTo>
                    <a:pt x="90541" y="910042"/>
                  </a:lnTo>
                  <a:lnTo>
                    <a:pt x="51744" y="851981"/>
                  </a:lnTo>
                  <a:lnTo>
                    <a:pt x="23359" y="791639"/>
                  </a:lnTo>
                  <a:lnTo>
                    <a:pt x="5930" y="729294"/>
                  </a:lnTo>
                  <a:lnTo>
                    <a:pt x="0" y="665226"/>
                  </a:lnTo>
                  <a:close/>
                </a:path>
              </a:pathLst>
            </a:custGeom>
            <a:ln w="28956">
              <a:solidFill>
                <a:srgbClr val="4D4D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65982" y="2723514"/>
            <a:ext cx="1463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contoso.com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94403" y="1327403"/>
            <a:ext cx="1040891" cy="1223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581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4: </a:t>
            </a:r>
            <a:r>
              <a:rPr spc="-5" dirty="0"/>
              <a:t>Configuring </a:t>
            </a:r>
            <a:r>
              <a:rPr dirty="0"/>
              <a:t>DNS </a:t>
            </a:r>
            <a:r>
              <a:rPr spc="-5" dirty="0"/>
              <a:t>Zone</a:t>
            </a:r>
            <a:r>
              <a:rPr spc="50" dirty="0"/>
              <a:t> </a:t>
            </a:r>
            <a:r>
              <a:rPr spc="-5" dirty="0"/>
              <a:t>Transfers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158355" cy="808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DNS </a:t>
            </a:r>
            <a:r>
              <a:rPr sz="2000" spc="-5" dirty="0">
                <a:latin typeface="Verdana"/>
                <a:cs typeface="Verdana"/>
              </a:rPr>
              <a:t>Zone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Transfer?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Zone Transfer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5" dirty="0" smtClean="0">
                <a:latin typeface="Verdana"/>
                <a:cs typeface="Verdana"/>
              </a:rPr>
              <a:t>Security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709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a DNS </a:t>
            </a:r>
            <a:r>
              <a:rPr spc="-5" dirty="0"/>
              <a:t>Zone</a:t>
            </a:r>
            <a:r>
              <a:rPr spc="-15" dirty="0"/>
              <a:t> </a:t>
            </a:r>
            <a:r>
              <a:rPr spc="-5" dirty="0"/>
              <a:t>Transfer?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3375" y="1202436"/>
            <a:ext cx="6995159" cy="883919"/>
            <a:chOff x="1103375" y="1202436"/>
            <a:chExt cx="6995159" cy="883919"/>
          </a:xfrm>
        </p:grpSpPr>
        <p:sp>
          <p:nvSpPr>
            <p:cNvPr id="4" name="object 4"/>
            <p:cNvSpPr/>
            <p:nvPr/>
          </p:nvSpPr>
          <p:spPr>
            <a:xfrm>
              <a:off x="1127759" y="1226820"/>
              <a:ext cx="6970776" cy="8595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15567" y="1310640"/>
              <a:ext cx="6752844" cy="757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7947" y="1207008"/>
              <a:ext cx="6958583" cy="8473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7947" y="1207008"/>
              <a:ext cx="6958965" cy="847725"/>
            </a:xfrm>
            <a:custGeom>
              <a:avLst/>
              <a:gdLst/>
              <a:ahLst/>
              <a:cxnLst/>
              <a:rect l="l" t="t" r="r" b="b"/>
              <a:pathLst>
                <a:path w="6958965" h="847725">
                  <a:moveTo>
                    <a:pt x="0" y="98425"/>
                  </a:moveTo>
                  <a:lnTo>
                    <a:pt x="7730" y="60114"/>
                  </a:lnTo>
                  <a:lnTo>
                    <a:pt x="28814" y="28828"/>
                  </a:lnTo>
                  <a:lnTo>
                    <a:pt x="60087" y="7735"/>
                  </a:lnTo>
                  <a:lnTo>
                    <a:pt x="98386" y="0"/>
                  </a:lnTo>
                  <a:lnTo>
                    <a:pt x="6860158" y="0"/>
                  </a:lnTo>
                  <a:lnTo>
                    <a:pt x="6898469" y="7735"/>
                  </a:lnTo>
                  <a:lnTo>
                    <a:pt x="6929755" y="28828"/>
                  </a:lnTo>
                  <a:lnTo>
                    <a:pt x="6950848" y="60114"/>
                  </a:lnTo>
                  <a:lnTo>
                    <a:pt x="6958583" y="98425"/>
                  </a:lnTo>
                  <a:lnTo>
                    <a:pt x="6958583" y="748918"/>
                  </a:lnTo>
                  <a:lnTo>
                    <a:pt x="6950848" y="787229"/>
                  </a:lnTo>
                  <a:lnTo>
                    <a:pt x="6929755" y="818514"/>
                  </a:lnTo>
                  <a:lnTo>
                    <a:pt x="6898469" y="839608"/>
                  </a:lnTo>
                  <a:lnTo>
                    <a:pt x="6860158" y="847343"/>
                  </a:lnTo>
                  <a:lnTo>
                    <a:pt x="98386" y="847343"/>
                  </a:lnTo>
                  <a:lnTo>
                    <a:pt x="60087" y="839608"/>
                  </a:lnTo>
                  <a:lnTo>
                    <a:pt x="28814" y="818514"/>
                  </a:lnTo>
                  <a:lnTo>
                    <a:pt x="7730" y="787229"/>
                  </a:lnTo>
                  <a:lnTo>
                    <a:pt x="0" y="748918"/>
                  </a:lnTo>
                  <a:lnTo>
                    <a:pt x="0" y="98425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15948" y="1342135"/>
            <a:ext cx="6498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i="1" dirty="0">
                <a:latin typeface="Verdana"/>
                <a:cs typeface="Verdana"/>
              </a:rPr>
              <a:t>DNS zone </a:t>
            </a:r>
            <a:r>
              <a:rPr sz="1800" b="1" i="1" spc="-5" dirty="0">
                <a:latin typeface="Verdana"/>
                <a:cs typeface="Verdana"/>
              </a:rPr>
              <a:t>transfer </a:t>
            </a:r>
            <a:r>
              <a:rPr sz="1800" b="1" dirty="0">
                <a:latin typeface="Verdana"/>
                <a:cs typeface="Verdana"/>
              </a:rPr>
              <a:t>is the </a:t>
            </a:r>
            <a:r>
              <a:rPr sz="1800" b="1" spc="-5" dirty="0">
                <a:latin typeface="Verdana"/>
                <a:cs typeface="Verdana"/>
              </a:rPr>
              <a:t>synchronization </a:t>
            </a:r>
            <a:r>
              <a:rPr sz="1800" b="1" dirty="0">
                <a:latin typeface="Verdana"/>
                <a:cs typeface="Verdana"/>
              </a:rPr>
              <a:t>of  </a:t>
            </a:r>
            <a:r>
              <a:rPr sz="1800" b="1" spc="-5" dirty="0">
                <a:latin typeface="Verdana"/>
                <a:cs typeface="Verdana"/>
              </a:rPr>
              <a:t>authoritative </a:t>
            </a:r>
            <a:r>
              <a:rPr sz="1800" b="1" dirty="0">
                <a:latin typeface="Verdana"/>
                <a:cs typeface="Verdana"/>
              </a:rPr>
              <a:t>DNS zone </a:t>
            </a:r>
            <a:r>
              <a:rPr sz="1800" b="1" spc="-5" dirty="0">
                <a:latin typeface="Verdana"/>
                <a:cs typeface="Verdana"/>
              </a:rPr>
              <a:t>data </a:t>
            </a:r>
            <a:r>
              <a:rPr sz="1800" b="1" dirty="0">
                <a:latin typeface="Verdana"/>
                <a:cs typeface="Verdana"/>
              </a:rPr>
              <a:t>between DNS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023859" y="6257544"/>
            <a:ext cx="928369" cy="439420"/>
            <a:chOff x="8023859" y="6257544"/>
            <a:chExt cx="928369" cy="439420"/>
          </a:xfrm>
        </p:grpSpPr>
        <p:sp>
          <p:nvSpPr>
            <p:cNvPr id="10" name="object 10"/>
            <p:cNvSpPr/>
            <p:nvPr/>
          </p:nvSpPr>
          <p:spPr>
            <a:xfrm>
              <a:off x="8034527" y="6268212"/>
              <a:ext cx="917448" cy="42824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3859" y="6257544"/>
              <a:ext cx="914400" cy="42519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02167" y="6390132"/>
              <a:ext cx="188975" cy="1798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20455" y="6384036"/>
              <a:ext cx="176784" cy="16764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15883" y="6379464"/>
              <a:ext cx="185928" cy="17678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10015" y="6348984"/>
              <a:ext cx="304800" cy="24384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84691" y="6417564"/>
              <a:ext cx="132588" cy="13411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02979" y="6411468"/>
              <a:ext cx="120396" cy="12191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02979" y="6411468"/>
              <a:ext cx="120650" cy="121920"/>
            </a:xfrm>
            <a:custGeom>
              <a:avLst/>
              <a:gdLst/>
              <a:ahLst/>
              <a:cxnLst/>
              <a:rect l="l" t="t" r="r" b="b"/>
              <a:pathLst>
                <a:path w="120650" h="121920">
                  <a:moveTo>
                    <a:pt x="0" y="121919"/>
                  </a:moveTo>
                  <a:lnTo>
                    <a:pt x="120396" y="121919"/>
                  </a:lnTo>
                  <a:lnTo>
                    <a:pt x="120396" y="0"/>
                  </a:lnTo>
                  <a:lnTo>
                    <a:pt x="0" y="0"/>
                  </a:lnTo>
                  <a:lnTo>
                    <a:pt x="0" y="121919"/>
                  </a:lnTo>
                  <a:close/>
                </a:path>
              </a:pathLst>
            </a:custGeom>
            <a:ln w="9144">
              <a:solidFill>
                <a:srgbClr val="6666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170047" y="2738754"/>
            <a:ext cx="24409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SOA </a:t>
            </a:r>
            <a:r>
              <a:rPr sz="1600" b="1" spc="-5" dirty="0">
                <a:latin typeface="Verdana"/>
                <a:cs typeface="Verdana"/>
              </a:rPr>
              <a:t>query </a:t>
            </a:r>
            <a:r>
              <a:rPr sz="1600" b="1" spc="-10" dirty="0">
                <a:latin typeface="Verdana"/>
                <a:cs typeface="Verdana"/>
              </a:rPr>
              <a:t>for </a:t>
            </a:r>
            <a:r>
              <a:rPr sz="1600" b="1" spc="-5" dirty="0">
                <a:latin typeface="Verdana"/>
                <a:cs typeface="Verdana"/>
              </a:rPr>
              <a:t>a</a:t>
            </a:r>
            <a:r>
              <a:rPr sz="1600" b="1" spc="3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zone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68523" y="3308425"/>
            <a:ext cx="2404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SOA query</a:t>
            </a:r>
            <a:r>
              <a:rPr sz="1600" b="1" spc="-3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answered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57473" y="3875659"/>
            <a:ext cx="35020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IXFR or AXFR </a:t>
            </a:r>
            <a:r>
              <a:rPr sz="1600" b="1" spc="-10" dirty="0">
                <a:latin typeface="Verdana"/>
                <a:cs typeface="Verdana"/>
              </a:rPr>
              <a:t>query for </a:t>
            </a:r>
            <a:r>
              <a:rPr sz="1600" b="1" spc="-5" dirty="0">
                <a:latin typeface="Verdana"/>
                <a:cs typeface="Verdana"/>
              </a:rPr>
              <a:t>a</a:t>
            </a:r>
            <a:r>
              <a:rPr sz="1600" b="1" spc="3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zone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54172" y="4337075"/>
            <a:ext cx="34702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600" b="1" spc="-5" dirty="0">
                <a:latin typeface="Verdana"/>
                <a:cs typeface="Verdana"/>
              </a:rPr>
              <a:t>IXFR or AXFR </a:t>
            </a:r>
            <a:r>
              <a:rPr sz="1600" b="1" spc="-10" dirty="0">
                <a:latin typeface="Verdana"/>
                <a:cs typeface="Verdana"/>
              </a:rPr>
              <a:t>query answered  (zone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transferred)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96363" y="2717292"/>
            <a:ext cx="4288790" cy="2085339"/>
            <a:chOff x="2396363" y="2717292"/>
            <a:chExt cx="4288790" cy="2085339"/>
          </a:xfrm>
        </p:grpSpPr>
        <p:sp>
          <p:nvSpPr>
            <p:cNvPr id="24" name="object 24"/>
            <p:cNvSpPr/>
            <p:nvPr/>
          </p:nvSpPr>
          <p:spPr>
            <a:xfrm>
              <a:off x="2396363" y="2964561"/>
              <a:ext cx="4243070" cy="151130"/>
            </a:xfrm>
            <a:custGeom>
              <a:avLst/>
              <a:gdLst/>
              <a:ahLst/>
              <a:cxnLst/>
              <a:rect l="l" t="t" r="r" b="b"/>
              <a:pathLst>
                <a:path w="4243070" h="151130">
                  <a:moveTo>
                    <a:pt x="4193077" y="50291"/>
                  </a:moveTo>
                  <a:lnTo>
                    <a:pt x="4117086" y="50291"/>
                  </a:lnTo>
                  <a:lnTo>
                    <a:pt x="4117340" y="100584"/>
                  </a:lnTo>
                  <a:lnTo>
                    <a:pt x="4092151" y="100656"/>
                  </a:lnTo>
                  <a:lnTo>
                    <a:pt x="4092321" y="150875"/>
                  </a:lnTo>
                  <a:lnTo>
                    <a:pt x="4242943" y="75056"/>
                  </a:lnTo>
                  <a:lnTo>
                    <a:pt x="4193077" y="50291"/>
                  </a:lnTo>
                  <a:close/>
                </a:path>
                <a:path w="4243070" h="151130">
                  <a:moveTo>
                    <a:pt x="4091982" y="50364"/>
                  </a:moveTo>
                  <a:lnTo>
                    <a:pt x="0" y="62102"/>
                  </a:lnTo>
                  <a:lnTo>
                    <a:pt x="254" y="112394"/>
                  </a:lnTo>
                  <a:lnTo>
                    <a:pt x="4092151" y="100656"/>
                  </a:lnTo>
                  <a:lnTo>
                    <a:pt x="4091982" y="50364"/>
                  </a:lnTo>
                  <a:close/>
                </a:path>
                <a:path w="4243070" h="151130">
                  <a:moveTo>
                    <a:pt x="4117086" y="50291"/>
                  </a:moveTo>
                  <a:lnTo>
                    <a:pt x="4091982" y="50364"/>
                  </a:lnTo>
                  <a:lnTo>
                    <a:pt x="4092151" y="100656"/>
                  </a:lnTo>
                  <a:lnTo>
                    <a:pt x="4117340" y="100584"/>
                  </a:lnTo>
                  <a:lnTo>
                    <a:pt x="4117086" y="50291"/>
                  </a:lnTo>
                  <a:close/>
                </a:path>
                <a:path w="4243070" h="151130">
                  <a:moveTo>
                    <a:pt x="4091813" y="0"/>
                  </a:moveTo>
                  <a:lnTo>
                    <a:pt x="4091982" y="50364"/>
                  </a:lnTo>
                  <a:lnTo>
                    <a:pt x="4193077" y="50291"/>
                  </a:lnTo>
                  <a:lnTo>
                    <a:pt x="4091813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35580" y="2747772"/>
              <a:ext cx="350519" cy="40538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79192" y="2717292"/>
              <a:ext cx="489204" cy="53644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15768" y="2727960"/>
              <a:ext cx="338328" cy="39319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15768" y="2727960"/>
              <a:ext cx="338455" cy="393700"/>
            </a:xfrm>
            <a:custGeom>
              <a:avLst/>
              <a:gdLst/>
              <a:ahLst/>
              <a:cxnLst/>
              <a:rect l="l" t="t" r="r" b="b"/>
              <a:pathLst>
                <a:path w="338455" h="393700">
                  <a:moveTo>
                    <a:pt x="0" y="393191"/>
                  </a:moveTo>
                  <a:lnTo>
                    <a:pt x="338328" y="393191"/>
                  </a:lnTo>
                  <a:lnTo>
                    <a:pt x="338328" y="0"/>
                  </a:lnTo>
                  <a:lnTo>
                    <a:pt x="0" y="0"/>
                  </a:lnTo>
                  <a:lnTo>
                    <a:pt x="0" y="39319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96363" y="3534155"/>
              <a:ext cx="4288790" cy="1268095"/>
            </a:xfrm>
            <a:custGeom>
              <a:avLst/>
              <a:gdLst/>
              <a:ahLst/>
              <a:cxnLst/>
              <a:rect l="l" t="t" r="r" b="b"/>
              <a:pathLst>
                <a:path w="4288790" h="1268095">
                  <a:moveTo>
                    <a:pt x="4193070" y="670179"/>
                  </a:moveTo>
                  <a:lnTo>
                    <a:pt x="4117086" y="670179"/>
                  </a:lnTo>
                  <a:lnTo>
                    <a:pt x="4091978" y="670179"/>
                  </a:lnTo>
                  <a:lnTo>
                    <a:pt x="4091813" y="720471"/>
                  </a:lnTo>
                  <a:lnTo>
                    <a:pt x="4193070" y="670179"/>
                  </a:lnTo>
                  <a:close/>
                </a:path>
                <a:path w="4288790" h="1268095">
                  <a:moveTo>
                    <a:pt x="4218559" y="50292"/>
                  </a:moveTo>
                  <a:lnTo>
                    <a:pt x="151003" y="50292"/>
                  </a:lnTo>
                  <a:lnTo>
                    <a:pt x="151003" y="0"/>
                  </a:lnTo>
                  <a:lnTo>
                    <a:pt x="127" y="75438"/>
                  </a:lnTo>
                  <a:lnTo>
                    <a:pt x="151003" y="150876"/>
                  </a:lnTo>
                  <a:lnTo>
                    <a:pt x="151003" y="100584"/>
                  </a:lnTo>
                  <a:lnTo>
                    <a:pt x="4218559" y="100584"/>
                  </a:lnTo>
                  <a:lnTo>
                    <a:pt x="4218559" y="50292"/>
                  </a:lnTo>
                  <a:close/>
                </a:path>
                <a:path w="4288790" h="1268095">
                  <a:moveTo>
                    <a:pt x="4242943" y="645414"/>
                  </a:moveTo>
                  <a:lnTo>
                    <a:pt x="4092321" y="569595"/>
                  </a:lnTo>
                  <a:lnTo>
                    <a:pt x="4092143" y="619823"/>
                  </a:lnTo>
                  <a:lnTo>
                    <a:pt x="254" y="608076"/>
                  </a:lnTo>
                  <a:lnTo>
                    <a:pt x="0" y="658368"/>
                  </a:lnTo>
                  <a:lnTo>
                    <a:pt x="4091978" y="670115"/>
                  </a:lnTo>
                  <a:lnTo>
                    <a:pt x="4117086" y="670179"/>
                  </a:lnTo>
                  <a:lnTo>
                    <a:pt x="4193222" y="670115"/>
                  </a:lnTo>
                  <a:lnTo>
                    <a:pt x="4242943" y="645414"/>
                  </a:lnTo>
                  <a:close/>
                </a:path>
                <a:path w="4288790" h="1268095">
                  <a:moveTo>
                    <a:pt x="4288663" y="1167384"/>
                  </a:moveTo>
                  <a:lnTo>
                    <a:pt x="151003" y="1167384"/>
                  </a:lnTo>
                  <a:lnTo>
                    <a:pt x="151003" y="1117092"/>
                  </a:lnTo>
                  <a:lnTo>
                    <a:pt x="127" y="1192530"/>
                  </a:lnTo>
                  <a:lnTo>
                    <a:pt x="151003" y="1267968"/>
                  </a:lnTo>
                  <a:lnTo>
                    <a:pt x="151003" y="1217676"/>
                  </a:lnTo>
                  <a:lnTo>
                    <a:pt x="4288663" y="1217676"/>
                  </a:lnTo>
                  <a:lnTo>
                    <a:pt x="4288663" y="1167384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15767" y="2727960"/>
            <a:ext cx="338455" cy="3937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2000" b="1" dirty="0">
                <a:solidFill>
                  <a:srgbClr val="990033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679192" y="3282696"/>
            <a:ext cx="489584" cy="536575"/>
            <a:chOff x="2679192" y="3282696"/>
            <a:chExt cx="489584" cy="536575"/>
          </a:xfrm>
        </p:grpSpPr>
        <p:sp>
          <p:nvSpPr>
            <p:cNvPr id="32" name="object 32"/>
            <p:cNvSpPr/>
            <p:nvPr/>
          </p:nvSpPr>
          <p:spPr>
            <a:xfrm>
              <a:off x="2735580" y="3311652"/>
              <a:ext cx="350519" cy="40690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79192" y="3282696"/>
              <a:ext cx="489204" cy="536447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15768" y="3291840"/>
              <a:ext cx="338328" cy="39471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15768" y="3291840"/>
              <a:ext cx="338455" cy="394970"/>
            </a:xfrm>
            <a:custGeom>
              <a:avLst/>
              <a:gdLst/>
              <a:ahLst/>
              <a:cxnLst/>
              <a:rect l="l" t="t" r="r" b="b"/>
              <a:pathLst>
                <a:path w="338455" h="394970">
                  <a:moveTo>
                    <a:pt x="0" y="394716"/>
                  </a:moveTo>
                  <a:lnTo>
                    <a:pt x="338328" y="394716"/>
                  </a:lnTo>
                  <a:lnTo>
                    <a:pt x="338328" y="0"/>
                  </a:lnTo>
                  <a:lnTo>
                    <a:pt x="0" y="0"/>
                  </a:lnTo>
                  <a:lnTo>
                    <a:pt x="0" y="394716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715767" y="3291840"/>
            <a:ext cx="338455" cy="3949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2000" b="1" dirty="0">
                <a:solidFill>
                  <a:srgbClr val="990033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679192" y="3849623"/>
            <a:ext cx="489584" cy="536575"/>
            <a:chOff x="2679192" y="3849623"/>
            <a:chExt cx="489584" cy="536575"/>
          </a:xfrm>
        </p:grpSpPr>
        <p:sp>
          <p:nvSpPr>
            <p:cNvPr id="38" name="object 38"/>
            <p:cNvSpPr/>
            <p:nvPr/>
          </p:nvSpPr>
          <p:spPr>
            <a:xfrm>
              <a:off x="2735580" y="3878579"/>
              <a:ext cx="350519" cy="40690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79192" y="3849623"/>
              <a:ext cx="489204" cy="53644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15768" y="3858767"/>
              <a:ext cx="338328" cy="39471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15768" y="3858767"/>
              <a:ext cx="338455" cy="394970"/>
            </a:xfrm>
            <a:custGeom>
              <a:avLst/>
              <a:gdLst/>
              <a:ahLst/>
              <a:cxnLst/>
              <a:rect l="l" t="t" r="r" b="b"/>
              <a:pathLst>
                <a:path w="338455" h="394970">
                  <a:moveTo>
                    <a:pt x="0" y="394716"/>
                  </a:moveTo>
                  <a:lnTo>
                    <a:pt x="338328" y="394716"/>
                  </a:lnTo>
                  <a:lnTo>
                    <a:pt x="338328" y="0"/>
                  </a:lnTo>
                  <a:lnTo>
                    <a:pt x="0" y="0"/>
                  </a:lnTo>
                  <a:lnTo>
                    <a:pt x="0" y="394716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715767" y="3858767"/>
            <a:ext cx="338455" cy="3949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2000" b="1" dirty="0">
                <a:solidFill>
                  <a:srgbClr val="990033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679192" y="4416552"/>
            <a:ext cx="489584" cy="536575"/>
            <a:chOff x="2679192" y="4416552"/>
            <a:chExt cx="489584" cy="536575"/>
          </a:xfrm>
        </p:grpSpPr>
        <p:sp>
          <p:nvSpPr>
            <p:cNvPr id="44" name="object 44"/>
            <p:cNvSpPr/>
            <p:nvPr/>
          </p:nvSpPr>
          <p:spPr>
            <a:xfrm>
              <a:off x="2735580" y="4445508"/>
              <a:ext cx="350519" cy="40690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79192" y="4416552"/>
              <a:ext cx="489204" cy="53644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15768" y="4425696"/>
              <a:ext cx="338328" cy="394715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15768" y="4425696"/>
              <a:ext cx="338455" cy="394970"/>
            </a:xfrm>
            <a:custGeom>
              <a:avLst/>
              <a:gdLst/>
              <a:ahLst/>
              <a:cxnLst/>
              <a:rect l="l" t="t" r="r" b="b"/>
              <a:pathLst>
                <a:path w="338455" h="394970">
                  <a:moveTo>
                    <a:pt x="0" y="394715"/>
                  </a:moveTo>
                  <a:lnTo>
                    <a:pt x="338328" y="394715"/>
                  </a:lnTo>
                  <a:lnTo>
                    <a:pt x="338328" y="0"/>
                  </a:lnTo>
                  <a:lnTo>
                    <a:pt x="0" y="0"/>
                  </a:lnTo>
                  <a:lnTo>
                    <a:pt x="0" y="394715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715767" y="4425696"/>
            <a:ext cx="338455" cy="3949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2000" b="1" dirty="0">
                <a:solidFill>
                  <a:srgbClr val="990033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74091" y="5053965"/>
            <a:ext cx="2011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Secondary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71272" y="3078479"/>
            <a:ext cx="2108200" cy="1964689"/>
            <a:chOff x="271272" y="3078479"/>
            <a:chExt cx="2108200" cy="1964689"/>
          </a:xfrm>
        </p:grpSpPr>
        <p:sp>
          <p:nvSpPr>
            <p:cNvPr id="51" name="object 51"/>
            <p:cNvSpPr/>
            <p:nvPr/>
          </p:nvSpPr>
          <p:spPr>
            <a:xfrm>
              <a:off x="295656" y="4223389"/>
              <a:ext cx="2083308" cy="81952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71272" y="4189475"/>
              <a:ext cx="2080260" cy="826007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1396" y="3078479"/>
              <a:ext cx="1556004" cy="1827276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069581" y="5089982"/>
            <a:ext cx="15951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Primary</a:t>
            </a:r>
            <a:r>
              <a:rPr sz="1600" b="1" spc="2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and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Verdana"/>
                <a:cs typeface="Verdana"/>
              </a:rPr>
              <a:t>Master</a:t>
            </a:r>
            <a:r>
              <a:rPr sz="1600" b="1" spc="-4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765035" y="3078479"/>
            <a:ext cx="2106295" cy="1964689"/>
            <a:chOff x="6765035" y="3078479"/>
            <a:chExt cx="2106295" cy="1964689"/>
          </a:xfrm>
        </p:grpSpPr>
        <p:sp>
          <p:nvSpPr>
            <p:cNvPr id="56" name="object 56"/>
            <p:cNvSpPr/>
            <p:nvPr/>
          </p:nvSpPr>
          <p:spPr>
            <a:xfrm>
              <a:off x="6789419" y="4223389"/>
              <a:ext cx="2081783" cy="81952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765035" y="4189475"/>
              <a:ext cx="2078736" cy="826007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019543" y="3078479"/>
              <a:ext cx="1556003" cy="1827276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411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Configuring Zone Transfer</a:t>
            </a:r>
            <a:r>
              <a:rPr spc="40" dirty="0"/>
              <a:t> </a:t>
            </a:r>
            <a:r>
              <a:rPr spc="-5" dirty="0"/>
              <a:t>Security</a:t>
            </a:r>
          </a:p>
        </p:txBody>
      </p:sp>
      <p:sp>
        <p:nvSpPr>
          <p:cNvPr id="3" name="object 3"/>
          <p:cNvSpPr/>
          <p:nvPr/>
        </p:nvSpPr>
        <p:spPr>
          <a:xfrm>
            <a:off x="1783079" y="5526023"/>
            <a:ext cx="1766570" cy="571500"/>
          </a:xfrm>
          <a:custGeom>
            <a:avLst/>
            <a:gdLst/>
            <a:ahLst/>
            <a:cxnLst/>
            <a:rect l="l" t="t" r="r" b="b"/>
            <a:pathLst>
              <a:path w="1766570" h="571500">
                <a:moveTo>
                  <a:pt x="0" y="23875"/>
                </a:moveTo>
                <a:lnTo>
                  <a:pt x="1873" y="14573"/>
                </a:lnTo>
                <a:lnTo>
                  <a:pt x="6985" y="6984"/>
                </a:lnTo>
                <a:lnTo>
                  <a:pt x="14573" y="1873"/>
                </a:lnTo>
                <a:lnTo>
                  <a:pt x="23875" y="0"/>
                </a:lnTo>
                <a:lnTo>
                  <a:pt x="1742440" y="0"/>
                </a:lnTo>
                <a:lnTo>
                  <a:pt x="1751742" y="1873"/>
                </a:lnTo>
                <a:lnTo>
                  <a:pt x="1759331" y="6984"/>
                </a:lnTo>
                <a:lnTo>
                  <a:pt x="1764442" y="14573"/>
                </a:lnTo>
                <a:lnTo>
                  <a:pt x="1766316" y="23875"/>
                </a:lnTo>
                <a:lnTo>
                  <a:pt x="1766316" y="547687"/>
                </a:lnTo>
                <a:lnTo>
                  <a:pt x="1764442" y="556953"/>
                </a:lnTo>
                <a:lnTo>
                  <a:pt x="1759331" y="564522"/>
                </a:lnTo>
                <a:lnTo>
                  <a:pt x="1751742" y="569627"/>
                </a:lnTo>
                <a:lnTo>
                  <a:pt x="1742440" y="571499"/>
                </a:lnTo>
                <a:lnTo>
                  <a:pt x="23875" y="571499"/>
                </a:lnTo>
                <a:lnTo>
                  <a:pt x="14573" y="569627"/>
                </a:lnTo>
                <a:lnTo>
                  <a:pt x="6985" y="564522"/>
                </a:lnTo>
                <a:lnTo>
                  <a:pt x="1873" y="556953"/>
                </a:lnTo>
                <a:lnTo>
                  <a:pt x="0" y="547687"/>
                </a:lnTo>
                <a:lnTo>
                  <a:pt x="0" y="23875"/>
                </a:lnTo>
                <a:close/>
              </a:path>
            </a:pathLst>
          </a:custGeom>
          <a:ln w="9144">
            <a:solidFill>
              <a:srgbClr val="7777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68804" y="5652617"/>
            <a:ext cx="15582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Primary</a:t>
            </a:r>
            <a:r>
              <a:rPr sz="1600" b="1" spc="-2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Zone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5547" y="4017264"/>
            <a:ext cx="7114540" cy="2099310"/>
            <a:chOff x="955547" y="4017264"/>
            <a:chExt cx="7114540" cy="2099310"/>
          </a:xfrm>
        </p:grpSpPr>
        <p:sp>
          <p:nvSpPr>
            <p:cNvPr id="6" name="object 6"/>
            <p:cNvSpPr/>
            <p:nvPr/>
          </p:nvSpPr>
          <p:spPr>
            <a:xfrm>
              <a:off x="955547" y="4017264"/>
              <a:ext cx="1479804" cy="17388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74163" y="4715256"/>
              <a:ext cx="1054608" cy="8519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55519" y="4123944"/>
              <a:ext cx="594359" cy="9662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89776" y="4126992"/>
              <a:ext cx="1479803" cy="17388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87695" y="5539740"/>
              <a:ext cx="2048510" cy="571500"/>
            </a:xfrm>
            <a:custGeom>
              <a:avLst/>
              <a:gdLst/>
              <a:ahLst/>
              <a:cxnLst/>
              <a:rect l="l" t="t" r="r" b="b"/>
              <a:pathLst>
                <a:path w="2048509" h="571500">
                  <a:moveTo>
                    <a:pt x="2024379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4" y="6985"/>
                  </a:lnTo>
                  <a:lnTo>
                    <a:pt x="1873" y="14573"/>
                  </a:lnTo>
                  <a:lnTo>
                    <a:pt x="0" y="23876"/>
                  </a:lnTo>
                  <a:lnTo>
                    <a:pt x="0" y="547687"/>
                  </a:lnTo>
                  <a:lnTo>
                    <a:pt x="1873" y="556953"/>
                  </a:lnTo>
                  <a:lnTo>
                    <a:pt x="6984" y="564522"/>
                  </a:lnTo>
                  <a:lnTo>
                    <a:pt x="14573" y="569627"/>
                  </a:lnTo>
                  <a:lnTo>
                    <a:pt x="23875" y="571500"/>
                  </a:lnTo>
                  <a:lnTo>
                    <a:pt x="2024379" y="571500"/>
                  </a:lnTo>
                  <a:lnTo>
                    <a:pt x="2033682" y="569627"/>
                  </a:lnTo>
                  <a:lnTo>
                    <a:pt x="2041270" y="564522"/>
                  </a:lnTo>
                  <a:lnTo>
                    <a:pt x="2046382" y="556953"/>
                  </a:lnTo>
                  <a:lnTo>
                    <a:pt x="2048255" y="547687"/>
                  </a:lnTo>
                  <a:lnTo>
                    <a:pt x="2048255" y="23876"/>
                  </a:lnTo>
                  <a:lnTo>
                    <a:pt x="2046382" y="14573"/>
                  </a:lnTo>
                  <a:lnTo>
                    <a:pt x="2041270" y="6985"/>
                  </a:lnTo>
                  <a:lnTo>
                    <a:pt x="2033682" y="1873"/>
                  </a:lnTo>
                  <a:lnTo>
                    <a:pt x="20243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7695" y="5539740"/>
              <a:ext cx="2048510" cy="571500"/>
            </a:xfrm>
            <a:custGeom>
              <a:avLst/>
              <a:gdLst/>
              <a:ahLst/>
              <a:cxnLst/>
              <a:rect l="l" t="t" r="r" b="b"/>
              <a:pathLst>
                <a:path w="2048509" h="571500">
                  <a:moveTo>
                    <a:pt x="0" y="23876"/>
                  </a:moveTo>
                  <a:lnTo>
                    <a:pt x="1873" y="14573"/>
                  </a:lnTo>
                  <a:lnTo>
                    <a:pt x="6984" y="6985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2024379" y="0"/>
                  </a:lnTo>
                  <a:lnTo>
                    <a:pt x="2033682" y="1873"/>
                  </a:lnTo>
                  <a:lnTo>
                    <a:pt x="2041270" y="6985"/>
                  </a:lnTo>
                  <a:lnTo>
                    <a:pt x="2046382" y="14573"/>
                  </a:lnTo>
                  <a:lnTo>
                    <a:pt x="2048255" y="23876"/>
                  </a:lnTo>
                  <a:lnTo>
                    <a:pt x="2048255" y="547687"/>
                  </a:lnTo>
                  <a:lnTo>
                    <a:pt x="2046382" y="556953"/>
                  </a:lnTo>
                  <a:lnTo>
                    <a:pt x="2041270" y="564522"/>
                  </a:lnTo>
                  <a:lnTo>
                    <a:pt x="2033682" y="569627"/>
                  </a:lnTo>
                  <a:lnTo>
                    <a:pt x="2024379" y="571500"/>
                  </a:lnTo>
                  <a:lnTo>
                    <a:pt x="23875" y="571500"/>
                  </a:lnTo>
                  <a:lnTo>
                    <a:pt x="14573" y="569627"/>
                  </a:lnTo>
                  <a:lnTo>
                    <a:pt x="6984" y="564522"/>
                  </a:lnTo>
                  <a:lnTo>
                    <a:pt x="1873" y="556953"/>
                  </a:lnTo>
                  <a:lnTo>
                    <a:pt x="0" y="547687"/>
                  </a:lnTo>
                  <a:lnTo>
                    <a:pt x="0" y="23876"/>
                  </a:lnTo>
                  <a:close/>
                </a:path>
              </a:pathLst>
            </a:custGeom>
            <a:ln w="9144">
              <a:solidFill>
                <a:srgbClr val="7777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74690" y="5666943"/>
            <a:ext cx="18484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Secondary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Zone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46958" y="3617976"/>
            <a:ext cx="3994785" cy="1945005"/>
            <a:chOff x="2846958" y="3617976"/>
            <a:chExt cx="3994785" cy="1945005"/>
          </a:xfrm>
        </p:grpSpPr>
        <p:sp>
          <p:nvSpPr>
            <p:cNvPr id="14" name="object 14"/>
            <p:cNvSpPr/>
            <p:nvPr/>
          </p:nvSpPr>
          <p:spPr>
            <a:xfrm>
              <a:off x="5786627" y="4710684"/>
              <a:ext cx="1054607" cy="8519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67983" y="4119372"/>
              <a:ext cx="592836" cy="9646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46958" y="4221099"/>
              <a:ext cx="3148965" cy="959485"/>
            </a:xfrm>
            <a:custGeom>
              <a:avLst/>
              <a:gdLst/>
              <a:ahLst/>
              <a:cxnLst/>
              <a:rect l="l" t="t" r="r" b="b"/>
              <a:pathLst>
                <a:path w="3148965" h="959485">
                  <a:moveTo>
                    <a:pt x="1211199" y="126"/>
                  </a:moveTo>
                  <a:lnTo>
                    <a:pt x="1165733" y="0"/>
                  </a:lnTo>
                  <a:lnTo>
                    <a:pt x="1118362" y="1524"/>
                  </a:lnTo>
                  <a:lnTo>
                    <a:pt x="1073912" y="6350"/>
                  </a:lnTo>
                  <a:lnTo>
                    <a:pt x="1027938" y="9525"/>
                  </a:lnTo>
                  <a:lnTo>
                    <a:pt x="983869" y="11175"/>
                  </a:lnTo>
                  <a:lnTo>
                    <a:pt x="940816" y="17780"/>
                  </a:lnTo>
                  <a:lnTo>
                    <a:pt x="894080" y="27305"/>
                  </a:lnTo>
                  <a:lnTo>
                    <a:pt x="850519" y="37083"/>
                  </a:lnTo>
                  <a:lnTo>
                    <a:pt x="803782" y="46736"/>
                  </a:lnTo>
                  <a:lnTo>
                    <a:pt x="761238" y="61468"/>
                  </a:lnTo>
                  <a:lnTo>
                    <a:pt x="672592" y="93852"/>
                  </a:lnTo>
                  <a:lnTo>
                    <a:pt x="586740" y="129667"/>
                  </a:lnTo>
                  <a:lnTo>
                    <a:pt x="544830" y="152526"/>
                  </a:lnTo>
                  <a:lnTo>
                    <a:pt x="501523" y="173608"/>
                  </a:lnTo>
                  <a:lnTo>
                    <a:pt x="416814" y="225678"/>
                  </a:lnTo>
                  <a:lnTo>
                    <a:pt x="377317" y="255269"/>
                  </a:lnTo>
                  <a:lnTo>
                    <a:pt x="299212" y="319150"/>
                  </a:lnTo>
                  <a:lnTo>
                    <a:pt x="258953" y="354964"/>
                  </a:lnTo>
                  <a:lnTo>
                    <a:pt x="218186" y="394081"/>
                  </a:lnTo>
                  <a:lnTo>
                    <a:pt x="180594" y="433450"/>
                  </a:lnTo>
                  <a:lnTo>
                    <a:pt x="144526" y="474471"/>
                  </a:lnTo>
                  <a:lnTo>
                    <a:pt x="104775" y="518540"/>
                  </a:lnTo>
                  <a:lnTo>
                    <a:pt x="69596" y="564514"/>
                  </a:lnTo>
                  <a:lnTo>
                    <a:pt x="35560" y="615314"/>
                  </a:lnTo>
                  <a:lnTo>
                    <a:pt x="0" y="664463"/>
                  </a:lnTo>
                  <a:lnTo>
                    <a:pt x="51054" y="608330"/>
                  </a:lnTo>
                  <a:lnTo>
                    <a:pt x="104521" y="558926"/>
                  </a:lnTo>
                  <a:lnTo>
                    <a:pt x="152908" y="510667"/>
                  </a:lnTo>
                  <a:lnTo>
                    <a:pt x="202692" y="464184"/>
                  </a:lnTo>
                  <a:lnTo>
                    <a:pt x="258191" y="424433"/>
                  </a:lnTo>
                  <a:lnTo>
                    <a:pt x="308610" y="386080"/>
                  </a:lnTo>
                  <a:lnTo>
                    <a:pt x="363601" y="349631"/>
                  </a:lnTo>
                  <a:lnTo>
                    <a:pt x="416432" y="317881"/>
                  </a:lnTo>
                  <a:lnTo>
                    <a:pt x="468883" y="289306"/>
                  </a:lnTo>
                  <a:lnTo>
                    <a:pt x="522224" y="265683"/>
                  </a:lnTo>
                  <a:lnTo>
                    <a:pt x="577469" y="240537"/>
                  </a:lnTo>
                  <a:lnTo>
                    <a:pt x="629031" y="218439"/>
                  </a:lnTo>
                  <a:lnTo>
                    <a:pt x="686307" y="203073"/>
                  </a:lnTo>
                  <a:lnTo>
                    <a:pt x="794257" y="172084"/>
                  </a:lnTo>
                  <a:lnTo>
                    <a:pt x="848868" y="164719"/>
                  </a:lnTo>
                  <a:lnTo>
                    <a:pt x="900683" y="153924"/>
                  </a:lnTo>
                  <a:lnTo>
                    <a:pt x="958469" y="146812"/>
                  </a:lnTo>
                  <a:lnTo>
                    <a:pt x="1010793" y="144018"/>
                  </a:lnTo>
                  <a:lnTo>
                    <a:pt x="1064641" y="143128"/>
                  </a:lnTo>
                  <a:lnTo>
                    <a:pt x="1171702" y="144399"/>
                  </a:lnTo>
                  <a:lnTo>
                    <a:pt x="1225042" y="146557"/>
                  </a:lnTo>
                  <a:lnTo>
                    <a:pt x="1327277" y="160400"/>
                  </a:lnTo>
                  <a:lnTo>
                    <a:pt x="1381252" y="170814"/>
                  </a:lnTo>
                  <a:lnTo>
                    <a:pt x="1430655" y="179196"/>
                  </a:lnTo>
                  <a:lnTo>
                    <a:pt x="1484503" y="189611"/>
                  </a:lnTo>
                  <a:lnTo>
                    <a:pt x="1582420" y="212725"/>
                  </a:lnTo>
                  <a:lnTo>
                    <a:pt x="1678940" y="245618"/>
                  </a:lnTo>
                  <a:lnTo>
                    <a:pt x="1772412" y="278256"/>
                  </a:lnTo>
                  <a:lnTo>
                    <a:pt x="1862074" y="313817"/>
                  </a:lnTo>
                  <a:lnTo>
                    <a:pt x="1906524" y="334771"/>
                  </a:lnTo>
                  <a:lnTo>
                    <a:pt x="2031111" y="390651"/>
                  </a:lnTo>
                  <a:lnTo>
                    <a:pt x="2111756" y="433577"/>
                  </a:lnTo>
                  <a:lnTo>
                    <a:pt x="2179574" y="475742"/>
                  </a:lnTo>
                  <a:lnTo>
                    <a:pt x="2249170" y="516255"/>
                  </a:lnTo>
                  <a:lnTo>
                    <a:pt x="2309495" y="552957"/>
                  </a:lnTo>
                  <a:lnTo>
                    <a:pt x="2366645" y="589407"/>
                  </a:lnTo>
                  <a:lnTo>
                    <a:pt x="2415921" y="623696"/>
                  </a:lnTo>
                  <a:lnTo>
                    <a:pt x="2493137" y="680974"/>
                  </a:lnTo>
                  <a:lnTo>
                    <a:pt x="2544826" y="721868"/>
                  </a:lnTo>
                  <a:lnTo>
                    <a:pt x="2559304" y="735838"/>
                  </a:lnTo>
                  <a:lnTo>
                    <a:pt x="2473579" y="834770"/>
                  </a:lnTo>
                  <a:lnTo>
                    <a:pt x="3041650" y="943609"/>
                  </a:lnTo>
                  <a:lnTo>
                    <a:pt x="3118104" y="955675"/>
                  </a:lnTo>
                  <a:lnTo>
                    <a:pt x="3148457" y="959484"/>
                  </a:lnTo>
                  <a:lnTo>
                    <a:pt x="2704084" y="416559"/>
                  </a:lnTo>
                  <a:lnTo>
                    <a:pt x="2683002" y="479678"/>
                  </a:lnTo>
                  <a:lnTo>
                    <a:pt x="2665984" y="536575"/>
                  </a:lnTo>
                  <a:lnTo>
                    <a:pt x="2456561" y="406781"/>
                  </a:lnTo>
                  <a:lnTo>
                    <a:pt x="2382393" y="364236"/>
                  </a:lnTo>
                  <a:lnTo>
                    <a:pt x="2306320" y="323214"/>
                  </a:lnTo>
                  <a:lnTo>
                    <a:pt x="2223770" y="281686"/>
                  </a:lnTo>
                  <a:lnTo>
                    <a:pt x="2144141" y="243586"/>
                  </a:lnTo>
                  <a:lnTo>
                    <a:pt x="2019554" y="187706"/>
                  </a:lnTo>
                  <a:lnTo>
                    <a:pt x="1889633" y="136270"/>
                  </a:lnTo>
                  <a:lnTo>
                    <a:pt x="1711325" y="81406"/>
                  </a:lnTo>
                  <a:lnTo>
                    <a:pt x="1621790" y="57150"/>
                  </a:lnTo>
                  <a:lnTo>
                    <a:pt x="1531366" y="39369"/>
                  </a:lnTo>
                  <a:lnTo>
                    <a:pt x="1439164" y="22987"/>
                  </a:lnTo>
                  <a:lnTo>
                    <a:pt x="1348358" y="8381"/>
                  </a:lnTo>
                  <a:lnTo>
                    <a:pt x="1303274" y="5080"/>
                  </a:lnTo>
                  <a:lnTo>
                    <a:pt x="1257681" y="5080"/>
                  </a:lnTo>
                  <a:lnTo>
                    <a:pt x="1211199" y="126"/>
                  </a:lnTo>
                  <a:close/>
                </a:path>
              </a:pathLst>
            </a:custGeom>
            <a:solidFill>
              <a:srgbClr val="FF0000">
                <a:alpha val="749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12691" y="3617976"/>
              <a:ext cx="716279" cy="132435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50975" y="1185672"/>
            <a:ext cx="7271384" cy="2247900"/>
            <a:chOff x="950975" y="1185672"/>
            <a:chExt cx="7271384" cy="2247900"/>
          </a:xfrm>
        </p:grpSpPr>
        <p:sp>
          <p:nvSpPr>
            <p:cNvPr id="19" name="object 19"/>
            <p:cNvSpPr/>
            <p:nvPr/>
          </p:nvSpPr>
          <p:spPr>
            <a:xfrm>
              <a:off x="955547" y="1190244"/>
              <a:ext cx="7261859" cy="2239010"/>
            </a:xfrm>
            <a:custGeom>
              <a:avLst/>
              <a:gdLst/>
              <a:ahLst/>
              <a:cxnLst/>
              <a:rect l="l" t="t" r="r" b="b"/>
              <a:pathLst>
                <a:path w="7261859" h="2239010">
                  <a:moveTo>
                    <a:pt x="7168515" y="0"/>
                  </a:moveTo>
                  <a:lnTo>
                    <a:pt x="93294" y="0"/>
                  </a:lnTo>
                  <a:lnTo>
                    <a:pt x="56980" y="7334"/>
                  </a:lnTo>
                  <a:lnTo>
                    <a:pt x="27325" y="27336"/>
                  </a:lnTo>
                  <a:lnTo>
                    <a:pt x="7331" y="57007"/>
                  </a:lnTo>
                  <a:lnTo>
                    <a:pt x="0" y="93344"/>
                  </a:lnTo>
                  <a:lnTo>
                    <a:pt x="0" y="2145410"/>
                  </a:lnTo>
                  <a:lnTo>
                    <a:pt x="7331" y="2181748"/>
                  </a:lnTo>
                  <a:lnTo>
                    <a:pt x="27325" y="2211419"/>
                  </a:lnTo>
                  <a:lnTo>
                    <a:pt x="56980" y="2231421"/>
                  </a:lnTo>
                  <a:lnTo>
                    <a:pt x="93294" y="2238755"/>
                  </a:lnTo>
                  <a:lnTo>
                    <a:pt x="7168515" y="2238755"/>
                  </a:lnTo>
                  <a:lnTo>
                    <a:pt x="7204852" y="2231421"/>
                  </a:lnTo>
                  <a:lnTo>
                    <a:pt x="7234523" y="2211419"/>
                  </a:lnTo>
                  <a:lnTo>
                    <a:pt x="7254525" y="2181748"/>
                  </a:lnTo>
                  <a:lnTo>
                    <a:pt x="7261859" y="2145410"/>
                  </a:lnTo>
                  <a:lnTo>
                    <a:pt x="7261859" y="93344"/>
                  </a:lnTo>
                  <a:lnTo>
                    <a:pt x="7254525" y="57007"/>
                  </a:lnTo>
                  <a:lnTo>
                    <a:pt x="7234523" y="27336"/>
                  </a:lnTo>
                  <a:lnTo>
                    <a:pt x="7204852" y="7334"/>
                  </a:lnTo>
                  <a:lnTo>
                    <a:pt x="7168515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55547" y="1190244"/>
              <a:ext cx="7261859" cy="2239010"/>
            </a:xfrm>
            <a:custGeom>
              <a:avLst/>
              <a:gdLst/>
              <a:ahLst/>
              <a:cxnLst/>
              <a:rect l="l" t="t" r="r" b="b"/>
              <a:pathLst>
                <a:path w="7261859" h="2239010">
                  <a:moveTo>
                    <a:pt x="0" y="93344"/>
                  </a:moveTo>
                  <a:lnTo>
                    <a:pt x="7331" y="57007"/>
                  </a:lnTo>
                  <a:lnTo>
                    <a:pt x="27325" y="27336"/>
                  </a:lnTo>
                  <a:lnTo>
                    <a:pt x="56980" y="7334"/>
                  </a:lnTo>
                  <a:lnTo>
                    <a:pt x="93294" y="0"/>
                  </a:lnTo>
                  <a:lnTo>
                    <a:pt x="7168515" y="0"/>
                  </a:lnTo>
                  <a:lnTo>
                    <a:pt x="7204852" y="7334"/>
                  </a:lnTo>
                  <a:lnTo>
                    <a:pt x="7234523" y="27336"/>
                  </a:lnTo>
                  <a:lnTo>
                    <a:pt x="7254525" y="57007"/>
                  </a:lnTo>
                  <a:lnTo>
                    <a:pt x="7261859" y="93344"/>
                  </a:lnTo>
                  <a:lnTo>
                    <a:pt x="7261859" y="2145410"/>
                  </a:lnTo>
                  <a:lnTo>
                    <a:pt x="7254525" y="2181748"/>
                  </a:lnTo>
                  <a:lnTo>
                    <a:pt x="7234523" y="2211419"/>
                  </a:lnTo>
                  <a:lnTo>
                    <a:pt x="7204852" y="2231421"/>
                  </a:lnTo>
                  <a:lnTo>
                    <a:pt x="7168515" y="2238755"/>
                  </a:lnTo>
                  <a:lnTo>
                    <a:pt x="93294" y="2238755"/>
                  </a:lnTo>
                  <a:lnTo>
                    <a:pt x="56980" y="2231421"/>
                  </a:lnTo>
                  <a:lnTo>
                    <a:pt x="27325" y="2211419"/>
                  </a:lnTo>
                  <a:lnTo>
                    <a:pt x="7331" y="2181748"/>
                  </a:lnTo>
                  <a:lnTo>
                    <a:pt x="0" y="2145410"/>
                  </a:lnTo>
                  <a:lnTo>
                    <a:pt x="0" y="9334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53667" y="2017775"/>
              <a:ext cx="6856730" cy="585470"/>
            </a:xfrm>
            <a:custGeom>
              <a:avLst/>
              <a:gdLst/>
              <a:ahLst/>
              <a:cxnLst/>
              <a:rect l="l" t="t" r="r" b="b"/>
              <a:pathLst>
                <a:path w="6856730" h="585469">
                  <a:moveTo>
                    <a:pt x="6832091" y="0"/>
                  </a:moveTo>
                  <a:lnTo>
                    <a:pt x="24384" y="0"/>
                  </a:lnTo>
                  <a:lnTo>
                    <a:pt x="14894" y="1916"/>
                  </a:lnTo>
                  <a:lnTo>
                    <a:pt x="7143" y="7143"/>
                  </a:lnTo>
                  <a:lnTo>
                    <a:pt x="1916" y="14894"/>
                  </a:lnTo>
                  <a:lnTo>
                    <a:pt x="0" y="24384"/>
                  </a:lnTo>
                  <a:lnTo>
                    <a:pt x="0" y="560832"/>
                  </a:lnTo>
                  <a:lnTo>
                    <a:pt x="1916" y="570321"/>
                  </a:lnTo>
                  <a:lnTo>
                    <a:pt x="7143" y="578072"/>
                  </a:lnTo>
                  <a:lnTo>
                    <a:pt x="14894" y="583299"/>
                  </a:lnTo>
                  <a:lnTo>
                    <a:pt x="24384" y="585215"/>
                  </a:lnTo>
                  <a:lnTo>
                    <a:pt x="6832091" y="585215"/>
                  </a:lnTo>
                  <a:lnTo>
                    <a:pt x="6841581" y="583299"/>
                  </a:lnTo>
                  <a:lnTo>
                    <a:pt x="6849332" y="578072"/>
                  </a:lnTo>
                  <a:lnTo>
                    <a:pt x="6854559" y="570321"/>
                  </a:lnTo>
                  <a:lnTo>
                    <a:pt x="6856476" y="560832"/>
                  </a:lnTo>
                  <a:lnTo>
                    <a:pt x="6856476" y="24384"/>
                  </a:lnTo>
                  <a:lnTo>
                    <a:pt x="6854559" y="14894"/>
                  </a:lnTo>
                  <a:lnTo>
                    <a:pt x="6849332" y="7143"/>
                  </a:lnTo>
                  <a:lnTo>
                    <a:pt x="6841581" y="1916"/>
                  </a:lnTo>
                  <a:lnTo>
                    <a:pt x="683209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53667" y="2017775"/>
              <a:ext cx="6856730" cy="585470"/>
            </a:xfrm>
            <a:custGeom>
              <a:avLst/>
              <a:gdLst/>
              <a:ahLst/>
              <a:cxnLst/>
              <a:rect l="l" t="t" r="r" b="b"/>
              <a:pathLst>
                <a:path w="6856730" h="585469">
                  <a:moveTo>
                    <a:pt x="0" y="24384"/>
                  </a:moveTo>
                  <a:lnTo>
                    <a:pt x="1916" y="14894"/>
                  </a:lnTo>
                  <a:lnTo>
                    <a:pt x="7143" y="7143"/>
                  </a:lnTo>
                  <a:lnTo>
                    <a:pt x="14894" y="1916"/>
                  </a:lnTo>
                  <a:lnTo>
                    <a:pt x="24384" y="0"/>
                  </a:lnTo>
                  <a:lnTo>
                    <a:pt x="6832091" y="0"/>
                  </a:lnTo>
                  <a:lnTo>
                    <a:pt x="6841581" y="1916"/>
                  </a:lnTo>
                  <a:lnTo>
                    <a:pt x="6849332" y="7143"/>
                  </a:lnTo>
                  <a:lnTo>
                    <a:pt x="6854559" y="14894"/>
                  </a:lnTo>
                  <a:lnTo>
                    <a:pt x="6856476" y="24384"/>
                  </a:lnTo>
                  <a:lnTo>
                    <a:pt x="6856476" y="560832"/>
                  </a:lnTo>
                  <a:lnTo>
                    <a:pt x="6854559" y="570321"/>
                  </a:lnTo>
                  <a:lnTo>
                    <a:pt x="6849332" y="578072"/>
                  </a:lnTo>
                  <a:lnTo>
                    <a:pt x="6841581" y="583299"/>
                  </a:lnTo>
                  <a:lnTo>
                    <a:pt x="6832091" y="585215"/>
                  </a:lnTo>
                  <a:lnTo>
                    <a:pt x="24384" y="585215"/>
                  </a:lnTo>
                  <a:lnTo>
                    <a:pt x="14894" y="583299"/>
                  </a:lnTo>
                  <a:lnTo>
                    <a:pt x="7143" y="578072"/>
                  </a:lnTo>
                  <a:lnTo>
                    <a:pt x="1916" y="570321"/>
                  </a:lnTo>
                  <a:lnTo>
                    <a:pt x="0" y="560832"/>
                  </a:lnTo>
                  <a:lnTo>
                    <a:pt x="0" y="2438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53667" y="2715768"/>
              <a:ext cx="6856730" cy="584200"/>
            </a:xfrm>
            <a:custGeom>
              <a:avLst/>
              <a:gdLst/>
              <a:ahLst/>
              <a:cxnLst/>
              <a:rect l="l" t="t" r="r" b="b"/>
              <a:pathLst>
                <a:path w="6856730" h="584200">
                  <a:moveTo>
                    <a:pt x="6832091" y="0"/>
                  </a:moveTo>
                  <a:lnTo>
                    <a:pt x="24320" y="0"/>
                  </a:lnTo>
                  <a:lnTo>
                    <a:pt x="14857" y="1916"/>
                  </a:lnTo>
                  <a:lnTo>
                    <a:pt x="7126" y="7143"/>
                  </a:lnTo>
                  <a:lnTo>
                    <a:pt x="1912" y="14894"/>
                  </a:lnTo>
                  <a:lnTo>
                    <a:pt x="0" y="24384"/>
                  </a:lnTo>
                  <a:lnTo>
                    <a:pt x="0" y="559308"/>
                  </a:lnTo>
                  <a:lnTo>
                    <a:pt x="1912" y="568797"/>
                  </a:lnTo>
                  <a:lnTo>
                    <a:pt x="7126" y="576548"/>
                  </a:lnTo>
                  <a:lnTo>
                    <a:pt x="14857" y="581775"/>
                  </a:lnTo>
                  <a:lnTo>
                    <a:pt x="24320" y="583692"/>
                  </a:lnTo>
                  <a:lnTo>
                    <a:pt x="6832091" y="583692"/>
                  </a:lnTo>
                  <a:lnTo>
                    <a:pt x="6841581" y="581775"/>
                  </a:lnTo>
                  <a:lnTo>
                    <a:pt x="6849332" y="576548"/>
                  </a:lnTo>
                  <a:lnTo>
                    <a:pt x="6854559" y="568797"/>
                  </a:lnTo>
                  <a:lnTo>
                    <a:pt x="6856476" y="559308"/>
                  </a:lnTo>
                  <a:lnTo>
                    <a:pt x="6856476" y="24384"/>
                  </a:lnTo>
                  <a:lnTo>
                    <a:pt x="6854559" y="14894"/>
                  </a:lnTo>
                  <a:lnTo>
                    <a:pt x="6849332" y="7143"/>
                  </a:lnTo>
                  <a:lnTo>
                    <a:pt x="6841581" y="1916"/>
                  </a:lnTo>
                  <a:lnTo>
                    <a:pt x="683209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53667" y="2715768"/>
              <a:ext cx="6856730" cy="584200"/>
            </a:xfrm>
            <a:custGeom>
              <a:avLst/>
              <a:gdLst/>
              <a:ahLst/>
              <a:cxnLst/>
              <a:rect l="l" t="t" r="r" b="b"/>
              <a:pathLst>
                <a:path w="6856730" h="584200">
                  <a:moveTo>
                    <a:pt x="0" y="24384"/>
                  </a:moveTo>
                  <a:lnTo>
                    <a:pt x="1912" y="14894"/>
                  </a:lnTo>
                  <a:lnTo>
                    <a:pt x="7126" y="7143"/>
                  </a:lnTo>
                  <a:lnTo>
                    <a:pt x="14857" y="1916"/>
                  </a:lnTo>
                  <a:lnTo>
                    <a:pt x="24320" y="0"/>
                  </a:lnTo>
                  <a:lnTo>
                    <a:pt x="6832091" y="0"/>
                  </a:lnTo>
                  <a:lnTo>
                    <a:pt x="6841581" y="1916"/>
                  </a:lnTo>
                  <a:lnTo>
                    <a:pt x="6849332" y="7143"/>
                  </a:lnTo>
                  <a:lnTo>
                    <a:pt x="6854559" y="14894"/>
                  </a:lnTo>
                  <a:lnTo>
                    <a:pt x="6856476" y="24384"/>
                  </a:lnTo>
                  <a:lnTo>
                    <a:pt x="6856476" y="559308"/>
                  </a:lnTo>
                  <a:lnTo>
                    <a:pt x="6854559" y="568797"/>
                  </a:lnTo>
                  <a:lnTo>
                    <a:pt x="6849332" y="576548"/>
                  </a:lnTo>
                  <a:lnTo>
                    <a:pt x="6841581" y="581775"/>
                  </a:lnTo>
                  <a:lnTo>
                    <a:pt x="6832091" y="583692"/>
                  </a:lnTo>
                  <a:lnTo>
                    <a:pt x="24320" y="583692"/>
                  </a:lnTo>
                  <a:lnTo>
                    <a:pt x="14857" y="581775"/>
                  </a:lnTo>
                  <a:lnTo>
                    <a:pt x="7126" y="576548"/>
                  </a:lnTo>
                  <a:lnTo>
                    <a:pt x="1912" y="568797"/>
                  </a:lnTo>
                  <a:lnTo>
                    <a:pt x="0" y="559308"/>
                  </a:lnTo>
                  <a:lnTo>
                    <a:pt x="0" y="24384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53667" y="1322832"/>
              <a:ext cx="6856730" cy="584200"/>
            </a:xfrm>
            <a:custGeom>
              <a:avLst/>
              <a:gdLst/>
              <a:ahLst/>
              <a:cxnLst/>
              <a:rect l="l" t="t" r="r" b="b"/>
              <a:pathLst>
                <a:path w="6856730" h="584200">
                  <a:moveTo>
                    <a:pt x="6832091" y="0"/>
                  </a:moveTo>
                  <a:lnTo>
                    <a:pt x="24320" y="0"/>
                  </a:lnTo>
                  <a:lnTo>
                    <a:pt x="14857" y="1916"/>
                  </a:lnTo>
                  <a:lnTo>
                    <a:pt x="7126" y="7143"/>
                  </a:lnTo>
                  <a:lnTo>
                    <a:pt x="1912" y="14894"/>
                  </a:lnTo>
                  <a:lnTo>
                    <a:pt x="0" y="24383"/>
                  </a:lnTo>
                  <a:lnTo>
                    <a:pt x="0" y="559307"/>
                  </a:lnTo>
                  <a:lnTo>
                    <a:pt x="1912" y="568797"/>
                  </a:lnTo>
                  <a:lnTo>
                    <a:pt x="7126" y="576548"/>
                  </a:lnTo>
                  <a:lnTo>
                    <a:pt x="14857" y="581775"/>
                  </a:lnTo>
                  <a:lnTo>
                    <a:pt x="24320" y="583691"/>
                  </a:lnTo>
                  <a:lnTo>
                    <a:pt x="6832091" y="583691"/>
                  </a:lnTo>
                  <a:lnTo>
                    <a:pt x="6841581" y="581775"/>
                  </a:lnTo>
                  <a:lnTo>
                    <a:pt x="6849332" y="576548"/>
                  </a:lnTo>
                  <a:lnTo>
                    <a:pt x="6854559" y="568797"/>
                  </a:lnTo>
                  <a:lnTo>
                    <a:pt x="6856476" y="559307"/>
                  </a:lnTo>
                  <a:lnTo>
                    <a:pt x="6856476" y="24383"/>
                  </a:lnTo>
                  <a:lnTo>
                    <a:pt x="6854559" y="14894"/>
                  </a:lnTo>
                  <a:lnTo>
                    <a:pt x="6849332" y="7143"/>
                  </a:lnTo>
                  <a:lnTo>
                    <a:pt x="6841581" y="1916"/>
                  </a:lnTo>
                  <a:lnTo>
                    <a:pt x="683209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53667" y="1322832"/>
              <a:ext cx="6856730" cy="584200"/>
            </a:xfrm>
            <a:custGeom>
              <a:avLst/>
              <a:gdLst/>
              <a:ahLst/>
              <a:cxnLst/>
              <a:rect l="l" t="t" r="r" b="b"/>
              <a:pathLst>
                <a:path w="6856730" h="584200">
                  <a:moveTo>
                    <a:pt x="0" y="24383"/>
                  </a:moveTo>
                  <a:lnTo>
                    <a:pt x="1912" y="14894"/>
                  </a:lnTo>
                  <a:lnTo>
                    <a:pt x="7126" y="7143"/>
                  </a:lnTo>
                  <a:lnTo>
                    <a:pt x="14857" y="1916"/>
                  </a:lnTo>
                  <a:lnTo>
                    <a:pt x="24320" y="0"/>
                  </a:lnTo>
                  <a:lnTo>
                    <a:pt x="6832091" y="0"/>
                  </a:lnTo>
                  <a:lnTo>
                    <a:pt x="6841581" y="1916"/>
                  </a:lnTo>
                  <a:lnTo>
                    <a:pt x="6849332" y="7143"/>
                  </a:lnTo>
                  <a:lnTo>
                    <a:pt x="6854559" y="14894"/>
                  </a:lnTo>
                  <a:lnTo>
                    <a:pt x="6856476" y="24383"/>
                  </a:lnTo>
                  <a:lnTo>
                    <a:pt x="6856476" y="559307"/>
                  </a:lnTo>
                  <a:lnTo>
                    <a:pt x="6854559" y="568797"/>
                  </a:lnTo>
                  <a:lnTo>
                    <a:pt x="6849332" y="576548"/>
                  </a:lnTo>
                  <a:lnTo>
                    <a:pt x="6841581" y="581775"/>
                  </a:lnTo>
                  <a:lnTo>
                    <a:pt x="6832091" y="583691"/>
                  </a:lnTo>
                  <a:lnTo>
                    <a:pt x="24320" y="583691"/>
                  </a:lnTo>
                  <a:lnTo>
                    <a:pt x="14857" y="581775"/>
                  </a:lnTo>
                  <a:lnTo>
                    <a:pt x="7126" y="576548"/>
                  </a:lnTo>
                  <a:lnTo>
                    <a:pt x="1912" y="568797"/>
                  </a:lnTo>
                  <a:lnTo>
                    <a:pt x="0" y="559307"/>
                  </a:lnTo>
                  <a:lnTo>
                    <a:pt x="0" y="24383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240332" y="1449704"/>
            <a:ext cx="6582409" cy="169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100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800" b="1" spc="-5" dirty="0">
                <a:latin typeface="Verdana"/>
                <a:cs typeface="Verdana"/>
              </a:rPr>
              <a:t>Restrict </a:t>
            </a:r>
            <a:r>
              <a:rPr sz="1800" b="1" dirty="0">
                <a:latin typeface="Verdana"/>
                <a:cs typeface="Verdana"/>
              </a:rPr>
              <a:t>zone </a:t>
            </a:r>
            <a:r>
              <a:rPr sz="1800" b="1" spc="-5" dirty="0">
                <a:latin typeface="Verdana"/>
                <a:cs typeface="Verdana"/>
              </a:rPr>
              <a:t>transfer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specified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6699"/>
              </a:buClr>
              <a:buFont typeface="Verdana"/>
              <a:buChar char="•"/>
            </a:pPr>
            <a:endParaRPr sz="2700">
              <a:latin typeface="Verdana"/>
              <a:cs typeface="Verdana"/>
            </a:endParaRPr>
          </a:p>
          <a:p>
            <a:pPr marL="240665" indent="-22860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800" b="1" spc="-5" dirty="0">
                <a:latin typeface="Verdana"/>
                <a:cs typeface="Verdana"/>
              </a:rPr>
              <a:t>Encrypt </a:t>
            </a:r>
            <a:r>
              <a:rPr sz="1800" b="1" dirty="0">
                <a:latin typeface="Verdana"/>
                <a:cs typeface="Verdana"/>
              </a:rPr>
              <a:t>zone </a:t>
            </a:r>
            <a:r>
              <a:rPr sz="1800" b="1" spc="-5" dirty="0">
                <a:latin typeface="Verdana"/>
                <a:cs typeface="Verdana"/>
              </a:rPr>
              <a:t>transfer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traffic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700">
              <a:latin typeface="Verdana"/>
              <a:cs typeface="Verdana"/>
            </a:endParaRPr>
          </a:p>
          <a:p>
            <a:pPr marL="240665" indent="-22860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800" b="1" dirty="0">
                <a:latin typeface="Verdana"/>
                <a:cs typeface="Verdana"/>
              </a:rPr>
              <a:t>Consider </a:t>
            </a:r>
            <a:r>
              <a:rPr sz="1800" b="1" spc="-5" dirty="0">
                <a:latin typeface="Verdana"/>
                <a:cs typeface="Verdana"/>
              </a:rPr>
              <a:t>using </a:t>
            </a:r>
            <a:r>
              <a:rPr sz="1800" b="1" spc="-10" dirty="0">
                <a:latin typeface="Verdana"/>
                <a:cs typeface="Verdana"/>
              </a:rPr>
              <a:t>Active </a:t>
            </a:r>
            <a:r>
              <a:rPr sz="1800" b="1" spc="-5" dirty="0">
                <a:latin typeface="Verdana"/>
                <a:cs typeface="Verdana"/>
              </a:rPr>
              <a:t>Directory-integrated</a:t>
            </a:r>
            <a:r>
              <a:rPr sz="1800" b="1" spc="114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zones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120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5: Managing and </a:t>
            </a:r>
            <a:r>
              <a:rPr spc="-10" dirty="0"/>
              <a:t>Troubleshooting</a:t>
            </a:r>
            <a:r>
              <a:rPr spc="85" dirty="0"/>
              <a:t> </a:t>
            </a:r>
            <a:r>
              <a:rPr dirty="0"/>
              <a:t>DNS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695565" cy="2769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</a:t>
            </a:r>
            <a:r>
              <a:rPr sz="2000" spc="-5" dirty="0">
                <a:latin typeface="Verdana"/>
                <a:cs typeface="Verdana"/>
              </a:rPr>
              <a:t>Time to Live, </a:t>
            </a:r>
            <a:r>
              <a:rPr sz="2000" dirty="0">
                <a:latin typeface="Verdana"/>
                <a:cs typeface="Verdana"/>
              </a:rPr>
              <a:t>Aging, </a:t>
            </a:r>
            <a:r>
              <a:rPr sz="2000" spc="-5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Scavenging?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Demonstration: How to Manage DNS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Records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Tools That </a:t>
            </a:r>
            <a:r>
              <a:rPr sz="2000" dirty="0">
                <a:latin typeface="Verdana"/>
                <a:cs typeface="Verdana"/>
              </a:rPr>
              <a:t>Identify </a:t>
            </a:r>
            <a:r>
              <a:rPr sz="2000" spc="-5" dirty="0">
                <a:latin typeface="Verdana"/>
                <a:cs typeface="Verdana"/>
              </a:rPr>
              <a:t>Problems With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DNS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Demonstration: </a:t>
            </a:r>
            <a:r>
              <a:rPr sz="2000" dirty="0">
                <a:latin typeface="Verdana"/>
                <a:cs typeface="Verdana"/>
              </a:rPr>
              <a:t>How </a:t>
            </a:r>
            <a:r>
              <a:rPr sz="2000" spc="-5" dirty="0">
                <a:latin typeface="Verdana"/>
                <a:cs typeface="Verdana"/>
              </a:rPr>
              <a:t>to Test the </a:t>
            </a:r>
            <a:r>
              <a:rPr sz="2000" dirty="0">
                <a:latin typeface="Verdana"/>
                <a:cs typeface="Verdana"/>
              </a:rPr>
              <a:t>DNS </a:t>
            </a:r>
            <a:r>
              <a:rPr sz="2000" spc="-5" dirty="0">
                <a:latin typeface="Verdana"/>
                <a:cs typeface="Verdana"/>
              </a:rPr>
              <a:t>Server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Configuration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Monitoring </a:t>
            </a:r>
            <a:r>
              <a:rPr sz="2000" dirty="0">
                <a:latin typeface="Verdana"/>
                <a:cs typeface="Verdana"/>
              </a:rPr>
              <a:t>DNS </a:t>
            </a:r>
            <a:r>
              <a:rPr sz="2000" spc="-5" dirty="0">
                <a:latin typeface="Verdana"/>
                <a:cs typeface="Verdana"/>
              </a:rPr>
              <a:t>Using </a:t>
            </a:r>
            <a:r>
              <a:rPr sz="2000" dirty="0">
                <a:latin typeface="Verdana"/>
                <a:cs typeface="Verdana"/>
              </a:rPr>
              <a:t>the DNS </a:t>
            </a:r>
            <a:r>
              <a:rPr sz="2000" spc="-5" dirty="0">
                <a:latin typeface="Verdana"/>
                <a:cs typeface="Verdana"/>
              </a:rPr>
              <a:t>Event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Log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Monitoring </a:t>
            </a:r>
            <a:r>
              <a:rPr sz="2000" dirty="0">
                <a:latin typeface="Verdana"/>
                <a:cs typeface="Verdana"/>
              </a:rPr>
              <a:t>DNS Using Debug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Logging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122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spc="-5" dirty="0"/>
              <a:t>Time to Live, </a:t>
            </a:r>
            <a:r>
              <a:rPr dirty="0"/>
              <a:t>Aging, and</a:t>
            </a:r>
            <a:r>
              <a:rPr spc="95" dirty="0"/>
              <a:t> </a:t>
            </a:r>
            <a:r>
              <a:rPr spc="-5" dirty="0"/>
              <a:t>Scavenging?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6437" y="1493900"/>
          <a:ext cx="7752715" cy="3381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5680"/>
                <a:gridCol w="5487035"/>
              </a:tblGrid>
              <a:tr h="591947">
                <a:tc>
                  <a:txBody>
                    <a:bodyPr/>
                    <a:lstStyle/>
                    <a:p>
                      <a:pPr marL="5308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200" b="1" spc="-5" dirty="0">
                          <a:latin typeface="Verdana"/>
                          <a:cs typeface="Verdana"/>
                        </a:rPr>
                        <a:t>Feature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200" b="1" spc="-5" dirty="0">
                          <a:latin typeface="Verdana"/>
                          <a:cs typeface="Verdana"/>
                        </a:rPr>
                        <a:t>Description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</a:tr>
              <a:tr h="814197">
                <a:tc>
                  <a:txBody>
                    <a:bodyPr/>
                    <a:lstStyle/>
                    <a:p>
                      <a:pPr marL="91440" marR="443230">
                        <a:lnSpc>
                          <a:spcPts val="2380"/>
                        </a:lnSpc>
                        <a:spcBef>
                          <a:spcPts val="850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Time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22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Live  </a:t>
                      </a:r>
                      <a:r>
                        <a:rPr sz="2200" spc="-25" dirty="0">
                          <a:latin typeface="Verdana"/>
                          <a:cs typeface="Verdana"/>
                        </a:rPr>
                        <a:t>(TTL)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03200">
                        <a:lnSpc>
                          <a:spcPts val="2380"/>
                        </a:lnSpc>
                        <a:spcBef>
                          <a:spcPts val="850"/>
                        </a:spcBef>
                      </a:pPr>
                      <a:r>
                        <a:rPr sz="2200" dirty="0">
                          <a:latin typeface="Verdana"/>
                          <a:cs typeface="Verdana"/>
                        </a:rPr>
                        <a:t>Indicates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how long a DNS record </a:t>
                      </a:r>
                      <a:r>
                        <a:rPr sz="2200" dirty="0">
                          <a:latin typeface="Verdana"/>
                          <a:cs typeface="Verdana"/>
                        </a:rPr>
                        <a:t>will 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remain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valid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1088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Aging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36220">
                        <a:lnSpc>
                          <a:spcPts val="2380"/>
                        </a:lnSpc>
                        <a:spcBef>
                          <a:spcPts val="740"/>
                        </a:spcBef>
                      </a:pPr>
                      <a:r>
                        <a:rPr sz="2200" spc="-10" dirty="0">
                          <a:latin typeface="Verdana"/>
                          <a:cs typeface="Verdana"/>
                        </a:rPr>
                        <a:t>Occurs when records that </a:t>
                      </a:r>
                      <a:r>
                        <a:rPr sz="2200" spc="-15" dirty="0">
                          <a:latin typeface="Verdana"/>
                          <a:cs typeface="Verdana"/>
                        </a:rPr>
                        <a:t>have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been 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inserted into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DNS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server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reach  their expiration and are</a:t>
                      </a:r>
                      <a:r>
                        <a:rPr sz="22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removed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88722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30"/>
                        </a:spcBef>
                      </a:pPr>
                      <a:r>
                        <a:rPr sz="2200" spc="-10" dirty="0">
                          <a:latin typeface="Verdana"/>
                          <a:cs typeface="Verdana"/>
                        </a:rPr>
                        <a:t>Scavenging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25781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3510">
                        <a:lnSpc>
                          <a:spcPts val="2380"/>
                        </a:lnSpc>
                        <a:spcBef>
                          <a:spcPts val="1140"/>
                        </a:spcBef>
                      </a:pPr>
                      <a:r>
                        <a:rPr sz="2200" spc="-15" dirty="0">
                          <a:latin typeface="Verdana"/>
                          <a:cs typeface="Verdana"/>
                        </a:rPr>
                        <a:t>Performs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DNS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server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resource record  grooming for </a:t>
                      </a:r>
                      <a:r>
                        <a:rPr sz="2200" dirty="0">
                          <a:latin typeface="Verdana"/>
                          <a:cs typeface="Verdana"/>
                        </a:rPr>
                        <a:t>old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records </a:t>
                      </a:r>
                      <a:r>
                        <a:rPr sz="220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22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DNS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021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Tools That </a:t>
            </a:r>
            <a:r>
              <a:rPr spc="-10" dirty="0"/>
              <a:t>Identify </a:t>
            </a:r>
            <a:r>
              <a:rPr spc="-5" dirty="0"/>
              <a:t>Problems </a:t>
            </a:r>
            <a:r>
              <a:rPr dirty="0"/>
              <a:t>With</a:t>
            </a:r>
            <a:r>
              <a:rPr spc="100" dirty="0"/>
              <a:t> </a:t>
            </a:r>
            <a:r>
              <a:rPr dirty="0"/>
              <a:t>DNS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6437" y="1812925"/>
          <a:ext cx="7752715" cy="34081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5680"/>
                <a:gridCol w="5487035"/>
              </a:tblGrid>
              <a:tr h="4846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200" b="1" spc="-5" dirty="0">
                          <a:latin typeface="Verdana"/>
                          <a:cs typeface="Verdana"/>
                        </a:rPr>
                        <a:t>Tool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200" b="1" spc="-5" dirty="0">
                          <a:latin typeface="Verdana"/>
                          <a:cs typeface="Verdana"/>
                        </a:rPr>
                        <a:t>Used</a:t>
                      </a:r>
                      <a:r>
                        <a:rPr sz="22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b="1" spc="-5" dirty="0">
                          <a:latin typeface="Verdana"/>
                          <a:cs typeface="Verdana"/>
                        </a:rPr>
                        <a:t>to: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</a:tr>
              <a:tr h="52209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Nslookup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200" spc="-20" dirty="0">
                          <a:latin typeface="Verdana"/>
                          <a:cs typeface="Verdana"/>
                        </a:rPr>
                        <a:t>Troubleshoot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DNS</a:t>
                      </a:r>
                      <a:r>
                        <a:rPr sz="22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problems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69684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Dnscmd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6256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Edit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DNS</a:t>
                      </a:r>
                      <a:r>
                        <a:rPr sz="22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configuration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16256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56819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Dnslint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Diagnose common DNS</a:t>
                      </a:r>
                      <a:r>
                        <a:rPr sz="2200" spc="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issues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56819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Ipconfig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Display and clear DNS resolver</a:t>
                      </a:r>
                      <a:r>
                        <a:rPr sz="22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cache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56819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200" spc="-5" dirty="0">
                          <a:latin typeface="Verdana"/>
                          <a:cs typeface="Verdana"/>
                        </a:rPr>
                        <a:t>Monitoring</a:t>
                      </a:r>
                      <a:r>
                        <a:rPr sz="2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tab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200" spc="-15" dirty="0">
                          <a:latin typeface="Verdana"/>
                          <a:cs typeface="Verdana"/>
                        </a:rPr>
                        <a:t>Perform </a:t>
                      </a:r>
                      <a:r>
                        <a:rPr sz="2200" spc="-5" dirty="0">
                          <a:latin typeface="Verdana"/>
                          <a:cs typeface="Verdana"/>
                        </a:rPr>
                        <a:t>queries against</a:t>
                      </a:r>
                      <a:r>
                        <a:rPr sz="2200" spc="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200" spc="-10" dirty="0">
                          <a:latin typeface="Verdana"/>
                          <a:cs typeface="Verdana"/>
                        </a:rPr>
                        <a:t>server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393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Monitoring </a:t>
            </a:r>
            <a:r>
              <a:rPr dirty="0"/>
              <a:t>DNS </a:t>
            </a:r>
            <a:r>
              <a:rPr spc="-10" dirty="0"/>
              <a:t>Using </a:t>
            </a:r>
            <a:r>
              <a:rPr spc="-5" dirty="0"/>
              <a:t>the </a:t>
            </a:r>
            <a:r>
              <a:rPr dirty="0"/>
              <a:t>DNS </a:t>
            </a:r>
            <a:r>
              <a:rPr spc="-5" dirty="0"/>
              <a:t>Event</a:t>
            </a:r>
            <a:r>
              <a:rPr spc="65" dirty="0"/>
              <a:t> </a:t>
            </a:r>
            <a:r>
              <a:rPr spc="-5" dirty="0"/>
              <a:t>Log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0080" y="1392936"/>
            <a:ext cx="7863840" cy="1706880"/>
            <a:chOff x="640080" y="1392936"/>
            <a:chExt cx="7863840" cy="1706880"/>
          </a:xfrm>
        </p:grpSpPr>
        <p:sp>
          <p:nvSpPr>
            <p:cNvPr id="4" name="object 4"/>
            <p:cNvSpPr/>
            <p:nvPr/>
          </p:nvSpPr>
          <p:spPr>
            <a:xfrm>
              <a:off x="644652" y="1397508"/>
              <a:ext cx="7854950" cy="1697989"/>
            </a:xfrm>
            <a:custGeom>
              <a:avLst/>
              <a:gdLst/>
              <a:ahLst/>
              <a:cxnLst/>
              <a:rect l="l" t="t" r="r" b="b"/>
              <a:pathLst>
                <a:path w="7854950" h="1697989">
                  <a:moveTo>
                    <a:pt x="7783957" y="0"/>
                  </a:moveTo>
                  <a:lnTo>
                    <a:pt x="70751" y="0"/>
                  </a:lnTo>
                  <a:lnTo>
                    <a:pt x="43210" y="5552"/>
                  </a:lnTo>
                  <a:lnTo>
                    <a:pt x="20721" y="20700"/>
                  </a:lnTo>
                  <a:lnTo>
                    <a:pt x="5559" y="43183"/>
                  </a:lnTo>
                  <a:lnTo>
                    <a:pt x="0" y="70738"/>
                  </a:lnTo>
                  <a:lnTo>
                    <a:pt x="0" y="1626996"/>
                  </a:lnTo>
                  <a:lnTo>
                    <a:pt x="5559" y="1654552"/>
                  </a:lnTo>
                  <a:lnTo>
                    <a:pt x="20721" y="1677035"/>
                  </a:lnTo>
                  <a:lnTo>
                    <a:pt x="43210" y="1692183"/>
                  </a:lnTo>
                  <a:lnTo>
                    <a:pt x="70751" y="1697736"/>
                  </a:lnTo>
                  <a:lnTo>
                    <a:pt x="7783957" y="1697736"/>
                  </a:lnTo>
                  <a:lnTo>
                    <a:pt x="7811512" y="1692183"/>
                  </a:lnTo>
                  <a:lnTo>
                    <a:pt x="7833994" y="1677034"/>
                  </a:lnTo>
                  <a:lnTo>
                    <a:pt x="7849143" y="1654552"/>
                  </a:lnTo>
                  <a:lnTo>
                    <a:pt x="7854696" y="1626996"/>
                  </a:lnTo>
                  <a:lnTo>
                    <a:pt x="7854696" y="70738"/>
                  </a:lnTo>
                  <a:lnTo>
                    <a:pt x="7849143" y="43183"/>
                  </a:lnTo>
                  <a:lnTo>
                    <a:pt x="7833995" y="20700"/>
                  </a:lnTo>
                  <a:lnTo>
                    <a:pt x="7811512" y="5552"/>
                  </a:lnTo>
                  <a:lnTo>
                    <a:pt x="778395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2" y="1397508"/>
              <a:ext cx="7854950" cy="1697989"/>
            </a:xfrm>
            <a:custGeom>
              <a:avLst/>
              <a:gdLst/>
              <a:ahLst/>
              <a:cxnLst/>
              <a:rect l="l" t="t" r="r" b="b"/>
              <a:pathLst>
                <a:path w="7854950" h="1697989">
                  <a:moveTo>
                    <a:pt x="0" y="70738"/>
                  </a:moveTo>
                  <a:lnTo>
                    <a:pt x="5559" y="43183"/>
                  </a:lnTo>
                  <a:lnTo>
                    <a:pt x="20721" y="20700"/>
                  </a:lnTo>
                  <a:lnTo>
                    <a:pt x="43210" y="5552"/>
                  </a:lnTo>
                  <a:lnTo>
                    <a:pt x="70751" y="0"/>
                  </a:lnTo>
                  <a:lnTo>
                    <a:pt x="7783957" y="0"/>
                  </a:lnTo>
                  <a:lnTo>
                    <a:pt x="7811512" y="5552"/>
                  </a:lnTo>
                  <a:lnTo>
                    <a:pt x="7833995" y="20700"/>
                  </a:lnTo>
                  <a:lnTo>
                    <a:pt x="7849143" y="43183"/>
                  </a:lnTo>
                  <a:lnTo>
                    <a:pt x="7854696" y="70738"/>
                  </a:lnTo>
                  <a:lnTo>
                    <a:pt x="7854696" y="1626996"/>
                  </a:lnTo>
                  <a:lnTo>
                    <a:pt x="7849143" y="1654552"/>
                  </a:lnTo>
                  <a:lnTo>
                    <a:pt x="7833994" y="1677034"/>
                  </a:lnTo>
                  <a:lnTo>
                    <a:pt x="7811512" y="1692183"/>
                  </a:lnTo>
                  <a:lnTo>
                    <a:pt x="7783957" y="1697736"/>
                  </a:lnTo>
                  <a:lnTo>
                    <a:pt x="70751" y="1697736"/>
                  </a:lnTo>
                  <a:lnTo>
                    <a:pt x="43210" y="1692183"/>
                  </a:lnTo>
                  <a:lnTo>
                    <a:pt x="20721" y="1677035"/>
                  </a:lnTo>
                  <a:lnTo>
                    <a:pt x="5559" y="1654552"/>
                  </a:lnTo>
                  <a:lnTo>
                    <a:pt x="0" y="1626996"/>
                  </a:lnTo>
                  <a:lnTo>
                    <a:pt x="0" y="7073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9368" y="1610868"/>
              <a:ext cx="7065645" cy="1129665"/>
            </a:xfrm>
            <a:custGeom>
              <a:avLst/>
              <a:gdLst/>
              <a:ahLst/>
              <a:cxnLst/>
              <a:rect l="l" t="t" r="r" b="b"/>
              <a:pathLst>
                <a:path w="7065645" h="1129664">
                  <a:moveTo>
                    <a:pt x="7018147" y="0"/>
                  </a:moveTo>
                  <a:lnTo>
                    <a:pt x="47053" y="0"/>
                  </a:lnTo>
                  <a:lnTo>
                    <a:pt x="28739" y="3700"/>
                  </a:lnTo>
                  <a:lnTo>
                    <a:pt x="13782" y="13795"/>
                  </a:lnTo>
                  <a:lnTo>
                    <a:pt x="3698" y="28771"/>
                  </a:lnTo>
                  <a:lnTo>
                    <a:pt x="0" y="47117"/>
                  </a:lnTo>
                  <a:lnTo>
                    <a:pt x="0" y="1082167"/>
                  </a:lnTo>
                  <a:lnTo>
                    <a:pt x="3698" y="1100512"/>
                  </a:lnTo>
                  <a:lnTo>
                    <a:pt x="13782" y="1115488"/>
                  </a:lnTo>
                  <a:lnTo>
                    <a:pt x="28739" y="1125583"/>
                  </a:lnTo>
                  <a:lnTo>
                    <a:pt x="47053" y="1129284"/>
                  </a:lnTo>
                  <a:lnTo>
                    <a:pt x="7018147" y="1129284"/>
                  </a:lnTo>
                  <a:lnTo>
                    <a:pt x="7036492" y="1125583"/>
                  </a:lnTo>
                  <a:lnTo>
                    <a:pt x="7051468" y="1115488"/>
                  </a:lnTo>
                  <a:lnTo>
                    <a:pt x="7061563" y="1100512"/>
                  </a:lnTo>
                  <a:lnTo>
                    <a:pt x="7065263" y="1082167"/>
                  </a:lnTo>
                  <a:lnTo>
                    <a:pt x="7065263" y="47117"/>
                  </a:lnTo>
                  <a:lnTo>
                    <a:pt x="7061563" y="28771"/>
                  </a:lnTo>
                  <a:lnTo>
                    <a:pt x="7051468" y="13795"/>
                  </a:lnTo>
                  <a:lnTo>
                    <a:pt x="7036492" y="3700"/>
                  </a:lnTo>
                  <a:lnTo>
                    <a:pt x="7018147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9368" y="1610868"/>
              <a:ext cx="7065645" cy="1129665"/>
            </a:xfrm>
            <a:custGeom>
              <a:avLst/>
              <a:gdLst/>
              <a:ahLst/>
              <a:cxnLst/>
              <a:rect l="l" t="t" r="r" b="b"/>
              <a:pathLst>
                <a:path w="7065645" h="1129664">
                  <a:moveTo>
                    <a:pt x="0" y="47117"/>
                  </a:moveTo>
                  <a:lnTo>
                    <a:pt x="3698" y="28771"/>
                  </a:lnTo>
                  <a:lnTo>
                    <a:pt x="13782" y="13795"/>
                  </a:lnTo>
                  <a:lnTo>
                    <a:pt x="28739" y="3700"/>
                  </a:lnTo>
                  <a:lnTo>
                    <a:pt x="47053" y="0"/>
                  </a:lnTo>
                  <a:lnTo>
                    <a:pt x="7018147" y="0"/>
                  </a:lnTo>
                  <a:lnTo>
                    <a:pt x="7036492" y="3700"/>
                  </a:lnTo>
                  <a:lnTo>
                    <a:pt x="7051468" y="13795"/>
                  </a:lnTo>
                  <a:lnTo>
                    <a:pt x="7061563" y="28771"/>
                  </a:lnTo>
                  <a:lnTo>
                    <a:pt x="7065263" y="47117"/>
                  </a:lnTo>
                  <a:lnTo>
                    <a:pt x="7065263" y="1082167"/>
                  </a:lnTo>
                  <a:lnTo>
                    <a:pt x="7061563" y="1100512"/>
                  </a:lnTo>
                  <a:lnTo>
                    <a:pt x="7051468" y="1115488"/>
                  </a:lnTo>
                  <a:lnTo>
                    <a:pt x="7036492" y="1125583"/>
                  </a:lnTo>
                  <a:lnTo>
                    <a:pt x="7018147" y="1129284"/>
                  </a:lnTo>
                  <a:lnTo>
                    <a:pt x="47053" y="1129284"/>
                  </a:lnTo>
                  <a:lnTo>
                    <a:pt x="28739" y="1125583"/>
                  </a:lnTo>
                  <a:lnTo>
                    <a:pt x="13782" y="1115488"/>
                  </a:lnTo>
                  <a:lnTo>
                    <a:pt x="3698" y="1100512"/>
                  </a:lnTo>
                  <a:lnTo>
                    <a:pt x="0" y="1082167"/>
                  </a:lnTo>
                  <a:lnTo>
                    <a:pt x="0" y="47117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0831" y="1571398"/>
            <a:ext cx="7042784" cy="109664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22580" indent="-229235">
              <a:lnSpc>
                <a:spcPct val="100000"/>
              </a:lnSpc>
              <a:spcBef>
                <a:spcPts val="750"/>
              </a:spcBef>
              <a:buClr>
                <a:srgbClr val="006699"/>
              </a:buClr>
              <a:buFont typeface="Verdana"/>
              <a:buChar char="•"/>
              <a:tabLst>
                <a:tab pos="323215" algn="l"/>
              </a:tabLst>
            </a:pPr>
            <a:r>
              <a:rPr sz="1800" b="1" dirty="0">
                <a:latin typeface="Verdana"/>
                <a:cs typeface="Verdana"/>
              </a:rPr>
              <a:t>Monitor DNS events in the event log</a:t>
            </a:r>
            <a:r>
              <a:rPr sz="1800" b="1" spc="5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to:</a:t>
            </a:r>
            <a:endParaRPr sz="1800">
              <a:latin typeface="Verdana"/>
              <a:cs typeface="Verdana"/>
            </a:endParaRPr>
          </a:p>
          <a:p>
            <a:pPr marL="777240" lvl="1" indent="-22669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777875" algn="l"/>
              </a:tabLst>
            </a:pPr>
            <a:r>
              <a:rPr sz="1800" b="1" spc="-5" dirty="0">
                <a:latin typeface="Verdana"/>
                <a:cs typeface="Verdana"/>
              </a:rPr>
              <a:t>Monitor </a:t>
            </a:r>
            <a:r>
              <a:rPr sz="1800" b="1" dirty="0">
                <a:latin typeface="Verdana"/>
                <a:cs typeface="Verdana"/>
              </a:rPr>
              <a:t>zone </a:t>
            </a:r>
            <a:r>
              <a:rPr sz="1800" b="1" spc="-5" dirty="0">
                <a:latin typeface="Verdana"/>
                <a:cs typeface="Verdana"/>
              </a:rPr>
              <a:t>transfer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information</a:t>
            </a:r>
            <a:endParaRPr sz="1800">
              <a:latin typeface="Verdana"/>
              <a:cs typeface="Verdana"/>
            </a:endParaRPr>
          </a:p>
          <a:p>
            <a:pPr marL="777240" lvl="1" indent="-22669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Font typeface="Verdana"/>
              <a:buChar char="•"/>
              <a:tabLst>
                <a:tab pos="777875" algn="l"/>
              </a:tabLst>
            </a:pPr>
            <a:r>
              <a:rPr sz="1800" b="1" spc="-5" dirty="0">
                <a:latin typeface="Verdana"/>
                <a:cs typeface="Verdana"/>
              </a:rPr>
              <a:t>Monitor computer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events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795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Monitoring </a:t>
            </a:r>
            <a:r>
              <a:rPr dirty="0"/>
              <a:t>DNS </a:t>
            </a:r>
            <a:r>
              <a:rPr spc="-10" dirty="0"/>
              <a:t>Using </a:t>
            </a:r>
            <a:r>
              <a:rPr dirty="0"/>
              <a:t>Debug</a:t>
            </a:r>
            <a:r>
              <a:rPr spc="110" dirty="0"/>
              <a:t> </a:t>
            </a:r>
            <a:r>
              <a:rPr spc="-10" dirty="0"/>
              <a:t>Logging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0080" y="1392936"/>
            <a:ext cx="7863840" cy="1492250"/>
            <a:chOff x="640080" y="1392936"/>
            <a:chExt cx="7863840" cy="1492250"/>
          </a:xfrm>
        </p:grpSpPr>
        <p:sp>
          <p:nvSpPr>
            <p:cNvPr id="4" name="object 4"/>
            <p:cNvSpPr/>
            <p:nvPr/>
          </p:nvSpPr>
          <p:spPr>
            <a:xfrm>
              <a:off x="644652" y="1397508"/>
              <a:ext cx="7854950" cy="1483360"/>
            </a:xfrm>
            <a:custGeom>
              <a:avLst/>
              <a:gdLst/>
              <a:ahLst/>
              <a:cxnLst/>
              <a:rect l="l" t="t" r="r" b="b"/>
              <a:pathLst>
                <a:path w="7854950" h="1483360">
                  <a:moveTo>
                    <a:pt x="7792847" y="0"/>
                  </a:moveTo>
                  <a:lnTo>
                    <a:pt x="61785" y="0"/>
                  </a:lnTo>
                  <a:lnTo>
                    <a:pt x="37735" y="4859"/>
                  </a:lnTo>
                  <a:lnTo>
                    <a:pt x="18095" y="18113"/>
                  </a:lnTo>
                  <a:lnTo>
                    <a:pt x="4855" y="37772"/>
                  </a:lnTo>
                  <a:lnTo>
                    <a:pt x="0" y="61849"/>
                  </a:lnTo>
                  <a:lnTo>
                    <a:pt x="0" y="1421002"/>
                  </a:lnTo>
                  <a:lnTo>
                    <a:pt x="4855" y="1445079"/>
                  </a:lnTo>
                  <a:lnTo>
                    <a:pt x="18095" y="1464738"/>
                  </a:lnTo>
                  <a:lnTo>
                    <a:pt x="37735" y="1477992"/>
                  </a:lnTo>
                  <a:lnTo>
                    <a:pt x="61785" y="1482852"/>
                  </a:lnTo>
                  <a:lnTo>
                    <a:pt x="7792847" y="1482852"/>
                  </a:lnTo>
                  <a:lnTo>
                    <a:pt x="7816923" y="1477992"/>
                  </a:lnTo>
                  <a:lnTo>
                    <a:pt x="7836582" y="1464738"/>
                  </a:lnTo>
                  <a:lnTo>
                    <a:pt x="7849836" y="1445079"/>
                  </a:lnTo>
                  <a:lnTo>
                    <a:pt x="7854696" y="1421002"/>
                  </a:lnTo>
                  <a:lnTo>
                    <a:pt x="7854696" y="61849"/>
                  </a:lnTo>
                  <a:lnTo>
                    <a:pt x="7849836" y="37772"/>
                  </a:lnTo>
                  <a:lnTo>
                    <a:pt x="7836582" y="18113"/>
                  </a:lnTo>
                  <a:lnTo>
                    <a:pt x="7816923" y="4859"/>
                  </a:lnTo>
                  <a:lnTo>
                    <a:pt x="779284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2" y="1397508"/>
              <a:ext cx="7854950" cy="1483360"/>
            </a:xfrm>
            <a:custGeom>
              <a:avLst/>
              <a:gdLst/>
              <a:ahLst/>
              <a:cxnLst/>
              <a:rect l="l" t="t" r="r" b="b"/>
              <a:pathLst>
                <a:path w="7854950" h="1483360">
                  <a:moveTo>
                    <a:pt x="0" y="61849"/>
                  </a:moveTo>
                  <a:lnTo>
                    <a:pt x="4855" y="37772"/>
                  </a:lnTo>
                  <a:lnTo>
                    <a:pt x="18095" y="18113"/>
                  </a:lnTo>
                  <a:lnTo>
                    <a:pt x="37735" y="4859"/>
                  </a:lnTo>
                  <a:lnTo>
                    <a:pt x="61785" y="0"/>
                  </a:lnTo>
                  <a:lnTo>
                    <a:pt x="7792847" y="0"/>
                  </a:lnTo>
                  <a:lnTo>
                    <a:pt x="7816923" y="4859"/>
                  </a:lnTo>
                  <a:lnTo>
                    <a:pt x="7836582" y="18113"/>
                  </a:lnTo>
                  <a:lnTo>
                    <a:pt x="7849836" y="37772"/>
                  </a:lnTo>
                  <a:lnTo>
                    <a:pt x="7854696" y="61849"/>
                  </a:lnTo>
                  <a:lnTo>
                    <a:pt x="7854696" y="1421002"/>
                  </a:lnTo>
                  <a:lnTo>
                    <a:pt x="7849836" y="1445079"/>
                  </a:lnTo>
                  <a:lnTo>
                    <a:pt x="7836582" y="1464738"/>
                  </a:lnTo>
                  <a:lnTo>
                    <a:pt x="7816923" y="1477992"/>
                  </a:lnTo>
                  <a:lnTo>
                    <a:pt x="7792847" y="1482852"/>
                  </a:lnTo>
                  <a:lnTo>
                    <a:pt x="61785" y="1482852"/>
                  </a:lnTo>
                  <a:lnTo>
                    <a:pt x="37735" y="1477992"/>
                  </a:lnTo>
                  <a:lnTo>
                    <a:pt x="18095" y="1464738"/>
                  </a:lnTo>
                  <a:lnTo>
                    <a:pt x="4855" y="1445079"/>
                  </a:lnTo>
                  <a:lnTo>
                    <a:pt x="0" y="1421002"/>
                  </a:lnTo>
                  <a:lnTo>
                    <a:pt x="0" y="61849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6320" y="1744979"/>
              <a:ext cx="7065645" cy="786765"/>
            </a:xfrm>
            <a:custGeom>
              <a:avLst/>
              <a:gdLst/>
              <a:ahLst/>
              <a:cxnLst/>
              <a:rect l="l" t="t" r="r" b="b"/>
              <a:pathLst>
                <a:path w="7065645" h="786764">
                  <a:moveTo>
                    <a:pt x="7032498" y="0"/>
                  </a:moveTo>
                  <a:lnTo>
                    <a:pt x="32766" y="0"/>
                  </a:lnTo>
                  <a:lnTo>
                    <a:pt x="20011" y="2583"/>
                  </a:lnTo>
                  <a:lnTo>
                    <a:pt x="9596" y="9620"/>
                  </a:lnTo>
                  <a:lnTo>
                    <a:pt x="2574" y="20038"/>
                  </a:lnTo>
                  <a:lnTo>
                    <a:pt x="0" y="32766"/>
                  </a:lnTo>
                  <a:lnTo>
                    <a:pt x="0" y="753618"/>
                  </a:lnTo>
                  <a:lnTo>
                    <a:pt x="2574" y="766345"/>
                  </a:lnTo>
                  <a:lnTo>
                    <a:pt x="9596" y="776763"/>
                  </a:lnTo>
                  <a:lnTo>
                    <a:pt x="20011" y="783800"/>
                  </a:lnTo>
                  <a:lnTo>
                    <a:pt x="32766" y="786384"/>
                  </a:lnTo>
                  <a:lnTo>
                    <a:pt x="7032498" y="786384"/>
                  </a:lnTo>
                  <a:lnTo>
                    <a:pt x="7045225" y="783800"/>
                  </a:lnTo>
                  <a:lnTo>
                    <a:pt x="7055643" y="776763"/>
                  </a:lnTo>
                  <a:lnTo>
                    <a:pt x="7062680" y="766345"/>
                  </a:lnTo>
                  <a:lnTo>
                    <a:pt x="7065263" y="753618"/>
                  </a:lnTo>
                  <a:lnTo>
                    <a:pt x="7065263" y="32766"/>
                  </a:lnTo>
                  <a:lnTo>
                    <a:pt x="7062680" y="20038"/>
                  </a:lnTo>
                  <a:lnTo>
                    <a:pt x="7055643" y="9620"/>
                  </a:lnTo>
                  <a:lnTo>
                    <a:pt x="7045225" y="2583"/>
                  </a:lnTo>
                  <a:lnTo>
                    <a:pt x="703249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6320" y="1744979"/>
              <a:ext cx="7065645" cy="786765"/>
            </a:xfrm>
            <a:custGeom>
              <a:avLst/>
              <a:gdLst/>
              <a:ahLst/>
              <a:cxnLst/>
              <a:rect l="l" t="t" r="r" b="b"/>
              <a:pathLst>
                <a:path w="7065645" h="786764">
                  <a:moveTo>
                    <a:pt x="0" y="32766"/>
                  </a:moveTo>
                  <a:lnTo>
                    <a:pt x="2574" y="20038"/>
                  </a:lnTo>
                  <a:lnTo>
                    <a:pt x="9596" y="9620"/>
                  </a:lnTo>
                  <a:lnTo>
                    <a:pt x="20011" y="2583"/>
                  </a:lnTo>
                  <a:lnTo>
                    <a:pt x="32766" y="0"/>
                  </a:lnTo>
                  <a:lnTo>
                    <a:pt x="7032498" y="0"/>
                  </a:lnTo>
                  <a:lnTo>
                    <a:pt x="7045225" y="2583"/>
                  </a:lnTo>
                  <a:lnTo>
                    <a:pt x="7055643" y="9620"/>
                  </a:lnTo>
                  <a:lnTo>
                    <a:pt x="7062680" y="20038"/>
                  </a:lnTo>
                  <a:lnTo>
                    <a:pt x="7065263" y="32766"/>
                  </a:lnTo>
                  <a:lnTo>
                    <a:pt x="7065263" y="753618"/>
                  </a:lnTo>
                  <a:lnTo>
                    <a:pt x="7062680" y="766345"/>
                  </a:lnTo>
                  <a:lnTo>
                    <a:pt x="7055643" y="776763"/>
                  </a:lnTo>
                  <a:lnTo>
                    <a:pt x="7045225" y="783800"/>
                  </a:lnTo>
                  <a:lnTo>
                    <a:pt x="7032498" y="786384"/>
                  </a:lnTo>
                  <a:lnTo>
                    <a:pt x="32766" y="786384"/>
                  </a:lnTo>
                  <a:lnTo>
                    <a:pt x="20011" y="783800"/>
                  </a:lnTo>
                  <a:lnTo>
                    <a:pt x="9596" y="776763"/>
                  </a:lnTo>
                  <a:lnTo>
                    <a:pt x="2574" y="766345"/>
                  </a:lnTo>
                  <a:lnTo>
                    <a:pt x="0" y="753618"/>
                  </a:lnTo>
                  <a:lnTo>
                    <a:pt x="0" y="32766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25118" y="1850263"/>
            <a:ext cx="584644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0665" marR="5080" indent="-228600">
              <a:lnSpc>
                <a:spcPts val="1939"/>
              </a:lnSpc>
              <a:spcBef>
                <a:spcPts val="34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800" b="1" spc="-5" dirty="0">
                <a:latin typeface="Verdana"/>
                <a:cs typeface="Verdana"/>
              </a:rPr>
              <a:t>Enable </a:t>
            </a:r>
            <a:r>
              <a:rPr sz="1800" b="1" dirty="0">
                <a:latin typeface="Verdana"/>
                <a:cs typeface="Verdana"/>
              </a:rPr>
              <a:t>DNS debug logging to </a:t>
            </a:r>
            <a:r>
              <a:rPr sz="1800" b="1" spc="-5" dirty="0">
                <a:latin typeface="Verdana"/>
                <a:cs typeface="Verdana"/>
              </a:rPr>
              <a:t>view </a:t>
            </a:r>
            <a:r>
              <a:rPr sz="1800" b="1" dirty="0">
                <a:latin typeface="Verdana"/>
                <a:cs typeface="Verdana"/>
              </a:rPr>
              <a:t>granular  </a:t>
            </a:r>
            <a:r>
              <a:rPr sz="1800" b="1" spc="-5" dirty="0">
                <a:latin typeface="Verdana"/>
                <a:cs typeface="Verdana"/>
              </a:rPr>
              <a:t>verbose information </a:t>
            </a:r>
            <a:r>
              <a:rPr sz="1800" b="1" dirty="0">
                <a:latin typeface="Verdana"/>
                <a:cs typeface="Verdana"/>
              </a:rPr>
              <a:t>about DNS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activities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1098</Words>
  <Application>Microsoft Office PowerPoint</Application>
  <PresentationFormat>On-screen Show (4:3)</PresentationFormat>
  <Paragraphs>348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Liberation Sans Narrow</vt:lpstr>
      <vt:lpstr>Times New Roman</vt:lpstr>
      <vt:lpstr>Verdana</vt:lpstr>
      <vt:lpstr>Office Theme</vt:lpstr>
      <vt:lpstr>Lecture 7</vt:lpstr>
      <vt:lpstr>Module Overview</vt:lpstr>
      <vt:lpstr>  1: Installing the DNS Server Role</vt:lpstr>
      <vt:lpstr>Overview of the Domain Name System Role</vt:lpstr>
      <vt:lpstr>Overview of the DNS Namespace</vt:lpstr>
      <vt:lpstr>DNS Improvements for Windows Server 2012</vt:lpstr>
      <vt:lpstr>DNS Improvements for Windows Server 2012 R2</vt:lpstr>
      <vt:lpstr>Considerations for Deploying the DNS Server Role</vt:lpstr>
      <vt:lpstr>  2: Configuring the DNS Server Role</vt:lpstr>
      <vt:lpstr>What Are the Components of a DNS Solution?</vt:lpstr>
      <vt:lpstr>DNS Resource Records</vt:lpstr>
      <vt:lpstr>What Are Root Hints?</vt:lpstr>
      <vt:lpstr>What Are DNS Queries? </vt:lpstr>
      <vt:lpstr>What Is Forwarding?</vt:lpstr>
      <vt:lpstr>How DNS Server Caching Works</vt:lpstr>
      <vt:lpstr>  3: Configuring DNS Zones</vt:lpstr>
      <vt:lpstr>What Is a DNS Zone?</vt:lpstr>
      <vt:lpstr>What Are the DNS Zone Types?</vt:lpstr>
      <vt:lpstr>What Are Forward and Reverse Lookup Zones?</vt:lpstr>
      <vt:lpstr>What Are Stub Zones?</vt:lpstr>
      <vt:lpstr>DNS Zone Delegation</vt:lpstr>
      <vt:lpstr>  4: Configuring DNS Zone Transfers</vt:lpstr>
      <vt:lpstr>What Is a DNS Zone Transfer?</vt:lpstr>
      <vt:lpstr>Configuring Zone Transfer Security</vt:lpstr>
      <vt:lpstr>  5: Managing and Troubleshooting DNS</vt:lpstr>
      <vt:lpstr>What Is Time to Live, Aging, and Scavenging?</vt:lpstr>
      <vt:lpstr>Tools That Identify Problems With DNS</vt:lpstr>
      <vt:lpstr>Monitoring DNS Using the DNS Event Log</vt:lpstr>
      <vt:lpstr>Monitoring DNS Using Debug Logging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</dc:title>
  <dc:creator>Nhung Vuong</dc:creator>
  <cp:lastModifiedBy>ADMIN</cp:lastModifiedBy>
  <cp:revision>6</cp:revision>
  <dcterms:created xsi:type="dcterms:W3CDTF">2020-11-01T12:49:32Z</dcterms:created>
  <dcterms:modified xsi:type="dcterms:W3CDTF">2020-11-01T13:47:54Z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2020-11-01T00:00:00Z</vt:filetime>
  </property>
</Properties>
</file>